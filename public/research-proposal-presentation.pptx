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6858000" cy="9144000"/>
  <p:embeddedFontLst>
    <p:embeddedFont>
      <p:font typeface="Roboto Condensed"/>
      <p:regular r:id="rId13"/>
      <p:bold r:id="rId14"/>
      <p:italic r:id="rId15"/>
      <p:boldItalic r:id="rId16"/>
    </p:embeddedFont>
    <p:embeddedFont>
      <p:font typeface="Lilita One"/>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RobotoCondensed-regular.fntdata"/><Relationship Id="rId12" Type="http://schemas.openxmlformats.org/officeDocument/2006/relationships/slide" Target="slides/slide8.xml"/><Relationship Id="rId15" Type="http://schemas.openxmlformats.org/officeDocument/2006/relationships/font" Target="fonts/RobotoCondensed-italic.fntdata"/><Relationship Id="rId14" Type="http://schemas.openxmlformats.org/officeDocument/2006/relationships/font" Target="fonts/RobotoCondensed-bold.fntdata"/><Relationship Id="rId17" Type="http://schemas.openxmlformats.org/officeDocument/2006/relationships/font" Target="fonts/LilitaOne-regular.fntdata"/><Relationship Id="rId16" Type="http://schemas.openxmlformats.org/officeDocument/2006/relationships/font" Target="fonts/RobotoCondense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edd91288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edd91288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f05009bfb3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f05009bfb3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f1185a6a52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f1185a6a52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330404"/>
                </a:solidFill>
                <a:latin typeface="Roboto Condensed"/>
                <a:ea typeface="Roboto Condensed"/>
                <a:cs typeface="Roboto Condensed"/>
                <a:sym typeface="Roboto Condensed"/>
              </a:rPr>
              <a:t>AI in the field of physical therapy has increased exponentially in recent years. From starting as an assistant in keeping medical records to taking detailed notes to evaluating movement and predicting recovery time periods, there is no doubt that AI is advancing and forming an impact of effectiveness and efficiency in the field. Tools like Kaia Health and Physitrack have been developed further by AI and can guide patients in exercises virtually through their mobile device. As these models advance deeper into therapists’ territory, there is mystery about if AI enhances or threatens to replace the role of human therapists. As someone who is interested in pursuing this field, I want to know if AI will enhance or steal my job.</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f05009bfb3_1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f05009bfb3_1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f1185a6a52_1_1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f1185a6a52_1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f1185a6a52_1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f1185a6a52_1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ctr">
              <a:spcBef>
                <a:spcPts val="0"/>
              </a:spcBef>
              <a:spcAft>
                <a:spcPts val="0"/>
              </a:spcAft>
              <a:buClr>
                <a:schemeClr val="dk1"/>
              </a:buClr>
              <a:buSzPts val="1100"/>
              <a:buFont typeface="Arial"/>
              <a:buNone/>
            </a:pPr>
            <a:r>
              <a:rPr lang="en" sz="1700">
                <a:solidFill>
                  <a:srgbClr val="330404"/>
                </a:solidFill>
                <a:latin typeface="Roboto Condensed"/>
                <a:ea typeface="Roboto Condensed"/>
                <a:cs typeface="Roboto Condensed"/>
                <a:sym typeface="Roboto Condensed"/>
              </a:rPr>
              <a:t>While AI models have proven extremely beneficial in taking notes, handling medical records, and predicting outcomes, a human element is key to rehabilitation. Models like Noterro have become widely adopted for tracking medical records, however, anyone who has received care knows how crucial it is to have trust in your doctor. In my time at my internship, it is clear that my mentor’s patients seem comfortable and relaxed while being treated despite the use of cupping, scraping, and needling, since they can maintain a conversation and feel safe with their therapist. I could not imagine any of these patients willingly having AI take any of these roles. Additionally, when a patient feels pain during table work, they trust that the therapist knows what they are doing, while if an AI bot inflicted pain that would likely cause the patient to escalate the situation.</a:t>
            </a:r>
            <a:endParaRPr sz="1700">
              <a:solidFill>
                <a:srgbClr val="330404"/>
              </a:solidFill>
              <a:latin typeface="Roboto Condensed"/>
              <a:ea typeface="Roboto Condensed"/>
              <a:cs typeface="Roboto Condensed"/>
              <a:sym typeface="Roboto Condensed"/>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f1185a6a52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f1185a6a52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f1185a6a52_1_40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f1185a6a52_1_40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180800" y="1061388"/>
            <a:ext cx="6782400" cy="23724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SzPts val="5200"/>
              <a:buNone/>
              <a:defRPr sz="44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77500" y="3707162"/>
            <a:ext cx="3789000" cy="331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956944" y="549592"/>
            <a:ext cx="796576" cy="499302"/>
            <a:chOff x="-3919425" y="-1567975"/>
            <a:chExt cx="1359113" cy="851906"/>
          </a:xfrm>
        </p:grpSpPr>
        <p:sp>
          <p:nvSpPr>
            <p:cNvPr id="13" name="Google Shape;13;p2"/>
            <p:cNvSpPr/>
            <p:nvPr/>
          </p:nvSpPr>
          <p:spPr>
            <a:xfrm>
              <a:off x="-3902459" y="-1396068"/>
              <a:ext cx="792969" cy="662561"/>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296172" y="-1550063"/>
              <a:ext cx="701932" cy="64660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257628" y="-1387496"/>
              <a:ext cx="658778" cy="482910"/>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995393" y="-1494376"/>
              <a:ext cx="291614" cy="194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3891641" y="-1273344"/>
              <a:ext cx="782151" cy="539838"/>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3762060" y="-1222860"/>
              <a:ext cx="319339" cy="211041"/>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3919425" y="-1567975"/>
              <a:ext cx="1359113" cy="851906"/>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885852" y="-1200337"/>
              <a:ext cx="237642" cy="175394"/>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3850024" y="-1214761"/>
              <a:ext cx="166645" cy="168241"/>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3668007" y="-1235806"/>
              <a:ext cx="30917" cy="15606"/>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2929065" y="-1020744"/>
              <a:ext cx="33991" cy="13183"/>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2"/>
          <p:cNvSpPr/>
          <p:nvPr/>
        </p:nvSpPr>
        <p:spPr>
          <a:xfrm>
            <a:off x="367467" y="4665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2"/>
          <p:cNvGrpSpPr/>
          <p:nvPr/>
        </p:nvGrpSpPr>
        <p:grpSpPr>
          <a:xfrm>
            <a:off x="6648610" y="287802"/>
            <a:ext cx="690794" cy="660893"/>
            <a:chOff x="4058550" y="928275"/>
            <a:chExt cx="427975" cy="409450"/>
          </a:xfrm>
        </p:grpSpPr>
        <p:sp>
          <p:nvSpPr>
            <p:cNvPr id="26" name="Google Shape;26;p2"/>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 name="Google Shape;29;p2"/>
          <p:cNvSpPr/>
          <p:nvPr/>
        </p:nvSpPr>
        <p:spPr>
          <a:xfrm>
            <a:off x="8293967" y="4481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4711892" y="4022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
          <p:cNvSpPr txBox="1"/>
          <p:nvPr>
            <p:ph type="title"/>
          </p:nvPr>
        </p:nvSpPr>
        <p:spPr>
          <a:xfrm>
            <a:off x="2900250" y="2645900"/>
            <a:ext cx="3343500" cy="75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 name="Google Shape;33;p3"/>
          <p:cNvSpPr txBox="1"/>
          <p:nvPr>
            <p:ph hasCustomPrompt="1" idx="2" type="title"/>
          </p:nvPr>
        </p:nvSpPr>
        <p:spPr>
          <a:xfrm>
            <a:off x="3990150" y="1356800"/>
            <a:ext cx="1163700" cy="633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0000"/>
              <a:buNone/>
              <a:defRPr sz="72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34" name="Google Shape;34;p3"/>
          <p:cNvSpPr txBox="1"/>
          <p:nvPr>
            <p:ph idx="1" type="subTitle"/>
          </p:nvPr>
        </p:nvSpPr>
        <p:spPr>
          <a:xfrm>
            <a:off x="2577600" y="3690250"/>
            <a:ext cx="3988800" cy="331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35" name="Google Shape;35;p3"/>
          <p:cNvSpPr/>
          <p:nvPr/>
        </p:nvSpPr>
        <p:spPr>
          <a:xfrm>
            <a:off x="367467" y="4665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 name="Shape 36"/>
        <p:cNvGrpSpPr/>
        <p:nvPr/>
      </p:nvGrpSpPr>
      <p:grpSpPr>
        <a:xfrm>
          <a:off x="0" y="0"/>
          <a:ext cx="0" cy="0"/>
          <a:chOff x="0" y="0"/>
          <a:chExt cx="0" cy="0"/>
        </a:xfrm>
      </p:grpSpPr>
      <p:sp>
        <p:nvSpPr>
          <p:cNvPr id="37" name="Google Shape;37;p4"/>
          <p:cNvSpPr txBox="1"/>
          <p:nvPr>
            <p:ph idx="1" type="subTitle"/>
          </p:nvPr>
        </p:nvSpPr>
        <p:spPr>
          <a:xfrm>
            <a:off x="714300" y="1206800"/>
            <a:ext cx="7715400" cy="339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sz="1200"/>
            </a:lvl1pPr>
            <a:lvl2pPr lvl="1" rtl="0">
              <a:lnSpc>
                <a:spcPct val="100000"/>
              </a:lnSpc>
              <a:spcBef>
                <a:spcPts val="0"/>
              </a:spcBef>
              <a:spcAft>
                <a:spcPts val="0"/>
              </a:spcAft>
              <a:buClr>
                <a:srgbClr val="434343"/>
              </a:buClr>
              <a:buSzPts val="1200"/>
              <a:buFont typeface="Roboto Condensed Light"/>
              <a:buAutoNum type="alphaLcPeriod"/>
              <a:defRPr sz="1200"/>
            </a:lvl2pPr>
            <a:lvl3pPr lvl="2" rtl="0">
              <a:lnSpc>
                <a:spcPct val="100000"/>
              </a:lnSpc>
              <a:spcBef>
                <a:spcPts val="0"/>
              </a:spcBef>
              <a:spcAft>
                <a:spcPts val="0"/>
              </a:spcAft>
              <a:buClr>
                <a:srgbClr val="434343"/>
              </a:buClr>
              <a:buSzPts val="1200"/>
              <a:buFont typeface="Roboto Condensed Light"/>
              <a:buAutoNum type="romanLcPeriod"/>
              <a:defRPr sz="1200"/>
            </a:lvl3pPr>
            <a:lvl4pPr lvl="3" rtl="0">
              <a:lnSpc>
                <a:spcPct val="100000"/>
              </a:lnSpc>
              <a:spcBef>
                <a:spcPts val="0"/>
              </a:spcBef>
              <a:spcAft>
                <a:spcPts val="0"/>
              </a:spcAft>
              <a:buClr>
                <a:srgbClr val="434343"/>
              </a:buClr>
              <a:buSzPts val="1200"/>
              <a:buFont typeface="Roboto Condensed Light"/>
              <a:buAutoNum type="arabicPeriod"/>
              <a:defRPr sz="1200"/>
            </a:lvl4pPr>
            <a:lvl5pPr lvl="4" rtl="0">
              <a:lnSpc>
                <a:spcPct val="100000"/>
              </a:lnSpc>
              <a:spcBef>
                <a:spcPts val="0"/>
              </a:spcBef>
              <a:spcAft>
                <a:spcPts val="0"/>
              </a:spcAft>
              <a:buClr>
                <a:srgbClr val="434343"/>
              </a:buClr>
              <a:buSzPts val="1200"/>
              <a:buFont typeface="Roboto Condensed Light"/>
              <a:buAutoNum type="alphaLcPeriod"/>
              <a:defRPr sz="1200"/>
            </a:lvl5pPr>
            <a:lvl6pPr lvl="5" rtl="0">
              <a:lnSpc>
                <a:spcPct val="100000"/>
              </a:lnSpc>
              <a:spcBef>
                <a:spcPts val="0"/>
              </a:spcBef>
              <a:spcAft>
                <a:spcPts val="0"/>
              </a:spcAft>
              <a:buClr>
                <a:srgbClr val="434343"/>
              </a:buClr>
              <a:buSzPts val="1200"/>
              <a:buFont typeface="Roboto Condensed Light"/>
              <a:buAutoNum type="romanLcPeriod"/>
              <a:defRPr sz="1200"/>
            </a:lvl6pPr>
            <a:lvl7pPr lvl="6" rtl="0">
              <a:lnSpc>
                <a:spcPct val="100000"/>
              </a:lnSpc>
              <a:spcBef>
                <a:spcPts val="0"/>
              </a:spcBef>
              <a:spcAft>
                <a:spcPts val="0"/>
              </a:spcAft>
              <a:buClr>
                <a:srgbClr val="434343"/>
              </a:buClr>
              <a:buSzPts val="1200"/>
              <a:buFont typeface="Roboto Condensed Light"/>
              <a:buAutoNum type="arabicPeriod"/>
              <a:defRPr sz="1200"/>
            </a:lvl7pPr>
            <a:lvl8pPr lvl="7" rtl="0">
              <a:lnSpc>
                <a:spcPct val="100000"/>
              </a:lnSpc>
              <a:spcBef>
                <a:spcPts val="0"/>
              </a:spcBef>
              <a:spcAft>
                <a:spcPts val="0"/>
              </a:spcAft>
              <a:buClr>
                <a:srgbClr val="434343"/>
              </a:buClr>
              <a:buSzPts val="1200"/>
              <a:buFont typeface="Roboto Condensed Light"/>
              <a:buAutoNum type="alphaLcPeriod"/>
              <a:defRPr sz="1200"/>
            </a:lvl8pPr>
            <a:lvl9pPr lvl="8" rtl="0">
              <a:lnSpc>
                <a:spcPct val="100000"/>
              </a:lnSpc>
              <a:spcBef>
                <a:spcPts val="0"/>
              </a:spcBef>
              <a:spcAft>
                <a:spcPts val="0"/>
              </a:spcAft>
              <a:buClr>
                <a:srgbClr val="434343"/>
              </a:buClr>
              <a:buSzPts val="1200"/>
              <a:buFont typeface="Roboto Condensed Light"/>
              <a:buAutoNum type="romanLcPeriod"/>
              <a:defRPr sz="1200"/>
            </a:lvl9pPr>
          </a:lstStyle>
          <a:p/>
        </p:txBody>
      </p:sp>
      <p:sp>
        <p:nvSpPr>
          <p:cNvPr id="38" name="Google Shape;38;p4"/>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 name="Google Shape;39;p4"/>
          <p:cNvGrpSpPr/>
          <p:nvPr/>
        </p:nvGrpSpPr>
        <p:grpSpPr>
          <a:xfrm rot="-2700000">
            <a:off x="8215711" y="459946"/>
            <a:ext cx="427971" cy="409446"/>
            <a:chOff x="4058550" y="928275"/>
            <a:chExt cx="427975" cy="409450"/>
          </a:xfrm>
        </p:grpSpPr>
        <p:sp>
          <p:nvSpPr>
            <p:cNvPr id="40" name="Google Shape;40;p4"/>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4"/>
          <p:cNvSpPr/>
          <p:nvPr/>
        </p:nvSpPr>
        <p:spPr>
          <a:xfrm>
            <a:off x="1613767" y="2643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265042" y="26105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8702892" y="21385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3956592" y="47326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 name="Google Shape;47;p4"/>
          <p:cNvGrpSpPr/>
          <p:nvPr/>
        </p:nvGrpSpPr>
        <p:grpSpPr>
          <a:xfrm>
            <a:off x="7728339" y="4304035"/>
            <a:ext cx="483122" cy="468002"/>
            <a:chOff x="-1830642" y="-1141753"/>
            <a:chExt cx="1178635" cy="1141747"/>
          </a:xfrm>
        </p:grpSpPr>
        <p:sp>
          <p:nvSpPr>
            <p:cNvPr id="48" name="Google Shape;48;p4"/>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 name="Google Shape;59;p4"/>
          <p:cNvGrpSpPr/>
          <p:nvPr/>
        </p:nvGrpSpPr>
        <p:grpSpPr>
          <a:xfrm rot="-2700000">
            <a:off x="397486" y="361581"/>
            <a:ext cx="633634" cy="606207"/>
            <a:chOff x="4058550" y="928275"/>
            <a:chExt cx="427975" cy="409450"/>
          </a:xfrm>
        </p:grpSpPr>
        <p:sp>
          <p:nvSpPr>
            <p:cNvPr id="60" name="Google Shape;60;p4"/>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5"/>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 name="Google Shape;65;p5"/>
          <p:cNvSpPr txBox="1"/>
          <p:nvPr>
            <p:ph idx="1" type="subTitle"/>
          </p:nvPr>
        </p:nvSpPr>
        <p:spPr>
          <a:xfrm>
            <a:off x="4998341" y="1502788"/>
            <a:ext cx="3038700" cy="74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66" name="Google Shape;66;p5"/>
          <p:cNvSpPr txBox="1"/>
          <p:nvPr>
            <p:ph idx="2" type="title"/>
          </p:nvPr>
        </p:nvSpPr>
        <p:spPr>
          <a:xfrm>
            <a:off x="4998340" y="2260413"/>
            <a:ext cx="3038700" cy="387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67" name="Google Shape;67;p5"/>
          <p:cNvSpPr txBox="1"/>
          <p:nvPr>
            <p:ph idx="3" type="subTitle"/>
          </p:nvPr>
        </p:nvSpPr>
        <p:spPr>
          <a:xfrm>
            <a:off x="4998341" y="3065588"/>
            <a:ext cx="3038700" cy="74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68" name="Google Shape;68;p5"/>
          <p:cNvSpPr txBox="1"/>
          <p:nvPr>
            <p:ph idx="4" type="title"/>
          </p:nvPr>
        </p:nvSpPr>
        <p:spPr>
          <a:xfrm>
            <a:off x="4998345" y="3823213"/>
            <a:ext cx="3038700" cy="387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grpSp>
        <p:nvGrpSpPr>
          <p:cNvPr id="69" name="Google Shape;69;p5"/>
          <p:cNvGrpSpPr/>
          <p:nvPr/>
        </p:nvGrpSpPr>
        <p:grpSpPr>
          <a:xfrm rot="5714365">
            <a:off x="454159" y="219152"/>
            <a:ext cx="690813" cy="660911"/>
            <a:chOff x="4058550" y="928275"/>
            <a:chExt cx="427975" cy="409450"/>
          </a:xfrm>
        </p:grpSpPr>
        <p:sp>
          <p:nvSpPr>
            <p:cNvPr id="70" name="Google Shape;70;p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p:nvPr/>
        </p:nvSpPr>
        <p:spPr>
          <a:xfrm>
            <a:off x="7842267" y="2196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 name="Google Shape;74;p5"/>
          <p:cNvGrpSpPr/>
          <p:nvPr/>
        </p:nvGrpSpPr>
        <p:grpSpPr>
          <a:xfrm rot="-4996506">
            <a:off x="585579" y="4302256"/>
            <a:ext cx="427966" cy="409442"/>
            <a:chOff x="4058550" y="928275"/>
            <a:chExt cx="427975" cy="409450"/>
          </a:xfrm>
        </p:grpSpPr>
        <p:sp>
          <p:nvSpPr>
            <p:cNvPr id="75" name="Google Shape;75;p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5"/>
          <p:cNvGrpSpPr/>
          <p:nvPr/>
        </p:nvGrpSpPr>
        <p:grpSpPr>
          <a:xfrm rot="129307">
            <a:off x="8084298" y="756593"/>
            <a:ext cx="690812" cy="660910"/>
            <a:chOff x="4058550" y="928275"/>
            <a:chExt cx="427975" cy="409450"/>
          </a:xfrm>
        </p:grpSpPr>
        <p:sp>
          <p:nvSpPr>
            <p:cNvPr id="79" name="Google Shape;79;p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5"/>
          <p:cNvSpPr/>
          <p:nvPr/>
        </p:nvSpPr>
        <p:spPr>
          <a:xfrm>
            <a:off x="311867" y="14302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78292" y="34551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2178517" y="15296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6"/>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87" name="Google Shape;87;p6"/>
          <p:cNvGrpSpPr/>
          <p:nvPr/>
        </p:nvGrpSpPr>
        <p:grpSpPr>
          <a:xfrm rot="2027370">
            <a:off x="8153432" y="78316"/>
            <a:ext cx="690817" cy="660915"/>
            <a:chOff x="4058550" y="928275"/>
            <a:chExt cx="427975" cy="409450"/>
          </a:xfrm>
        </p:grpSpPr>
        <p:sp>
          <p:nvSpPr>
            <p:cNvPr id="88" name="Google Shape;88;p6"/>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6"/>
          <p:cNvGrpSpPr/>
          <p:nvPr/>
        </p:nvGrpSpPr>
        <p:grpSpPr>
          <a:xfrm rot="5714365">
            <a:off x="-179129" y="1200639"/>
            <a:ext cx="690813" cy="660911"/>
            <a:chOff x="4058550" y="928275"/>
            <a:chExt cx="427975" cy="409450"/>
          </a:xfrm>
        </p:grpSpPr>
        <p:sp>
          <p:nvSpPr>
            <p:cNvPr id="92" name="Google Shape;92;p6"/>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6"/>
          <p:cNvGrpSpPr/>
          <p:nvPr/>
        </p:nvGrpSpPr>
        <p:grpSpPr>
          <a:xfrm rot="-3706308">
            <a:off x="2028461" y="194964"/>
            <a:ext cx="427989" cy="409464"/>
            <a:chOff x="4058550" y="928275"/>
            <a:chExt cx="427975" cy="409450"/>
          </a:xfrm>
        </p:grpSpPr>
        <p:sp>
          <p:nvSpPr>
            <p:cNvPr id="96" name="Google Shape;96;p6"/>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6"/>
          <p:cNvSpPr/>
          <p:nvPr/>
        </p:nvSpPr>
        <p:spPr>
          <a:xfrm>
            <a:off x="457717" y="1709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1340842" y="6822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829942" y="1709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8776767" y="10259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sp>
        <p:nvSpPr>
          <p:cNvPr id="104" name="Google Shape;104;p7"/>
          <p:cNvSpPr txBox="1"/>
          <p:nvPr>
            <p:ph idx="1" type="subTitle"/>
          </p:nvPr>
        </p:nvSpPr>
        <p:spPr>
          <a:xfrm>
            <a:off x="2226450" y="1654475"/>
            <a:ext cx="4691100" cy="214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p:txBody>
      </p:sp>
      <p:sp>
        <p:nvSpPr>
          <p:cNvPr id="105" name="Google Shape;105;p7"/>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6" name="Google Shape;106;p7"/>
          <p:cNvGrpSpPr/>
          <p:nvPr/>
        </p:nvGrpSpPr>
        <p:grpSpPr>
          <a:xfrm flipH="1" rot="2354599">
            <a:off x="399532" y="3050380"/>
            <a:ext cx="1402543" cy="1974813"/>
            <a:chOff x="3684725" y="1721225"/>
            <a:chExt cx="932300" cy="1312700"/>
          </a:xfrm>
        </p:grpSpPr>
        <p:sp>
          <p:nvSpPr>
            <p:cNvPr id="107" name="Google Shape;107;p7"/>
            <p:cNvSpPr/>
            <p:nvPr/>
          </p:nvSpPr>
          <p:spPr>
            <a:xfrm>
              <a:off x="4266650" y="2186175"/>
              <a:ext cx="260975" cy="315125"/>
            </a:xfrm>
            <a:custGeom>
              <a:rect b="b" l="l" r="r" t="t"/>
              <a:pathLst>
                <a:path extrusionOk="0" h="12605" w="10439">
                  <a:moveTo>
                    <a:pt x="10387" y="0"/>
                  </a:moveTo>
                  <a:cubicBezTo>
                    <a:pt x="7307" y="3132"/>
                    <a:pt x="3732" y="5820"/>
                    <a:pt x="262" y="8429"/>
                  </a:cubicBezTo>
                  <a:lnTo>
                    <a:pt x="79" y="8560"/>
                  </a:lnTo>
                  <a:lnTo>
                    <a:pt x="27" y="8560"/>
                  </a:lnTo>
                  <a:cubicBezTo>
                    <a:pt x="27" y="8560"/>
                    <a:pt x="27" y="8586"/>
                    <a:pt x="27" y="8586"/>
                  </a:cubicBezTo>
                  <a:cubicBezTo>
                    <a:pt x="1" y="8586"/>
                    <a:pt x="1" y="8612"/>
                    <a:pt x="27" y="8612"/>
                  </a:cubicBezTo>
                  <a:cubicBezTo>
                    <a:pt x="27" y="8612"/>
                    <a:pt x="992" y="11691"/>
                    <a:pt x="1253" y="12579"/>
                  </a:cubicBezTo>
                  <a:cubicBezTo>
                    <a:pt x="1253" y="12579"/>
                    <a:pt x="1279" y="12605"/>
                    <a:pt x="1279" y="12605"/>
                  </a:cubicBezTo>
                  <a:lnTo>
                    <a:pt x="1331" y="12605"/>
                  </a:lnTo>
                  <a:cubicBezTo>
                    <a:pt x="3054" y="11300"/>
                    <a:pt x="4437" y="10204"/>
                    <a:pt x="5689" y="9186"/>
                  </a:cubicBezTo>
                  <a:cubicBezTo>
                    <a:pt x="6629" y="8429"/>
                    <a:pt x="7516" y="7568"/>
                    <a:pt x="8325" y="6655"/>
                  </a:cubicBezTo>
                  <a:cubicBezTo>
                    <a:pt x="8638" y="6237"/>
                    <a:pt x="8899" y="5768"/>
                    <a:pt x="9134" y="5298"/>
                  </a:cubicBezTo>
                  <a:cubicBezTo>
                    <a:pt x="9943" y="3654"/>
                    <a:pt x="10387" y="1879"/>
                    <a:pt x="10439" y="53"/>
                  </a:cubicBezTo>
                  <a:cubicBezTo>
                    <a:pt x="10439" y="26"/>
                    <a:pt x="10439" y="0"/>
                    <a:pt x="104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4235325" y="2091075"/>
              <a:ext cx="292950" cy="305200"/>
            </a:xfrm>
            <a:custGeom>
              <a:rect b="b" l="l" r="r" t="t"/>
              <a:pathLst>
                <a:path extrusionOk="0" h="12208" w="11718">
                  <a:moveTo>
                    <a:pt x="11173" y="1"/>
                  </a:moveTo>
                  <a:cubicBezTo>
                    <a:pt x="11170" y="1"/>
                    <a:pt x="11170" y="7"/>
                    <a:pt x="11170" y="20"/>
                  </a:cubicBezTo>
                  <a:cubicBezTo>
                    <a:pt x="8430" y="2134"/>
                    <a:pt x="5585" y="4222"/>
                    <a:pt x="2845" y="6231"/>
                  </a:cubicBezTo>
                  <a:lnTo>
                    <a:pt x="1" y="8345"/>
                  </a:lnTo>
                  <a:cubicBezTo>
                    <a:pt x="1" y="8371"/>
                    <a:pt x="1" y="8371"/>
                    <a:pt x="1" y="8397"/>
                  </a:cubicBezTo>
                  <a:lnTo>
                    <a:pt x="1175" y="12181"/>
                  </a:lnTo>
                  <a:cubicBezTo>
                    <a:pt x="1201" y="12207"/>
                    <a:pt x="1201" y="12207"/>
                    <a:pt x="1201" y="12207"/>
                  </a:cubicBezTo>
                  <a:lnTo>
                    <a:pt x="1227" y="12181"/>
                  </a:lnTo>
                  <a:cubicBezTo>
                    <a:pt x="1241" y="12194"/>
                    <a:pt x="1247" y="12201"/>
                    <a:pt x="1254" y="12201"/>
                  </a:cubicBezTo>
                  <a:cubicBezTo>
                    <a:pt x="1260" y="12201"/>
                    <a:pt x="1267" y="12194"/>
                    <a:pt x="1280" y="12181"/>
                  </a:cubicBezTo>
                  <a:lnTo>
                    <a:pt x="1436" y="12051"/>
                  </a:lnTo>
                  <a:cubicBezTo>
                    <a:pt x="4959" y="9415"/>
                    <a:pt x="8613" y="6675"/>
                    <a:pt x="11718" y="3465"/>
                  </a:cubicBezTo>
                  <a:cubicBezTo>
                    <a:pt x="11718" y="3465"/>
                    <a:pt x="11718" y="3439"/>
                    <a:pt x="11718" y="3439"/>
                  </a:cubicBezTo>
                  <a:cubicBezTo>
                    <a:pt x="11718" y="2291"/>
                    <a:pt x="11535" y="1143"/>
                    <a:pt x="11222" y="47"/>
                  </a:cubicBezTo>
                  <a:cubicBezTo>
                    <a:pt x="11222" y="20"/>
                    <a:pt x="11196" y="20"/>
                    <a:pt x="11196" y="20"/>
                  </a:cubicBezTo>
                  <a:cubicBezTo>
                    <a:pt x="11183" y="7"/>
                    <a:pt x="11177" y="1"/>
                    <a:pt x="1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4044850" y="1727125"/>
              <a:ext cx="568250" cy="362525"/>
            </a:xfrm>
            <a:custGeom>
              <a:rect b="b" l="l" r="r" t="t"/>
              <a:pathLst>
                <a:path extrusionOk="0" h="14501" w="22730">
                  <a:moveTo>
                    <a:pt x="11439" y="0"/>
                  </a:moveTo>
                  <a:cubicBezTo>
                    <a:pt x="8188" y="0"/>
                    <a:pt x="5030" y="1414"/>
                    <a:pt x="2844" y="3983"/>
                  </a:cubicBezTo>
                  <a:cubicBezTo>
                    <a:pt x="1644" y="5445"/>
                    <a:pt x="705" y="7089"/>
                    <a:pt x="26" y="8863"/>
                  </a:cubicBezTo>
                  <a:cubicBezTo>
                    <a:pt x="0" y="8863"/>
                    <a:pt x="26" y="8890"/>
                    <a:pt x="26" y="8916"/>
                  </a:cubicBezTo>
                  <a:lnTo>
                    <a:pt x="52" y="8890"/>
                  </a:lnTo>
                  <a:lnTo>
                    <a:pt x="78" y="8890"/>
                  </a:lnTo>
                  <a:cubicBezTo>
                    <a:pt x="1540" y="6645"/>
                    <a:pt x="3680" y="4923"/>
                    <a:pt x="6185" y="3983"/>
                  </a:cubicBezTo>
                  <a:cubicBezTo>
                    <a:pt x="7441" y="3533"/>
                    <a:pt x="8748" y="3304"/>
                    <a:pt x="10056" y="3304"/>
                  </a:cubicBezTo>
                  <a:cubicBezTo>
                    <a:pt x="11247" y="3304"/>
                    <a:pt x="12439" y="3494"/>
                    <a:pt x="13596" y="3879"/>
                  </a:cubicBezTo>
                  <a:lnTo>
                    <a:pt x="13648" y="3879"/>
                  </a:lnTo>
                  <a:cubicBezTo>
                    <a:pt x="15945" y="4636"/>
                    <a:pt x="18006" y="6019"/>
                    <a:pt x="19546" y="7898"/>
                  </a:cubicBezTo>
                  <a:cubicBezTo>
                    <a:pt x="21033" y="9777"/>
                    <a:pt x="21920" y="12073"/>
                    <a:pt x="22077" y="14474"/>
                  </a:cubicBezTo>
                  <a:cubicBezTo>
                    <a:pt x="22077" y="14474"/>
                    <a:pt x="22103" y="14500"/>
                    <a:pt x="22129" y="14500"/>
                  </a:cubicBezTo>
                  <a:cubicBezTo>
                    <a:pt x="22129" y="14500"/>
                    <a:pt x="22155" y="14474"/>
                    <a:pt x="22155" y="14474"/>
                  </a:cubicBezTo>
                  <a:cubicBezTo>
                    <a:pt x="22729" y="11212"/>
                    <a:pt x="22677" y="6593"/>
                    <a:pt x="19180" y="3148"/>
                  </a:cubicBezTo>
                  <a:cubicBezTo>
                    <a:pt x="17980" y="1974"/>
                    <a:pt x="16545" y="1061"/>
                    <a:pt x="14953" y="565"/>
                  </a:cubicBezTo>
                  <a:cubicBezTo>
                    <a:pt x="13797" y="184"/>
                    <a:pt x="12612" y="0"/>
                    <a:pt x="114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4004400" y="1814550"/>
              <a:ext cx="590425" cy="498200"/>
            </a:xfrm>
            <a:custGeom>
              <a:rect b="b" l="l" r="r" t="t"/>
              <a:pathLst>
                <a:path extrusionOk="0" h="19928" w="23617">
                  <a:moveTo>
                    <a:pt x="11645" y="0"/>
                  </a:moveTo>
                  <a:cubicBezTo>
                    <a:pt x="10251" y="0"/>
                    <a:pt x="8859" y="255"/>
                    <a:pt x="7542" y="774"/>
                  </a:cubicBezTo>
                  <a:cubicBezTo>
                    <a:pt x="4906" y="1817"/>
                    <a:pt x="2792" y="3775"/>
                    <a:pt x="1200" y="6593"/>
                  </a:cubicBezTo>
                  <a:cubicBezTo>
                    <a:pt x="1018" y="7115"/>
                    <a:pt x="861" y="7663"/>
                    <a:pt x="731" y="8211"/>
                  </a:cubicBezTo>
                  <a:cubicBezTo>
                    <a:pt x="287" y="9933"/>
                    <a:pt x="52" y="11708"/>
                    <a:pt x="0" y="13482"/>
                  </a:cubicBezTo>
                  <a:cubicBezTo>
                    <a:pt x="0" y="13508"/>
                    <a:pt x="0" y="13508"/>
                    <a:pt x="26" y="13508"/>
                  </a:cubicBezTo>
                  <a:lnTo>
                    <a:pt x="26" y="13534"/>
                  </a:lnTo>
                  <a:cubicBezTo>
                    <a:pt x="52" y="13534"/>
                    <a:pt x="78" y="13508"/>
                    <a:pt x="78" y="13482"/>
                  </a:cubicBezTo>
                  <a:cubicBezTo>
                    <a:pt x="365" y="12021"/>
                    <a:pt x="913" y="10612"/>
                    <a:pt x="1696" y="9359"/>
                  </a:cubicBezTo>
                  <a:cubicBezTo>
                    <a:pt x="2636" y="7793"/>
                    <a:pt x="4750" y="5053"/>
                    <a:pt x="8064" y="4114"/>
                  </a:cubicBezTo>
                  <a:cubicBezTo>
                    <a:pt x="8981" y="3864"/>
                    <a:pt x="9920" y="3739"/>
                    <a:pt x="10856" y="3739"/>
                  </a:cubicBezTo>
                  <a:cubicBezTo>
                    <a:pt x="11970" y="3739"/>
                    <a:pt x="13080" y="3916"/>
                    <a:pt x="14144" y="4270"/>
                  </a:cubicBezTo>
                  <a:cubicBezTo>
                    <a:pt x="15240" y="4610"/>
                    <a:pt x="16284" y="5158"/>
                    <a:pt x="17197" y="5888"/>
                  </a:cubicBezTo>
                  <a:cubicBezTo>
                    <a:pt x="21085" y="8968"/>
                    <a:pt x="22260" y="14970"/>
                    <a:pt x="19989" y="19876"/>
                  </a:cubicBezTo>
                  <a:cubicBezTo>
                    <a:pt x="19989" y="19902"/>
                    <a:pt x="19989" y="19902"/>
                    <a:pt x="19989" y="19928"/>
                  </a:cubicBezTo>
                  <a:cubicBezTo>
                    <a:pt x="20016" y="19928"/>
                    <a:pt x="20042" y="19928"/>
                    <a:pt x="20042" y="19902"/>
                  </a:cubicBezTo>
                  <a:cubicBezTo>
                    <a:pt x="21164" y="18284"/>
                    <a:pt x="22077" y="16535"/>
                    <a:pt x="22756" y="14683"/>
                  </a:cubicBezTo>
                  <a:cubicBezTo>
                    <a:pt x="23095" y="13821"/>
                    <a:pt x="23356" y="12908"/>
                    <a:pt x="23565" y="12021"/>
                  </a:cubicBezTo>
                  <a:cubicBezTo>
                    <a:pt x="23617" y="9203"/>
                    <a:pt x="22651" y="6462"/>
                    <a:pt x="20851" y="4296"/>
                  </a:cubicBezTo>
                  <a:cubicBezTo>
                    <a:pt x="19363" y="2600"/>
                    <a:pt x="17458" y="1322"/>
                    <a:pt x="15318" y="591"/>
                  </a:cubicBezTo>
                  <a:lnTo>
                    <a:pt x="15214" y="565"/>
                  </a:lnTo>
                  <a:cubicBezTo>
                    <a:pt x="14054" y="190"/>
                    <a:pt x="12848" y="0"/>
                    <a:pt x="116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3690575" y="2431625"/>
              <a:ext cx="396050" cy="342375"/>
            </a:xfrm>
            <a:custGeom>
              <a:rect b="b" l="l" r="r" t="t"/>
              <a:pathLst>
                <a:path extrusionOk="0" h="13695" w="15842">
                  <a:moveTo>
                    <a:pt x="14628" y="1"/>
                  </a:moveTo>
                  <a:cubicBezTo>
                    <a:pt x="14621" y="1"/>
                    <a:pt x="14615" y="7"/>
                    <a:pt x="14615" y="20"/>
                  </a:cubicBezTo>
                  <a:cubicBezTo>
                    <a:pt x="11822" y="2056"/>
                    <a:pt x="8560" y="4457"/>
                    <a:pt x="5298" y="6779"/>
                  </a:cubicBezTo>
                  <a:cubicBezTo>
                    <a:pt x="4907" y="7040"/>
                    <a:pt x="4516" y="7327"/>
                    <a:pt x="4124" y="7614"/>
                  </a:cubicBezTo>
                  <a:cubicBezTo>
                    <a:pt x="2793" y="8606"/>
                    <a:pt x="1436" y="9519"/>
                    <a:pt x="1" y="10354"/>
                  </a:cubicBezTo>
                  <a:cubicBezTo>
                    <a:pt x="1" y="10381"/>
                    <a:pt x="1" y="10407"/>
                    <a:pt x="1" y="10407"/>
                  </a:cubicBezTo>
                  <a:cubicBezTo>
                    <a:pt x="575" y="11477"/>
                    <a:pt x="1123" y="12520"/>
                    <a:pt x="1697" y="13669"/>
                  </a:cubicBezTo>
                  <a:cubicBezTo>
                    <a:pt x="1697" y="13695"/>
                    <a:pt x="1697" y="13695"/>
                    <a:pt x="1723" y="13695"/>
                  </a:cubicBezTo>
                  <a:lnTo>
                    <a:pt x="1749" y="13695"/>
                  </a:lnTo>
                  <a:cubicBezTo>
                    <a:pt x="6760" y="10250"/>
                    <a:pt x="11353" y="7040"/>
                    <a:pt x="15763" y="3883"/>
                  </a:cubicBezTo>
                  <a:lnTo>
                    <a:pt x="15815" y="3857"/>
                  </a:lnTo>
                  <a:cubicBezTo>
                    <a:pt x="15815" y="3857"/>
                    <a:pt x="15815" y="3857"/>
                    <a:pt x="15841" y="3830"/>
                  </a:cubicBezTo>
                  <a:cubicBezTo>
                    <a:pt x="15841" y="3830"/>
                    <a:pt x="15841" y="3830"/>
                    <a:pt x="15841" y="3804"/>
                  </a:cubicBezTo>
                  <a:cubicBezTo>
                    <a:pt x="15398" y="2473"/>
                    <a:pt x="15032" y="1247"/>
                    <a:pt x="14667" y="47"/>
                  </a:cubicBezTo>
                  <a:cubicBezTo>
                    <a:pt x="14667" y="20"/>
                    <a:pt x="14641" y="20"/>
                    <a:pt x="14641" y="20"/>
                  </a:cubicBezTo>
                  <a:cubicBezTo>
                    <a:pt x="14641" y="7"/>
                    <a:pt x="14634" y="1"/>
                    <a:pt x="146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3735600" y="2533250"/>
              <a:ext cx="384950" cy="336000"/>
            </a:xfrm>
            <a:custGeom>
              <a:rect b="b" l="l" r="r" t="t"/>
              <a:pathLst>
                <a:path extrusionOk="0" h="13440" w="15398">
                  <a:moveTo>
                    <a:pt x="14066" y="0"/>
                  </a:moveTo>
                  <a:cubicBezTo>
                    <a:pt x="9630" y="3158"/>
                    <a:pt x="5063" y="6368"/>
                    <a:pt x="27" y="9786"/>
                  </a:cubicBezTo>
                  <a:cubicBezTo>
                    <a:pt x="27" y="9786"/>
                    <a:pt x="1" y="9786"/>
                    <a:pt x="1" y="9812"/>
                  </a:cubicBezTo>
                  <a:cubicBezTo>
                    <a:pt x="1" y="9812"/>
                    <a:pt x="1" y="9838"/>
                    <a:pt x="1" y="9838"/>
                  </a:cubicBezTo>
                  <a:cubicBezTo>
                    <a:pt x="575" y="11013"/>
                    <a:pt x="1175" y="12213"/>
                    <a:pt x="1723" y="13414"/>
                  </a:cubicBezTo>
                  <a:cubicBezTo>
                    <a:pt x="1723" y="13414"/>
                    <a:pt x="1749" y="13440"/>
                    <a:pt x="1749" y="13440"/>
                  </a:cubicBezTo>
                  <a:lnTo>
                    <a:pt x="1801" y="13440"/>
                  </a:lnTo>
                  <a:cubicBezTo>
                    <a:pt x="4280" y="11639"/>
                    <a:pt x="6864" y="9865"/>
                    <a:pt x="9369" y="8142"/>
                  </a:cubicBezTo>
                  <a:cubicBezTo>
                    <a:pt x="11352" y="6811"/>
                    <a:pt x="13414" y="5402"/>
                    <a:pt x="15397" y="3993"/>
                  </a:cubicBezTo>
                  <a:cubicBezTo>
                    <a:pt x="15397" y="3967"/>
                    <a:pt x="15397" y="3967"/>
                    <a:pt x="15397" y="3941"/>
                  </a:cubicBezTo>
                  <a:cubicBezTo>
                    <a:pt x="14927" y="2558"/>
                    <a:pt x="14510" y="1279"/>
                    <a:pt x="14118" y="26"/>
                  </a:cubicBezTo>
                  <a:cubicBezTo>
                    <a:pt x="14118" y="26"/>
                    <a:pt x="14092" y="0"/>
                    <a:pt x="14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4005700" y="2034150"/>
              <a:ext cx="344475" cy="992975"/>
            </a:xfrm>
            <a:custGeom>
              <a:rect b="b" l="l" r="r" t="t"/>
              <a:pathLst>
                <a:path extrusionOk="0" h="39719" w="13779">
                  <a:moveTo>
                    <a:pt x="2218" y="1"/>
                  </a:moveTo>
                  <a:cubicBezTo>
                    <a:pt x="861" y="1932"/>
                    <a:pt x="79" y="4229"/>
                    <a:pt x="0" y="6603"/>
                  </a:cubicBezTo>
                  <a:cubicBezTo>
                    <a:pt x="52" y="7073"/>
                    <a:pt x="105" y="7517"/>
                    <a:pt x="183" y="7960"/>
                  </a:cubicBezTo>
                  <a:cubicBezTo>
                    <a:pt x="574" y="10465"/>
                    <a:pt x="1357" y="12971"/>
                    <a:pt x="2114" y="15398"/>
                  </a:cubicBezTo>
                  <a:lnTo>
                    <a:pt x="2192" y="15711"/>
                  </a:lnTo>
                  <a:cubicBezTo>
                    <a:pt x="2218" y="15711"/>
                    <a:pt x="2218" y="15737"/>
                    <a:pt x="2218" y="15763"/>
                  </a:cubicBezTo>
                  <a:cubicBezTo>
                    <a:pt x="2323" y="16154"/>
                    <a:pt x="2427" y="16520"/>
                    <a:pt x="2558" y="16885"/>
                  </a:cubicBezTo>
                  <a:cubicBezTo>
                    <a:pt x="3210" y="19077"/>
                    <a:pt x="3967" y="21400"/>
                    <a:pt x="4802" y="23957"/>
                  </a:cubicBezTo>
                  <a:cubicBezTo>
                    <a:pt x="5089" y="24792"/>
                    <a:pt x="5350" y="25627"/>
                    <a:pt x="5637" y="26436"/>
                  </a:cubicBezTo>
                  <a:cubicBezTo>
                    <a:pt x="6237" y="28237"/>
                    <a:pt x="6890" y="30063"/>
                    <a:pt x="7516" y="31812"/>
                  </a:cubicBezTo>
                  <a:cubicBezTo>
                    <a:pt x="8429" y="34395"/>
                    <a:pt x="9369" y="37057"/>
                    <a:pt x="10230" y="39693"/>
                  </a:cubicBezTo>
                  <a:cubicBezTo>
                    <a:pt x="10230" y="39693"/>
                    <a:pt x="10230" y="39693"/>
                    <a:pt x="10256" y="39719"/>
                  </a:cubicBezTo>
                  <a:lnTo>
                    <a:pt x="10282" y="39719"/>
                  </a:lnTo>
                  <a:cubicBezTo>
                    <a:pt x="11456" y="39067"/>
                    <a:pt x="12631" y="38440"/>
                    <a:pt x="13779" y="37840"/>
                  </a:cubicBezTo>
                  <a:lnTo>
                    <a:pt x="13779" y="37814"/>
                  </a:lnTo>
                  <a:lnTo>
                    <a:pt x="13779" y="37762"/>
                  </a:lnTo>
                  <a:cubicBezTo>
                    <a:pt x="11065" y="30090"/>
                    <a:pt x="8795" y="23357"/>
                    <a:pt x="6837" y="17172"/>
                  </a:cubicBezTo>
                  <a:cubicBezTo>
                    <a:pt x="6655" y="16624"/>
                    <a:pt x="6498" y="16102"/>
                    <a:pt x="6315" y="15554"/>
                  </a:cubicBezTo>
                  <a:cubicBezTo>
                    <a:pt x="4724" y="10518"/>
                    <a:pt x="3053" y="5298"/>
                    <a:pt x="2297" y="53"/>
                  </a:cubicBezTo>
                  <a:cubicBezTo>
                    <a:pt x="2297" y="27"/>
                    <a:pt x="2271" y="27"/>
                    <a:pt x="2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4066375" y="1964350"/>
              <a:ext cx="371225" cy="1013200"/>
            </a:xfrm>
            <a:custGeom>
              <a:rect b="b" l="l" r="r" t="t"/>
              <a:pathLst>
                <a:path extrusionOk="0" h="40528" w="14849">
                  <a:moveTo>
                    <a:pt x="2401" y="1"/>
                  </a:moveTo>
                  <a:cubicBezTo>
                    <a:pt x="2036" y="288"/>
                    <a:pt x="1696" y="575"/>
                    <a:pt x="1357" y="914"/>
                  </a:cubicBezTo>
                  <a:cubicBezTo>
                    <a:pt x="861" y="1410"/>
                    <a:pt x="418" y="1932"/>
                    <a:pt x="0" y="2506"/>
                  </a:cubicBezTo>
                  <a:cubicBezTo>
                    <a:pt x="0" y="2506"/>
                    <a:pt x="0" y="2532"/>
                    <a:pt x="0" y="2532"/>
                  </a:cubicBezTo>
                  <a:cubicBezTo>
                    <a:pt x="757" y="7908"/>
                    <a:pt x="2453" y="13205"/>
                    <a:pt x="4071" y="18346"/>
                  </a:cubicBezTo>
                  <a:cubicBezTo>
                    <a:pt x="4254" y="18868"/>
                    <a:pt x="4410" y="19390"/>
                    <a:pt x="4593" y="19938"/>
                  </a:cubicBezTo>
                  <a:cubicBezTo>
                    <a:pt x="6576" y="26201"/>
                    <a:pt x="8847" y="32934"/>
                    <a:pt x="11508" y="40502"/>
                  </a:cubicBezTo>
                  <a:cubicBezTo>
                    <a:pt x="11508" y="40502"/>
                    <a:pt x="11535" y="40502"/>
                    <a:pt x="11535" y="40528"/>
                  </a:cubicBezTo>
                  <a:lnTo>
                    <a:pt x="11561" y="40528"/>
                  </a:lnTo>
                  <a:cubicBezTo>
                    <a:pt x="12683" y="39927"/>
                    <a:pt x="13779" y="39406"/>
                    <a:pt x="14823" y="38910"/>
                  </a:cubicBezTo>
                  <a:cubicBezTo>
                    <a:pt x="14849" y="38884"/>
                    <a:pt x="14849" y="38858"/>
                    <a:pt x="14849" y="38858"/>
                  </a:cubicBezTo>
                  <a:lnTo>
                    <a:pt x="14823" y="38779"/>
                  </a:lnTo>
                  <a:cubicBezTo>
                    <a:pt x="13988" y="36822"/>
                    <a:pt x="13335" y="34760"/>
                    <a:pt x="12683" y="32751"/>
                  </a:cubicBezTo>
                  <a:cubicBezTo>
                    <a:pt x="12500" y="32203"/>
                    <a:pt x="12317" y="31655"/>
                    <a:pt x="12161" y="31133"/>
                  </a:cubicBezTo>
                  <a:cubicBezTo>
                    <a:pt x="11065" y="27819"/>
                    <a:pt x="10021" y="24505"/>
                    <a:pt x="9134" y="21686"/>
                  </a:cubicBezTo>
                  <a:cubicBezTo>
                    <a:pt x="9134" y="21686"/>
                    <a:pt x="9134" y="21660"/>
                    <a:pt x="9134" y="21660"/>
                  </a:cubicBezTo>
                  <a:lnTo>
                    <a:pt x="8768" y="20512"/>
                  </a:lnTo>
                  <a:lnTo>
                    <a:pt x="8090" y="18320"/>
                  </a:lnTo>
                  <a:cubicBezTo>
                    <a:pt x="7620" y="16833"/>
                    <a:pt x="7150" y="15345"/>
                    <a:pt x="6681" y="13858"/>
                  </a:cubicBezTo>
                  <a:cubicBezTo>
                    <a:pt x="5245" y="9343"/>
                    <a:pt x="3758" y="4672"/>
                    <a:pt x="2453" y="27"/>
                  </a:cubicBezTo>
                  <a:cubicBezTo>
                    <a:pt x="2453" y="27"/>
                    <a:pt x="2453" y="1"/>
                    <a:pt x="242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4066375" y="1993725"/>
              <a:ext cx="337950" cy="983175"/>
            </a:xfrm>
            <a:custGeom>
              <a:rect b="b" l="l" r="r" t="t"/>
              <a:pathLst>
                <a:path extrusionOk="0" h="39327" w="13518">
                  <a:moveTo>
                    <a:pt x="1096" y="0"/>
                  </a:moveTo>
                  <a:cubicBezTo>
                    <a:pt x="705" y="418"/>
                    <a:pt x="339" y="861"/>
                    <a:pt x="0" y="1305"/>
                  </a:cubicBezTo>
                  <a:cubicBezTo>
                    <a:pt x="0" y="1331"/>
                    <a:pt x="0" y="1331"/>
                    <a:pt x="0" y="1357"/>
                  </a:cubicBezTo>
                  <a:cubicBezTo>
                    <a:pt x="731" y="6707"/>
                    <a:pt x="2427" y="12030"/>
                    <a:pt x="4071" y="17145"/>
                  </a:cubicBezTo>
                  <a:cubicBezTo>
                    <a:pt x="4228" y="17667"/>
                    <a:pt x="4410" y="18215"/>
                    <a:pt x="4567" y="18737"/>
                  </a:cubicBezTo>
                  <a:cubicBezTo>
                    <a:pt x="6576" y="25026"/>
                    <a:pt x="8821" y="31733"/>
                    <a:pt x="11508" y="39300"/>
                  </a:cubicBezTo>
                  <a:cubicBezTo>
                    <a:pt x="11508" y="39327"/>
                    <a:pt x="11535" y="39327"/>
                    <a:pt x="11535" y="39327"/>
                  </a:cubicBezTo>
                  <a:lnTo>
                    <a:pt x="11561" y="39327"/>
                  </a:lnTo>
                  <a:cubicBezTo>
                    <a:pt x="12239" y="38987"/>
                    <a:pt x="12892" y="38674"/>
                    <a:pt x="13518" y="38361"/>
                  </a:cubicBezTo>
                  <a:cubicBezTo>
                    <a:pt x="12709" y="37787"/>
                    <a:pt x="12056" y="37056"/>
                    <a:pt x="11587" y="36169"/>
                  </a:cubicBezTo>
                  <a:cubicBezTo>
                    <a:pt x="10517" y="34003"/>
                    <a:pt x="9603" y="31733"/>
                    <a:pt x="8899" y="29436"/>
                  </a:cubicBezTo>
                  <a:cubicBezTo>
                    <a:pt x="7411" y="24843"/>
                    <a:pt x="5924" y="20250"/>
                    <a:pt x="4489" y="15658"/>
                  </a:cubicBezTo>
                  <a:cubicBezTo>
                    <a:pt x="3393" y="12343"/>
                    <a:pt x="2531" y="8977"/>
                    <a:pt x="1827" y="5558"/>
                  </a:cubicBezTo>
                  <a:cubicBezTo>
                    <a:pt x="1540" y="4045"/>
                    <a:pt x="1331" y="2531"/>
                    <a:pt x="1201" y="992"/>
                  </a:cubicBezTo>
                  <a:cubicBezTo>
                    <a:pt x="1174" y="705"/>
                    <a:pt x="1122" y="365"/>
                    <a:pt x="10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044850" y="1938900"/>
              <a:ext cx="8500" cy="11125"/>
            </a:xfrm>
            <a:custGeom>
              <a:rect b="b" l="l" r="r" t="t"/>
              <a:pathLst>
                <a:path extrusionOk="0" h="445" w="340">
                  <a:moveTo>
                    <a:pt x="183" y="1"/>
                  </a:moveTo>
                  <a:cubicBezTo>
                    <a:pt x="130" y="131"/>
                    <a:pt x="52" y="262"/>
                    <a:pt x="0" y="392"/>
                  </a:cubicBezTo>
                  <a:cubicBezTo>
                    <a:pt x="0" y="419"/>
                    <a:pt x="26" y="419"/>
                    <a:pt x="26" y="445"/>
                  </a:cubicBezTo>
                  <a:lnTo>
                    <a:pt x="78" y="445"/>
                  </a:lnTo>
                  <a:cubicBezTo>
                    <a:pt x="157" y="314"/>
                    <a:pt x="261" y="184"/>
                    <a:pt x="339" y="53"/>
                  </a:cubicBezTo>
                  <a:cubicBezTo>
                    <a:pt x="287" y="27"/>
                    <a:pt x="235" y="1"/>
                    <a:pt x="18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4044850" y="1785975"/>
              <a:ext cx="561725" cy="303675"/>
            </a:xfrm>
            <a:custGeom>
              <a:rect b="b" l="l" r="r" t="t"/>
              <a:pathLst>
                <a:path extrusionOk="0" h="12147" w="22469">
                  <a:moveTo>
                    <a:pt x="10400" y="0"/>
                  </a:moveTo>
                  <a:cubicBezTo>
                    <a:pt x="9223" y="0"/>
                    <a:pt x="8042" y="151"/>
                    <a:pt x="6889" y="455"/>
                  </a:cubicBezTo>
                  <a:cubicBezTo>
                    <a:pt x="4828" y="1055"/>
                    <a:pt x="2923" y="2178"/>
                    <a:pt x="1383" y="3691"/>
                  </a:cubicBezTo>
                  <a:cubicBezTo>
                    <a:pt x="861" y="4578"/>
                    <a:pt x="391" y="5518"/>
                    <a:pt x="0" y="6509"/>
                  </a:cubicBezTo>
                  <a:cubicBezTo>
                    <a:pt x="0" y="6509"/>
                    <a:pt x="0" y="6536"/>
                    <a:pt x="26" y="6562"/>
                  </a:cubicBezTo>
                  <a:lnTo>
                    <a:pt x="78" y="6562"/>
                  </a:lnTo>
                  <a:cubicBezTo>
                    <a:pt x="1514" y="4291"/>
                    <a:pt x="3653" y="2569"/>
                    <a:pt x="6185" y="1629"/>
                  </a:cubicBezTo>
                  <a:cubicBezTo>
                    <a:pt x="7428" y="1179"/>
                    <a:pt x="8735" y="950"/>
                    <a:pt x="10047" y="950"/>
                  </a:cubicBezTo>
                  <a:cubicBezTo>
                    <a:pt x="11241" y="950"/>
                    <a:pt x="12439" y="1140"/>
                    <a:pt x="13596" y="1525"/>
                  </a:cubicBezTo>
                  <a:lnTo>
                    <a:pt x="13648" y="1525"/>
                  </a:lnTo>
                  <a:cubicBezTo>
                    <a:pt x="15945" y="2282"/>
                    <a:pt x="17980" y="3691"/>
                    <a:pt x="19546" y="5544"/>
                  </a:cubicBezTo>
                  <a:cubicBezTo>
                    <a:pt x="21033" y="7423"/>
                    <a:pt x="21920" y="9719"/>
                    <a:pt x="22077" y="12120"/>
                  </a:cubicBezTo>
                  <a:cubicBezTo>
                    <a:pt x="22077" y="12146"/>
                    <a:pt x="22103" y="12146"/>
                    <a:pt x="22103" y="12146"/>
                  </a:cubicBezTo>
                  <a:cubicBezTo>
                    <a:pt x="22129" y="12146"/>
                    <a:pt x="22155" y="12146"/>
                    <a:pt x="22155" y="12120"/>
                  </a:cubicBezTo>
                  <a:cubicBezTo>
                    <a:pt x="22364" y="10867"/>
                    <a:pt x="22469" y="9563"/>
                    <a:pt x="22390" y="8284"/>
                  </a:cubicBezTo>
                  <a:cubicBezTo>
                    <a:pt x="22077" y="7475"/>
                    <a:pt x="21686" y="6692"/>
                    <a:pt x="21268" y="5935"/>
                  </a:cubicBezTo>
                  <a:cubicBezTo>
                    <a:pt x="19911" y="3613"/>
                    <a:pt x="17771" y="1812"/>
                    <a:pt x="15240" y="873"/>
                  </a:cubicBezTo>
                  <a:cubicBezTo>
                    <a:pt x="13688" y="294"/>
                    <a:pt x="12047" y="0"/>
                    <a:pt x="104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3714725" y="2505850"/>
              <a:ext cx="371900" cy="268150"/>
            </a:xfrm>
            <a:custGeom>
              <a:rect b="b" l="l" r="r" t="t"/>
              <a:pathLst>
                <a:path extrusionOk="0" h="10726" w="14876">
                  <a:moveTo>
                    <a:pt x="14614" y="0"/>
                  </a:moveTo>
                  <a:cubicBezTo>
                    <a:pt x="12761" y="1331"/>
                    <a:pt x="10909" y="2636"/>
                    <a:pt x="9030" y="3915"/>
                  </a:cubicBezTo>
                  <a:cubicBezTo>
                    <a:pt x="6342" y="5715"/>
                    <a:pt x="3628" y="7725"/>
                    <a:pt x="627" y="9029"/>
                  </a:cubicBezTo>
                  <a:cubicBezTo>
                    <a:pt x="418" y="9108"/>
                    <a:pt x="209" y="9212"/>
                    <a:pt x="1" y="9290"/>
                  </a:cubicBezTo>
                  <a:cubicBezTo>
                    <a:pt x="235" y="9760"/>
                    <a:pt x="470" y="10230"/>
                    <a:pt x="731" y="10700"/>
                  </a:cubicBezTo>
                  <a:cubicBezTo>
                    <a:pt x="731" y="10726"/>
                    <a:pt x="731" y="10726"/>
                    <a:pt x="757" y="10726"/>
                  </a:cubicBezTo>
                  <a:lnTo>
                    <a:pt x="783" y="10726"/>
                  </a:lnTo>
                  <a:cubicBezTo>
                    <a:pt x="5794" y="7307"/>
                    <a:pt x="10387" y="4097"/>
                    <a:pt x="14823" y="914"/>
                  </a:cubicBezTo>
                  <a:lnTo>
                    <a:pt x="14849" y="914"/>
                  </a:lnTo>
                  <a:cubicBezTo>
                    <a:pt x="14849" y="914"/>
                    <a:pt x="14875" y="888"/>
                    <a:pt x="14875" y="888"/>
                  </a:cubicBezTo>
                  <a:cubicBezTo>
                    <a:pt x="14875" y="888"/>
                    <a:pt x="14875" y="861"/>
                    <a:pt x="14875" y="861"/>
                  </a:cubicBezTo>
                  <a:lnTo>
                    <a:pt x="146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4258175" y="2136600"/>
              <a:ext cx="269450" cy="259675"/>
            </a:xfrm>
            <a:custGeom>
              <a:rect b="b" l="l" r="r" t="t"/>
              <a:pathLst>
                <a:path extrusionOk="0" h="10387" w="10778">
                  <a:moveTo>
                    <a:pt x="10674" y="0"/>
                  </a:moveTo>
                  <a:lnTo>
                    <a:pt x="10439" y="287"/>
                  </a:lnTo>
                  <a:cubicBezTo>
                    <a:pt x="9812" y="1044"/>
                    <a:pt x="9134" y="1775"/>
                    <a:pt x="8403" y="2479"/>
                  </a:cubicBezTo>
                  <a:cubicBezTo>
                    <a:pt x="7229" y="3653"/>
                    <a:pt x="5976" y="4749"/>
                    <a:pt x="4698" y="5767"/>
                  </a:cubicBezTo>
                  <a:cubicBezTo>
                    <a:pt x="3132" y="7020"/>
                    <a:pt x="1566" y="8246"/>
                    <a:pt x="0" y="9473"/>
                  </a:cubicBezTo>
                  <a:lnTo>
                    <a:pt x="261" y="10334"/>
                  </a:lnTo>
                  <a:cubicBezTo>
                    <a:pt x="261" y="10334"/>
                    <a:pt x="287" y="10360"/>
                    <a:pt x="287" y="10386"/>
                  </a:cubicBezTo>
                  <a:lnTo>
                    <a:pt x="340" y="10386"/>
                  </a:lnTo>
                  <a:lnTo>
                    <a:pt x="496" y="10256"/>
                  </a:lnTo>
                  <a:cubicBezTo>
                    <a:pt x="4019" y="7594"/>
                    <a:pt x="7673" y="4880"/>
                    <a:pt x="10778" y="1670"/>
                  </a:cubicBezTo>
                  <a:cubicBezTo>
                    <a:pt x="10778" y="1644"/>
                    <a:pt x="10778" y="1644"/>
                    <a:pt x="10778" y="1618"/>
                  </a:cubicBezTo>
                  <a:cubicBezTo>
                    <a:pt x="10778" y="1070"/>
                    <a:pt x="10752" y="548"/>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4005700" y="2079175"/>
              <a:ext cx="308600" cy="947950"/>
            </a:xfrm>
            <a:custGeom>
              <a:rect b="b" l="l" r="r" t="t"/>
              <a:pathLst>
                <a:path extrusionOk="0" h="37918" w="12344">
                  <a:moveTo>
                    <a:pt x="1175" y="1"/>
                  </a:moveTo>
                  <a:cubicBezTo>
                    <a:pt x="444" y="1488"/>
                    <a:pt x="26" y="3132"/>
                    <a:pt x="0" y="4802"/>
                  </a:cubicBezTo>
                  <a:cubicBezTo>
                    <a:pt x="26" y="5298"/>
                    <a:pt x="79" y="5742"/>
                    <a:pt x="157" y="6159"/>
                  </a:cubicBezTo>
                  <a:cubicBezTo>
                    <a:pt x="548" y="8664"/>
                    <a:pt x="1331" y="11170"/>
                    <a:pt x="2088" y="13597"/>
                  </a:cubicBezTo>
                  <a:lnTo>
                    <a:pt x="2192" y="13910"/>
                  </a:lnTo>
                  <a:cubicBezTo>
                    <a:pt x="2192" y="13936"/>
                    <a:pt x="2218" y="13962"/>
                    <a:pt x="2218" y="13988"/>
                  </a:cubicBezTo>
                  <a:cubicBezTo>
                    <a:pt x="2323" y="14353"/>
                    <a:pt x="2427" y="14719"/>
                    <a:pt x="2532" y="15084"/>
                  </a:cubicBezTo>
                  <a:cubicBezTo>
                    <a:pt x="3210" y="17276"/>
                    <a:pt x="3941" y="19599"/>
                    <a:pt x="4802" y="22156"/>
                  </a:cubicBezTo>
                  <a:cubicBezTo>
                    <a:pt x="5063" y="22991"/>
                    <a:pt x="5350" y="23826"/>
                    <a:pt x="5637" y="24661"/>
                  </a:cubicBezTo>
                  <a:cubicBezTo>
                    <a:pt x="6237" y="26436"/>
                    <a:pt x="6890" y="28262"/>
                    <a:pt x="7516" y="30011"/>
                  </a:cubicBezTo>
                  <a:cubicBezTo>
                    <a:pt x="8403" y="32594"/>
                    <a:pt x="9369" y="35230"/>
                    <a:pt x="10204" y="37892"/>
                  </a:cubicBezTo>
                  <a:cubicBezTo>
                    <a:pt x="10204" y="37892"/>
                    <a:pt x="10230" y="37918"/>
                    <a:pt x="10230" y="37918"/>
                  </a:cubicBezTo>
                  <a:lnTo>
                    <a:pt x="10256" y="37918"/>
                  </a:lnTo>
                  <a:cubicBezTo>
                    <a:pt x="10960" y="37526"/>
                    <a:pt x="11665" y="37161"/>
                    <a:pt x="12344" y="36770"/>
                  </a:cubicBezTo>
                  <a:cubicBezTo>
                    <a:pt x="10595" y="36117"/>
                    <a:pt x="9995" y="33847"/>
                    <a:pt x="9369" y="32255"/>
                  </a:cubicBezTo>
                  <a:cubicBezTo>
                    <a:pt x="7855" y="28393"/>
                    <a:pt x="6550" y="24452"/>
                    <a:pt x="5246" y="20512"/>
                  </a:cubicBezTo>
                  <a:cubicBezTo>
                    <a:pt x="1827" y="10256"/>
                    <a:pt x="183" y="6133"/>
                    <a:pt x="11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3749950" y="2596525"/>
              <a:ext cx="370600" cy="272725"/>
            </a:xfrm>
            <a:custGeom>
              <a:rect b="b" l="l" r="r" t="t"/>
              <a:pathLst>
                <a:path extrusionOk="0" h="10909" w="14824">
                  <a:moveTo>
                    <a:pt x="14353" y="1"/>
                  </a:moveTo>
                  <a:cubicBezTo>
                    <a:pt x="12057" y="1645"/>
                    <a:pt x="9734" y="3237"/>
                    <a:pt x="7386" y="4776"/>
                  </a:cubicBezTo>
                  <a:cubicBezTo>
                    <a:pt x="5872" y="5742"/>
                    <a:pt x="4385" y="6707"/>
                    <a:pt x="2845" y="7621"/>
                  </a:cubicBezTo>
                  <a:cubicBezTo>
                    <a:pt x="1984" y="8143"/>
                    <a:pt x="1018" y="8456"/>
                    <a:pt x="1" y="8482"/>
                  </a:cubicBezTo>
                  <a:cubicBezTo>
                    <a:pt x="392" y="9291"/>
                    <a:pt x="784" y="10074"/>
                    <a:pt x="1149" y="10883"/>
                  </a:cubicBezTo>
                  <a:cubicBezTo>
                    <a:pt x="1149" y="10883"/>
                    <a:pt x="1149" y="10909"/>
                    <a:pt x="1175" y="10909"/>
                  </a:cubicBezTo>
                  <a:lnTo>
                    <a:pt x="1201" y="10909"/>
                  </a:lnTo>
                  <a:cubicBezTo>
                    <a:pt x="3680" y="9082"/>
                    <a:pt x="6264" y="7307"/>
                    <a:pt x="8769" y="5611"/>
                  </a:cubicBezTo>
                  <a:cubicBezTo>
                    <a:pt x="10778" y="4254"/>
                    <a:pt x="12814" y="2845"/>
                    <a:pt x="14823" y="1436"/>
                  </a:cubicBezTo>
                  <a:cubicBezTo>
                    <a:pt x="14823" y="1436"/>
                    <a:pt x="14823" y="1410"/>
                    <a:pt x="14823" y="1410"/>
                  </a:cubicBezTo>
                  <a:cubicBezTo>
                    <a:pt x="14667" y="914"/>
                    <a:pt x="14510" y="470"/>
                    <a:pt x="143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4287525" y="2235750"/>
              <a:ext cx="234900" cy="265550"/>
            </a:xfrm>
            <a:custGeom>
              <a:rect b="b" l="l" r="r" t="t"/>
              <a:pathLst>
                <a:path extrusionOk="0" h="10622" w="9396">
                  <a:moveTo>
                    <a:pt x="9395" y="1"/>
                  </a:moveTo>
                  <a:lnTo>
                    <a:pt x="9395" y="1"/>
                  </a:lnTo>
                  <a:cubicBezTo>
                    <a:pt x="8299" y="2454"/>
                    <a:pt x="6446" y="4359"/>
                    <a:pt x="4150" y="6133"/>
                  </a:cubicBezTo>
                  <a:cubicBezTo>
                    <a:pt x="2793" y="7203"/>
                    <a:pt x="1410" y="8247"/>
                    <a:pt x="1" y="9291"/>
                  </a:cubicBezTo>
                  <a:lnTo>
                    <a:pt x="418" y="10596"/>
                  </a:lnTo>
                  <a:cubicBezTo>
                    <a:pt x="418" y="10596"/>
                    <a:pt x="444" y="10622"/>
                    <a:pt x="444" y="10622"/>
                  </a:cubicBezTo>
                  <a:lnTo>
                    <a:pt x="496" y="10622"/>
                  </a:lnTo>
                  <a:cubicBezTo>
                    <a:pt x="2219" y="9317"/>
                    <a:pt x="3602" y="8221"/>
                    <a:pt x="4854" y="7177"/>
                  </a:cubicBezTo>
                  <a:cubicBezTo>
                    <a:pt x="5820" y="6420"/>
                    <a:pt x="6707" y="5585"/>
                    <a:pt x="7516" y="4646"/>
                  </a:cubicBezTo>
                  <a:cubicBezTo>
                    <a:pt x="7803" y="4228"/>
                    <a:pt x="8090" y="3785"/>
                    <a:pt x="8325" y="3315"/>
                  </a:cubicBezTo>
                  <a:cubicBezTo>
                    <a:pt x="8847" y="2271"/>
                    <a:pt x="9212" y="1149"/>
                    <a:pt x="9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4004400" y="1885650"/>
              <a:ext cx="559775" cy="427100"/>
            </a:xfrm>
            <a:custGeom>
              <a:rect b="b" l="l" r="r" t="t"/>
              <a:pathLst>
                <a:path extrusionOk="0" h="17084" w="22391">
                  <a:moveTo>
                    <a:pt x="11043" y="0"/>
                  </a:moveTo>
                  <a:cubicBezTo>
                    <a:pt x="9110" y="0"/>
                    <a:pt x="7179" y="441"/>
                    <a:pt x="5506" y="1322"/>
                  </a:cubicBezTo>
                  <a:cubicBezTo>
                    <a:pt x="3158" y="2601"/>
                    <a:pt x="1357" y="4662"/>
                    <a:pt x="339" y="7141"/>
                  </a:cubicBezTo>
                  <a:cubicBezTo>
                    <a:pt x="131" y="8290"/>
                    <a:pt x="26" y="9464"/>
                    <a:pt x="0" y="10638"/>
                  </a:cubicBezTo>
                  <a:cubicBezTo>
                    <a:pt x="0" y="10664"/>
                    <a:pt x="0" y="10664"/>
                    <a:pt x="26" y="10664"/>
                  </a:cubicBezTo>
                  <a:cubicBezTo>
                    <a:pt x="52" y="10664"/>
                    <a:pt x="52" y="10664"/>
                    <a:pt x="52" y="10638"/>
                  </a:cubicBezTo>
                  <a:cubicBezTo>
                    <a:pt x="339" y="9177"/>
                    <a:pt x="887" y="7768"/>
                    <a:pt x="1670" y="6515"/>
                  </a:cubicBezTo>
                  <a:cubicBezTo>
                    <a:pt x="2636" y="4949"/>
                    <a:pt x="4723" y="2209"/>
                    <a:pt x="8064" y="1270"/>
                  </a:cubicBezTo>
                  <a:cubicBezTo>
                    <a:pt x="8969" y="1020"/>
                    <a:pt x="9902" y="895"/>
                    <a:pt x="10837" y="895"/>
                  </a:cubicBezTo>
                  <a:cubicBezTo>
                    <a:pt x="11950" y="895"/>
                    <a:pt x="13066" y="1072"/>
                    <a:pt x="14144" y="1426"/>
                  </a:cubicBezTo>
                  <a:cubicBezTo>
                    <a:pt x="15240" y="1766"/>
                    <a:pt x="16258" y="2314"/>
                    <a:pt x="17171" y="3044"/>
                  </a:cubicBezTo>
                  <a:cubicBezTo>
                    <a:pt x="21059" y="6124"/>
                    <a:pt x="22260" y="12126"/>
                    <a:pt x="19963" y="17032"/>
                  </a:cubicBezTo>
                  <a:cubicBezTo>
                    <a:pt x="19963" y="17058"/>
                    <a:pt x="19963" y="17058"/>
                    <a:pt x="19989" y="17084"/>
                  </a:cubicBezTo>
                  <a:cubicBezTo>
                    <a:pt x="20016" y="17084"/>
                    <a:pt x="20016" y="17084"/>
                    <a:pt x="20042" y="17058"/>
                  </a:cubicBezTo>
                  <a:cubicBezTo>
                    <a:pt x="20668" y="16144"/>
                    <a:pt x="21242" y="15179"/>
                    <a:pt x="21738" y="14187"/>
                  </a:cubicBezTo>
                  <a:cubicBezTo>
                    <a:pt x="21790" y="13900"/>
                    <a:pt x="21842" y="13639"/>
                    <a:pt x="21894" y="13378"/>
                  </a:cubicBezTo>
                  <a:cubicBezTo>
                    <a:pt x="22390" y="10482"/>
                    <a:pt x="21868" y="7507"/>
                    <a:pt x="20433" y="4949"/>
                  </a:cubicBezTo>
                  <a:cubicBezTo>
                    <a:pt x="18524" y="1647"/>
                    <a:pt x="14779" y="0"/>
                    <a:pt x="110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3684725" y="1721225"/>
              <a:ext cx="932300" cy="1312700"/>
            </a:xfrm>
            <a:custGeom>
              <a:rect b="b" l="l" r="r" t="t"/>
              <a:pathLst>
                <a:path extrusionOk="0" h="52508" w="37292">
                  <a:moveTo>
                    <a:pt x="25863" y="279"/>
                  </a:moveTo>
                  <a:cubicBezTo>
                    <a:pt x="28659" y="279"/>
                    <a:pt x="31457" y="1306"/>
                    <a:pt x="33585" y="3411"/>
                  </a:cubicBezTo>
                  <a:lnTo>
                    <a:pt x="33559" y="3411"/>
                  </a:lnTo>
                  <a:cubicBezTo>
                    <a:pt x="36665" y="6464"/>
                    <a:pt x="37239" y="10665"/>
                    <a:pt x="36534" y="14684"/>
                  </a:cubicBezTo>
                  <a:cubicBezTo>
                    <a:pt x="36378" y="12283"/>
                    <a:pt x="35464" y="9987"/>
                    <a:pt x="33977" y="8082"/>
                  </a:cubicBezTo>
                  <a:cubicBezTo>
                    <a:pt x="32437" y="6203"/>
                    <a:pt x="30376" y="4820"/>
                    <a:pt x="28053" y="4063"/>
                  </a:cubicBezTo>
                  <a:cubicBezTo>
                    <a:pt x="26878" y="3671"/>
                    <a:pt x="25653" y="3475"/>
                    <a:pt x="24427" y="3475"/>
                  </a:cubicBezTo>
                  <a:cubicBezTo>
                    <a:pt x="23122" y="3475"/>
                    <a:pt x="21815" y="3697"/>
                    <a:pt x="20564" y="4141"/>
                  </a:cubicBezTo>
                  <a:cubicBezTo>
                    <a:pt x="18032" y="5107"/>
                    <a:pt x="15892" y="6829"/>
                    <a:pt x="14431" y="9099"/>
                  </a:cubicBezTo>
                  <a:cubicBezTo>
                    <a:pt x="15136" y="7325"/>
                    <a:pt x="16075" y="5707"/>
                    <a:pt x="17276" y="4246"/>
                  </a:cubicBezTo>
                  <a:cubicBezTo>
                    <a:pt x="19463" y="1626"/>
                    <a:pt x="22662" y="279"/>
                    <a:pt x="25863" y="279"/>
                  </a:cubicBezTo>
                  <a:close/>
                  <a:moveTo>
                    <a:pt x="23709" y="7696"/>
                  </a:moveTo>
                  <a:cubicBezTo>
                    <a:pt x="27801" y="7696"/>
                    <a:pt x="31754" y="10250"/>
                    <a:pt x="33142" y="14553"/>
                  </a:cubicBezTo>
                  <a:cubicBezTo>
                    <a:pt x="29488" y="17424"/>
                    <a:pt x="25704" y="20138"/>
                    <a:pt x="21973" y="22904"/>
                  </a:cubicBezTo>
                  <a:cubicBezTo>
                    <a:pt x="20590" y="18468"/>
                    <a:pt x="19207" y="14058"/>
                    <a:pt x="17928" y="9595"/>
                  </a:cubicBezTo>
                  <a:cubicBezTo>
                    <a:pt x="19702" y="8299"/>
                    <a:pt x="21722" y="7696"/>
                    <a:pt x="23709" y="7696"/>
                  </a:cubicBezTo>
                  <a:close/>
                  <a:moveTo>
                    <a:pt x="24461" y="3768"/>
                  </a:moveTo>
                  <a:cubicBezTo>
                    <a:pt x="25650" y="3768"/>
                    <a:pt x="26837" y="3953"/>
                    <a:pt x="27975" y="4324"/>
                  </a:cubicBezTo>
                  <a:cubicBezTo>
                    <a:pt x="30167" y="5028"/>
                    <a:pt x="32098" y="6307"/>
                    <a:pt x="33585" y="8029"/>
                  </a:cubicBezTo>
                  <a:cubicBezTo>
                    <a:pt x="35438" y="10143"/>
                    <a:pt x="36325" y="12962"/>
                    <a:pt x="36325" y="15754"/>
                  </a:cubicBezTo>
                  <a:cubicBezTo>
                    <a:pt x="36091" y="16641"/>
                    <a:pt x="35830" y="17528"/>
                    <a:pt x="35517" y="18390"/>
                  </a:cubicBezTo>
                  <a:cubicBezTo>
                    <a:pt x="34838" y="20242"/>
                    <a:pt x="33925" y="21991"/>
                    <a:pt x="32803" y="23609"/>
                  </a:cubicBezTo>
                  <a:cubicBezTo>
                    <a:pt x="34969" y="18964"/>
                    <a:pt x="34107" y="12857"/>
                    <a:pt x="29984" y="9595"/>
                  </a:cubicBezTo>
                  <a:cubicBezTo>
                    <a:pt x="28158" y="8175"/>
                    <a:pt x="25928" y="7433"/>
                    <a:pt x="23663" y="7433"/>
                  </a:cubicBezTo>
                  <a:cubicBezTo>
                    <a:pt x="22723" y="7433"/>
                    <a:pt x="21777" y="7561"/>
                    <a:pt x="20851" y="7821"/>
                  </a:cubicBezTo>
                  <a:cubicBezTo>
                    <a:pt x="18111" y="8578"/>
                    <a:pt x="15892" y="10691"/>
                    <a:pt x="14431" y="13066"/>
                  </a:cubicBezTo>
                  <a:cubicBezTo>
                    <a:pt x="13648" y="14345"/>
                    <a:pt x="13100" y="15754"/>
                    <a:pt x="12813" y="17215"/>
                  </a:cubicBezTo>
                  <a:cubicBezTo>
                    <a:pt x="12865" y="15441"/>
                    <a:pt x="13100" y="13666"/>
                    <a:pt x="13544" y="11944"/>
                  </a:cubicBezTo>
                  <a:cubicBezTo>
                    <a:pt x="13674" y="11396"/>
                    <a:pt x="13831" y="10848"/>
                    <a:pt x="14014" y="10326"/>
                  </a:cubicBezTo>
                  <a:cubicBezTo>
                    <a:pt x="15475" y="7716"/>
                    <a:pt x="17537" y="5655"/>
                    <a:pt x="20329" y="4533"/>
                  </a:cubicBezTo>
                  <a:cubicBezTo>
                    <a:pt x="21656" y="4024"/>
                    <a:pt x="23059" y="3768"/>
                    <a:pt x="24461" y="3768"/>
                  </a:cubicBezTo>
                  <a:close/>
                  <a:moveTo>
                    <a:pt x="33220" y="14814"/>
                  </a:moveTo>
                  <a:cubicBezTo>
                    <a:pt x="33533" y="15937"/>
                    <a:pt x="33690" y="17085"/>
                    <a:pt x="33690" y="18233"/>
                  </a:cubicBezTo>
                  <a:cubicBezTo>
                    <a:pt x="30532" y="21495"/>
                    <a:pt x="26879" y="24235"/>
                    <a:pt x="23251" y="26949"/>
                  </a:cubicBezTo>
                  <a:cubicBezTo>
                    <a:pt x="22860" y="25670"/>
                    <a:pt x="22469" y="24418"/>
                    <a:pt x="22077" y="23165"/>
                  </a:cubicBezTo>
                  <a:cubicBezTo>
                    <a:pt x="25783" y="20399"/>
                    <a:pt x="29567" y="17685"/>
                    <a:pt x="33220" y="14841"/>
                  </a:cubicBezTo>
                  <a:lnTo>
                    <a:pt x="33220" y="14814"/>
                  </a:lnTo>
                  <a:close/>
                  <a:moveTo>
                    <a:pt x="33690" y="18598"/>
                  </a:moveTo>
                  <a:cubicBezTo>
                    <a:pt x="33638" y="20425"/>
                    <a:pt x="33194" y="22226"/>
                    <a:pt x="32411" y="23870"/>
                  </a:cubicBezTo>
                  <a:lnTo>
                    <a:pt x="32411" y="23844"/>
                  </a:lnTo>
                  <a:cubicBezTo>
                    <a:pt x="32176" y="24313"/>
                    <a:pt x="31889" y="24783"/>
                    <a:pt x="31576" y="25201"/>
                  </a:cubicBezTo>
                  <a:cubicBezTo>
                    <a:pt x="30793" y="26114"/>
                    <a:pt x="29906" y="26949"/>
                    <a:pt x="28940" y="27706"/>
                  </a:cubicBezTo>
                  <a:cubicBezTo>
                    <a:pt x="27505" y="28880"/>
                    <a:pt x="26044" y="30028"/>
                    <a:pt x="24582" y="31150"/>
                  </a:cubicBezTo>
                  <a:cubicBezTo>
                    <a:pt x="24295" y="30289"/>
                    <a:pt x="24008" y="29402"/>
                    <a:pt x="23747" y="28515"/>
                  </a:cubicBezTo>
                  <a:cubicBezTo>
                    <a:pt x="23617" y="28071"/>
                    <a:pt x="23460" y="27654"/>
                    <a:pt x="23330" y="27210"/>
                  </a:cubicBezTo>
                  <a:cubicBezTo>
                    <a:pt x="23356" y="27184"/>
                    <a:pt x="23356" y="27184"/>
                    <a:pt x="23382" y="27184"/>
                  </a:cubicBezTo>
                  <a:cubicBezTo>
                    <a:pt x="26957" y="24496"/>
                    <a:pt x="30558" y="21808"/>
                    <a:pt x="33690" y="18598"/>
                  </a:cubicBezTo>
                  <a:close/>
                  <a:moveTo>
                    <a:pt x="14875" y="28463"/>
                  </a:moveTo>
                  <a:cubicBezTo>
                    <a:pt x="15266" y="29741"/>
                    <a:pt x="15632" y="30994"/>
                    <a:pt x="16049" y="32246"/>
                  </a:cubicBezTo>
                  <a:lnTo>
                    <a:pt x="15997" y="32273"/>
                  </a:lnTo>
                  <a:cubicBezTo>
                    <a:pt x="11352" y="35587"/>
                    <a:pt x="6681" y="38875"/>
                    <a:pt x="1957" y="42059"/>
                  </a:cubicBezTo>
                  <a:cubicBezTo>
                    <a:pt x="1409" y="40989"/>
                    <a:pt x="861" y="39893"/>
                    <a:pt x="287" y="38823"/>
                  </a:cubicBezTo>
                  <a:cubicBezTo>
                    <a:pt x="2140" y="37805"/>
                    <a:pt x="3836" y="36448"/>
                    <a:pt x="5559" y="35248"/>
                  </a:cubicBezTo>
                  <a:lnTo>
                    <a:pt x="5559" y="35221"/>
                  </a:lnTo>
                  <a:cubicBezTo>
                    <a:pt x="8690" y="33003"/>
                    <a:pt x="11795" y="30733"/>
                    <a:pt x="14875" y="28463"/>
                  </a:cubicBezTo>
                  <a:close/>
                  <a:moveTo>
                    <a:pt x="16127" y="32507"/>
                  </a:moveTo>
                  <a:cubicBezTo>
                    <a:pt x="16545" y="33812"/>
                    <a:pt x="16988" y="35117"/>
                    <a:pt x="17406" y="36422"/>
                  </a:cubicBezTo>
                  <a:cubicBezTo>
                    <a:pt x="12891" y="39632"/>
                    <a:pt x="8246" y="42607"/>
                    <a:pt x="3784" y="45869"/>
                  </a:cubicBezTo>
                  <a:cubicBezTo>
                    <a:pt x="3236" y="44668"/>
                    <a:pt x="2662" y="43494"/>
                    <a:pt x="2088" y="42319"/>
                  </a:cubicBezTo>
                  <a:lnTo>
                    <a:pt x="2114" y="42293"/>
                  </a:lnTo>
                  <a:cubicBezTo>
                    <a:pt x="6811" y="39084"/>
                    <a:pt x="11482" y="35822"/>
                    <a:pt x="16127" y="32507"/>
                  </a:cubicBezTo>
                  <a:close/>
                  <a:moveTo>
                    <a:pt x="17693" y="9752"/>
                  </a:moveTo>
                  <a:cubicBezTo>
                    <a:pt x="19441" y="15884"/>
                    <a:pt x="21425" y="21965"/>
                    <a:pt x="23330" y="28045"/>
                  </a:cubicBezTo>
                  <a:cubicBezTo>
                    <a:pt x="23669" y="29167"/>
                    <a:pt x="24034" y="30263"/>
                    <a:pt x="24374" y="31385"/>
                  </a:cubicBezTo>
                  <a:cubicBezTo>
                    <a:pt x="24374" y="31411"/>
                    <a:pt x="24400" y="31411"/>
                    <a:pt x="24400" y="31438"/>
                  </a:cubicBezTo>
                  <a:cubicBezTo>
                    <a:pt x="25365" y="34569"/>
                    <a:pt x="26383" y="37727"/>
                    <a:pt x="27401" y="40858"/>
                  </a:cubicBezTo>
                  <a:cubicBezTo>
                    <a:pt x="28236" y="43416"/>
                    <a:pt x="29019" y="46051"/>
                    <a:pt x="30089" y="48504"/>
                  </a:cubicBezTo>
                  <a:cubicBezTo>
                    <a:pt x="30089" y="48530"/>
                    <a:pt x="30089" y="48556"/>
                    <a:pt x="30115" y="48583"/>
                  </a:cubicBezTo>
                  <a:cubicBezTo>
                    <a:pt x="28993" y="49104"/>
                    <a:pt x="27897" y="49652"/>
                    <a:pt x="26827" y="50200"/>
                  </a:cubicBezTo>
                  <a:cubicBezTo>
                    <a:pt x="24400" y="43389"/>
                    <a:pt x="22077" y="36526"/>
                    <a:pt x="19885" y="29637"/>
                  </a:cubicBezTo>
                  <a:cubicBezTo>
                    <a:pt x="18085" y="23948"/>
                    <a:pt x="16127" y="18155"/>
                    <a:pt x="15318" y="12257"/>
                  </a:cubicBezTo>
                  <a:cubicBezTo>
                    <a:pt x="15736" y="11683"/>
                    <a:pt x="16180" y="11161"/>
                    <a:pt x="16675" y="10665"/>
                  </a:cubicBezTo>
                  <a:cubicBezTo>
                    <a:pt x="16988" y="10326"/>
                    <a:pt x="17354" y="10039"/>
                    <a:pt x="17693" y="9752"/>
                  </a:cubicBezTo>
                  <a:close/>
                  <a:moveTo>
                    <a:pt x="15110" y="12544"/>
                  </a:moveTo>
                  <a:cubicBezTo>
                    <a:pt x="15945" y="18390"/>
                    <a:pt x="17876" y="24078"/>
                    <a:pt x="19650" y="29689"/>
                  </a:cubicBezTo>
                  <a:cubicBezTo>
                    <a:pt x="21842" y="36604"/>
                    <a:pt x="24191" y="43468"/>
                    <a:pt x="26592" y="50279"/>
                  </a:cubicBezTo>
                  <a:cubicBezTo>
                    <a:pt x="26592" y="50305"/>
                    <a:pt x="26618" y="50305"/>
                    <a:pt x="26618" y="50305"/>
                  </a:cubicBezTo>
                  <a:cubicBezTo>
                    <a:pt x="25417" y="50931"/>
                    <a:pt x="24243" y="51557"/>
                    <a:pt x="23095" y="52184"/>
                  </a:cubicBezTo>
                  <a:cubicBezTo>
                    <a:pt x="21686" y="47747"/>
                    <a:pt x="20016" y="43389"/>
                    <a:pt x="18528" y="38953"/>
                  </a:cubicBezTo>
                  <a:cubicBezTo>
                    <a:pt x="18241" y="38118"/>
                    <a:pt x="17980" y="37283"/>
                    <a:pt x="17693" y="36448"/>
                  </a:cubicBezTo>
                  <a:cubicBezTo>
                    <a:pt x="16910" y="34099"/>
                    <a:pt x="16153" y="31751"/>
                    <a:pt x="15449" y="29376"/>
                  </a:cubicBezTo>
                  <a:cubicBezTo>
                    <a:pt x="15318" y="29011"/>
                    <a:pt x="15214" y="28645"/>
                    <a:pt x="15110" y="28280"/>
                  </a:cubicBezTo>
                  <a:cubicBezTo>
                    <a:pt x="15110" y="28254"/>
                    <a:pt x="15110" y="28228"/>
                    <a:pt x="15083" y="28202"/>
                  </a:cubicBezTo>
                  <a:cubicBezTo>
                    <a:pt x="14301" y="25670"/>
                    <a:pt x="13492" y="23061"/>
                    <a:pt x="13074" y="20451"/>
                  </a:cubicBezTo>
                  <a:cubicBezTo>
                    <a:pt x="12996" y="20008"/>
                    <a:pt x="12944" y="19564"/>
                    <a:pt x="12918" y="19120"/>
                  </a:cubicBezTo>
                  <a:cubicBezTo>
                    <a:pt x="12918" y="19120"/>
                    <a:pt x="12918" y="19120"/>
                    <a:pt x="12918" y="19094"/>
                  </a:cubicBezTo>
                  <a:cubicBezTo>
                    <a:pt x="12970" y="16746"/>
                    <a:pt x="13753" y="14475"/>
                    <a:pt x="15110" y="12544"/>
                  </a:cubicBezTo>
                  <a:close/>
                  <a:moveTo>
                    <a:pt x="25970" y="1"/>
                  </a:moveTo>
                  <a:cubicBezTo>
                    <a:pt x="22901" y="1"/>
                    <a:pt x="19823" y="1219"/>
                    <a:pt x="17641" y="3489"/>
                  </a:cubicBezTo>
                  <a:cubicBezTo>
                    <a:pt x="13883" y="7403"/>
                    <a:pt x="12343" y="13484"/>
                    <a:pt x="12604" y="18807"/>
                  </a:cubicBezTo>
                  <a:cubicBezTo>
                    <a:pt x="12604" y="18885"/>
                    <a:pt x="12604" y="18990"/>
                    <a:pt x="12630" y="19094"/>
                  </a:cubicBezTo>
                  <a:cubicBezTo>
                    <a:pt x="12839" y="21834"/>
                    <a:pt x="13727" y="24522"/>
                    <a:pt x="14483" y="27132"/>
                  </a:cubicBezTo>
                  <a:cubicBezTo>
                    <a:pt x="14588" y="27497"/>
                    <a:pt x="14718" y="27836"/>
                    <a:pt x="14823" y="28202"/>
                  </a:cubicBezTo>
                  <a:cubicBezTo>
                    <a:pt x="11743" y="30446"/>
                    <a:pt x="8664" y="32690"/>
                    <a:pt x="5559" y="34908"/>
                  </a:cubicBezTo>
                  <a:cubicBezTo>
                    <a:pt x="3784" y="36187"/>
                    <a:pt x="1983" y="37596"/>
                    <a:pt x="52" y="38666"/>
                  </a:cubicBezTo>
                  <a:cubicBezTo>
                    <a:pt x="52" y="38666"/>
                    <a:pt x="26" y="38692"/>
                    <a:pt x="26" y="38692"/>
                  </a:cubicBezTo>
                  <a:cubicBezTo>
                    <a:pt x="0" y="38744"/>
                    <a:pt x="0" y="38797"/>
                    <a:pt x="26" y="38823"/>
                  </a:cubicBezTo>
                  <a:cubicBezTo>
                    <a:pt x="1305" y="41223"/>
                    <a:pt x="2531" y="43650"/>
                    <a:pt x="3654" y="46129"/>
                  </a:cubicBezTo>
                  <a:cubicBezTo>
                    <a:pt x="3673" y="46168"/>
                    <a:pt x="3720" y="46192"/>
                    <a:pt x="3764" y="46192"/>
                  </a:cubicBezTo>
                  <a:cubicBezTo>
                    <a:pt x="3780" y="46192"/>
                    <a:pt x="3796" y="46189"/>
                    <a:pt x="3810" y="46182"/>
                  </a:cubicBezTo>
                  <a:lnTo>
                    <a:pt x="3836" y="46182"/>
                  </a:lnTo>
                  <a:cubicBezTo>
                    <a:pt x="8299" y="42920"/>
                    <a:pt x="12970" y="39919"/>
                    <a:pt x="17484" y="36709"/>
                  </a:cubicBezTo>
                  <a:cubicBezTo>
                    <a:pt x="17484" y="36735"/>
                    <a:pt x="17510" y="36761"/>
                    <a:pt x="17510" y="36787"/>
                  </a:cubicBezTo>
                  <a:cubicBezTo>
                    <a:pt x="19154" y="41719"/>
                    <a:pt x="20955" y="46625"/>
                    <a:pt x="22625" y="51557"/>
                  </a:cubicBezTo>
                  <a:cubicBezTo>
                    <a:pt x="22703" y="51844"/>
                    <a:pt x="22808" y="52132"/>
                    <a:pt x="22886" y="52419"/>
                  </a:cubicBezTo>
                  <a:cubicBezTo>
                    <a:pt x="22886" y="52419"/>
                    <a:pt x="22886" y="52445"/>
                    <a:pt x="22886" y="52445"/>
                  </a:cubicBezTo>
                  <a:cubicBezTo>
                    <a:pt x="22924" y="52483"/>
                    <a:pt x="22963" y="52507"/>
                    <a:pt x="23001" y="52507"/>
                  </a:cubicBezTo>
                  <a:cubicBezTo>
                    <a:pt x="23015" y="52507"/>
                    <a:pt x="23029" y="52504"/>
                    <a:pt x="23043" y="52497"/>
                  </a:cubicBezTo>
                  <a:cubicBezTo>
                    <a:pt x="25444" y="51166"/>
                    <a:pt x="27844" y="49913"/>
                    <a:pt x="30297" y="48739"/>
                  </a:cubicBezTo>
                  <a:cubicBezTo>
                    <a:pt x="30350" y="48739"/>
                    <a:pt x="30402" y="48687"/>
                    <a:pt x="30402" y="48635"/>
                  </a:cubicBezTo>
                  <a:cubicBezTo>
                    <a:pt x="30402" y="48635"/>
                    <a:pt x="30402" y="48609"/>
                    <a:pt x="30402" y="48583"/>
                  </a:cubicBezTo>
                  <a:cubicBezTo>
                    <a:pt x="29306" y="46260"/>
                    <a:pt x="28601" y="43676"/>
                    <a:pt x="27818" y="41250"/>
                  </a:cubicBezTo>
                  <a:cubicBezTo>
                    <a:pt x="26748" y="37988"/>
                    <a:pt x="25704" y="34699"/>
                    <a:pt x="24661" y="31438"/>
                  </a:cubicBezTo>
                  <a:cubicBezTo>
                    <a:pt x="27140" y="29559"/>
                    <a:pt x="29749" y="27732"/>
                    <a:pt x="31785" y="25383"/>
                  </a:cubicBezTo>
                  <a:cubicBezTo>
                    <a:pt x="31785" y="25383"/>
                    <a:pt x="31811" y="25383"/>
                    <a:pt x="31811" y="25357"/>
                  </a:cubicBezTo>
                  <a:lnTo>
                    <a:pt x="31837" y="25331"/>
                  </a:lnTo>
                  <a:cubicBezTo>
                    <a:pt x="31967" y="25174"/>
                    <a:pt x="32098" y="25044"/>
                    <a:pt x="32202" y="24887"/>
                  </a:cubicBezTo>
                  <a:cubicBezTo>
                    <a:pt x="33951" y="22669"/>
                    <a:pt x="35282" y="20164"/>
                    <a:pt x="36117" y="17502"/>
                  </a:cubicBezTo>
                  <a:cubicBezTo>
                    <a:pt x="37004" y="14919"/>
                    <a:pt x="37291" y="12179"/>
                    <a:pt x="36952" y="9491"/>
                  </a:cubicBezTo>
                  <a:cubicBezTo>
                    <a:pt x="36508" y="6646"/>
                    <a:pt x="34995" y="4089"/>
                    <a:pt x="32724" y="2314"/>
                  </a:cubicBezTo>
                  <a:cubicBezTo>
                    <a:pt x="30766" y="746"/>
                    <a:pt x="28371" y="1"/>
                    <a:pt x="259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4090500" y="1886775"/>
              <a:ext cx="221200" cy="79575"/>
            </a:xfrm>
            <a:custGeom>
              <a:rect b="b" l="l" r="r" t="t"/>
              <a:pathLst>
                <a:path extrusionOk="0" h="3183" w="8848">
                  <a:moveTo>
                    <a:pt x="7004" y="1"/>
                  </a:moveTo>
                  <a:cubicBezTo>
                    <a:pt x="4351" y="1"/>
                    <a:pt x="1786" y="1141"/>
                    <a:pt x="1" y="3182"/>
                  </a:cubicBezTo>
                  <a:lnTo>
                    <a:pt x="27" y="3182"/>
                  </a:lnTo>
                  <a:cubicBezTo>
                    <a:pt x="1175" y="2060"/>
                    <a:pt x="2532" y="1225"/>
                    <a:pt x="4046" y="677"/>
                  </a:cubicBezTo>
                  <a:cubicBezTo>
                    <a:pt x="5138" y="307"/>
                    <a:pt x="6282" y="173"/>
                    <a:pt x="7423" y="173"/>
                  </a:cubicBezTo>
                  <a:cubicBezTo>
                    <a:pt x="7891" y="173"/>
                    <a:pt x="8358" y="195"/>
                    <a:pt x="8821" y="233"/>
                  </a:cubicBezTo>
                  <a:cubicBezTo>
                    <a:pt x="8847" y="233"/>
                    <a:pt x="8847" y="181"/>
                    <a:pt x="8821" y="181"/>
                  </a:cubicBezTo>
                  <a:cubicBezTo>
                    <a:pt x="8216" y="60"/>
                    <a:pt x="7608" y="1"/>
                    <a:pt x="70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4320150" y="1892100"/>
              <a:ext cx="18950" cy="5725"/>
            </a:xfrm>
            <a:custGeom>
              <a:rect b="b" l="l" r="r" t="t"/>
              <a:pathLst>
                <a:path extrusionOk="0" h="229" w="758">
                  <a:moveTo>
                    <a:pt x="173" y="1"/>
                  </a:moveTo>
                  <a:cubicBezTo>
                    <a:pt x="111" y="1"/>
                    <a:pt x="53" y="7"/>
                    <a:pt x="0" y="20"/>
                  </a:cubicBezTo>
                  <a:cubicBezTo>
                    <a:pt x="131" y="72"/>
                    <a:pt x="235" y="125"/>
                    <a:pt x="366" y="177"/>
                  </a:cubicBezTo>
                  <a:cubicBezTo>
                    <a:pt x="470" y="203"/>
                    <a:pt x="601" y="229"/>
                    <a:pt x="731" y="229"/>
                  </a:cubicBezTo>
                  <a:cubicBezTo>
                    <a:pt x="757" y="203"/>
                    <a:pt x="757" y="177"/>
                    <a:pt x="731" y="177"/>
                  </a:cubicBezTo>
                  <a:cubicBezTo>
                    <a:pt x="627" y="98"/>
                    <a:pt x="496" y="46"/>
                    <a:pt x="366" y="20"/>
                  </a:cubicBezTo>
                  <a:cubicBezTo>
                    <a:pt x="301" y="7"/>
                    <a:pt x="235"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4230775" y="2361675"/>
              <a:ext cx="149150" cy="463000"/>
            </a:xfrm>
            <a:custGeom>
              <a:rect b="b" l="l" r="r" t="t"/>
              <a:pathLst>
                <a:path extrusionOk="0" h="18520" w="5966">
                  <a:moveTo>
                    <a:pt x="0" y="0"/>
                  </a:moveTo>
                  <a:lnTo>
                    <a:pt x="0" y="0"/>
                  </a:lnTo>
                  <a:cubicBezTo>
                    <a:pt x="1070" y="3314"/>
                    <a:pt x="2088" y="6628"/>
                    <a:pt x="3132" y="9943"/>
                  </a:cubicBezTo>
                  <a:cubicBezTo>
                    <a:pt x="4019" y="12813"/>
                    <a:pt x="4854" y="15710"/>
                    <a:pt x="5898" y="18502"/>
                  </a:cubicBezTo>
                  <a:cubicBezTo>
                    <a:pt x="5909" y="18513"/>
                    <a:pt x="5924" y="18519"/>
                    <a:pt x="5936" y="18519"/>
                  </a:cubicBezTo>
                  <a:cubicBezTo>
                    <a:pt x="5954" y="18519"/>
                    <a:pt x="5965" y="18507"/>
                    <a:pt x="5950" y="18476"/>
                  </a:cubicBezTo>
                  <a:cubicBezTo>
                    <a:pt x="5141" y="15605"/>
                    <a:pt x="4202" y="12761"/>
                    <a:pt x="3288" y="9917"/>
                  </a:cubicBezTo>
                  <a:cubicBezTo>
                    <a:pt x="2245" y="6602"/>
                    <a:pt x="1175" y="328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4382125" y="2833350"/>
              <a:ext cx="7200" cy="18125"/>
            </a:xfrm>
            <a:custGeom>
              <a:rect b="b" l="l" r="r" t="t"/>
              <a:pathLst>
                <a:path extrusionOk="0" h="725" w="288">
                  <a:moveTo>
                    <a:pt x="1" y="0"/>
                  </a:moveTo>
                  <a:lnTo>
                    <a:pt x="1" y="0"/>
                  </a:lnTo>
                  <a:cubicBezTo>
                    <a:pt x="27" y="235"/>
                    <a:pt x="131" y="470"/>
                    <a:pt x="262" y="705"/>
                  </a:cubicBezTo>
                  <a:cubicBezTo>
                    <a:pt x="262" y="718"/>
                    <a:pt x="268" y="725"/>
                    <a:pt x="275" y="725"/>
                  </a:cubicBezTo>
                  <a:cubicBezTo>
                    <a:pt x="281" y="725"/>
                    <a:pt x="288" y="718"/>
                    <a:pt x="288" y="705"/>
                  </a:cubicBezTo>
                  <a:cubicBezTo>
                    <a:pt x="235" y="444"/>
                    <a:pt x="131" y="20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3809975" y="2675950"/>
              <a:ext cx="215700" cy="148950"/>
            </a:xfrm>
            <a:custGeom>
              <a:rect b="b" l="l" r="r" t="t"/>
              <a:pathLst>
                <a:path extrusionOk="0" h="5958" w="8628">
                  <a:moveTo>
                    <a:pt x="8601" y="0"/>
                  </a:moveTo>
                  <a:cubicBezTo>
                    <a:pt x="8596" y="0"/>
                    <a:pt x="8591" y="2"/>
                    <a:pt x="8586" y="7"/>
                  </a:cubicBezTo>
                  <a:cubicBezTo>
                    <a:pt x="5663" y="1860"/>
                    <a:pt x="2819" y="3896"/>
                    <a:pt x="1" y="5931"/>
                  </a:cubicBezTo>
                  <a:lnTo>
                    <a:pt x="1" y="5957"/>
                  </a:lnTo>
                  <a:cubicBezTo>
                    <a:pt x="3002" y="4183"/>
                    <a:pt x="5872" y="2199"/>
                    <a:pt x="8586" y="33"/>
                  </a:cubicBezTo>
                  <a:cubicBezTo>
                    <a:pt x="8628" y="33"/>
                    <a:pt x="8619" y="0"/>
                    <a:pt x="86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4031125" y="2661125"/>
              <a:ext cx="15050" cy="11100"/>
            </a:xfrm>
            <a:custGeom>
              <a:rect b="b" l="l" r="r" t="t"/>
              <a:pathLst>
                <a:path extrusionOk="0" h="444" w="602">
                  <a:moveTo>
                    <a:pt x="601" y="0"/>
                  </a:moveTo>
                  <a:cubicBezTo>
                    <a:pt x="366" y="52"/>
                    <a:pt x="184" y="287"/>
                    <a:pt x="1" y="444"/>
                  </a:cubicBezTo>
                  <a:cubicBezTo>
                    <a:pt x="236" y="365"/>
                    <a:pt x="445" y="235"/>
                    <a:pt x="601" y="26"/>
                  </a:cubicBezTo>
                  <a:cubicBezTo>
                    <a:pt x="601" y="0"/>
                    <a:pt x="601" y="0"/>
                    <a:pt x="6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 name="Google Shape;131;p7"/>
          <p:cNvGrpSpPr/>
          <p:nvPr/>
        </p:nvGrpSpPr>
        <p:grpSpPr>
          <a:xfrm>
            <a:off x="266147" y="1385496"/>
            <a:ext cx="690798" cy="669178"/>
            <a:chOff x="-1830642" y="-1141753"/>
            <a:chExt cx="1178635" cy="1141747"/>
          </a:xfrm>
        </p:grpSpPr>
        <p:sp>
          <p:nvSpPr>
            <p:cNvPr id="132" name="Google Shape;132;p7"/>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7"/>
          <p:cNvSpPr/>
          <p:nvPr/>
        </p:nvSpPr>
        <p:spPr>
          <a:xfrm>
            <a:off x="1615242" y="11275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453192" y="3335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2033542" y="42740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7"/>
          <p:cNvGrpSpPr/>
          <p:nvPr/>
        </p:nvGrpSpPr>
        <p:grpSpPr>
          <a:xfrm>
            <a:off x="8187044" y="1244917"/>
            <a:ext cx="796576" cy="499302"/>
            <a:chOff x="-3919425" y="-1567975"/>
            <a:chExt cx="1359113" cy="851906"/>
          </a:xfrm>
        </p:grpSpPr>
        <p:sp>
          <p:nvSpPr>
            <p:cNvPr id="147" name="Google Shape;147;p7"/>
            <p:cNvSpPr/>
            <p:nvPr/>
          </p:nvSpPr>
          <p:spPr>
            <a:xfrm>
              <a:off x="-3902459" y="-1396068"/>
              <a:ext cx="792969" cy="662561"/>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3296172" y="-1550063"/>
              <a:ext cx="701932" cy="64660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3257628" y="-1387496"/>
              <a:ext cx="658778" cy="482910"/>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2995393" y="-1494376"/>
              <a:ext cx="291614" cy="194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3891641" y="-1273344"/>
              <a:ext cx="782151" cy="539838"/>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3762060" y="-1222860"/>
              <a:ext cx="319339" cy="211041"/>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3919425" y="-1567975"/>
              <a:ext cx="1359113" cy="851906"/>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2885852" y="-1200337"/>
              <a:ext cx="237642" cy="175394"/>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3850024" y="-1214761"/>
              <a:ext cx="166645" cy="168241"/>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3668007" y="-1235806"/>
              <a:ext cx="30917" cy="15606"/>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2929065" y="-1020744"/>
              <a:ext cx="33991" cy="13183"/>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 name="Google Shape;158;p7"/>
          <p:cNvGrpSpPr/>
          <p:nvPr/>
        </p:nvGrpSpPr>
        <p:grpSpPr>
          <a:xfrm>
            <a:off x="7583685" y="4040152"/>
            <a:ext cx="690794" cy="660893"/>
            <a:chOff x="4058550" y="928275"/>
            <a:chExt cx="427975" cy="409450"/>
          </a:xfrm>
        </p:grpSpPr>
        <p:sp>
          <p:nvSpPr>
            <p:cNvPr id="159" name="Google Shape;159;p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 name="Google Shape;162;p7"/>
          <p:cNvGrpSpPr/>
          <p:nvPr/>
        </p:nvGrpSpPr>
        <p:grpSpPr>
          <a:xfrm rot="-2700000">
            <a:off x="7231011" y="225371"/>
            <a:ext cx="427971" cy="409446"/>
            <a:chOff x="4058550" y="928275"/>
            <a:chExt cx="427975" cy="409450"/>
          </a:xfrm>
        </p:grpSpPr>
        <p:sp>
          <p:nvSpPr>
            <p:cNvPr id="163" name="Google Shape;163;p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7"/>
          <p:cNvSpPr/>
          <p:nvPr/>
        </p:nvSpPr>
        <p:spPr>
          <a:xfrm>
            <a:off x="8682792" y="36071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p:nvPr/>
        </p:nvSpPr>
        <p:spPr>
          <a:xfrm>
            <a:off x="8576305" y="3564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8" name="Shape 168"/>
        <p:cNvGrpSpPr/>
        <p:nvPr/>
      </p:nvGrpSpPr>
      <p:grpSpPr>
        <a:xfrm>
          <a:off x="0" y="0"/>
          <a:ext cx="0" cy="0"/>
          <a:chOff x="0" y="0"/>
          <a:chExt cx="0" cy="0"/>
        </a:xfrm>
      </p:grpSpPr>
      <p:sp>
        <p:nvSpPr>
          <p:cNvPr id="169" name="Google Shape;169;p8"/>
          <p:cNvSpPr txBox="1"/>
          <p:nvPr>
            <p:ph type="title"/>
          </p:nvPr>
        </p:nvSpPr>
        <p:spPr>
          <a:xfrm>
            <a:off x="1826250" y="1425150"/>
            <a:ext cx="5491500" cy="22932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8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70" name="Google Shape;170;p8"/>
          <p:cNvGrpSpPr/>
          <p:nvPr/>
        </p:nvGrpSpPr>
        <p:grpSpPr>
          <a:xfrm>
            <a:off x="6063484" y="-202616"/>
            <a:ext cx="690798" cy="669178"/>
            <a:chOff x="-1830642" y="-1141753"/>
            <a:chExt cx="1178635" cy="1141747"/>
          </a:xfrm>
        </p:grpSpPr>
        <p:sp>
          <p:nvSpPr>
            <p:cNvPr id="171" name="Google Shape;171;p8"/>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 name="Google Shape;182;p8"/>
          <p:cNvSpPr/>
          <p:nvPr/>
        </p:nvSpPr>
        <p:spPr>
          <a:xfrm>
            <a:off x="8293967" y="4481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367467" y="4665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4711892" y="4022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8"/>
          <p:cNvGrpSpPr/>
          <p:nvPr/>
        </p:nvGrpSpPr>
        <p:grpSpPr>
          <a:xfrm rot="285333">
            <a:off x="2193929" y="245579"/>
            <a:ext cx="427950" cy="409426"/>
            <a:chOff x="4058550" y="928275"/>
            <a:chExt cx="427975" cy="409450"/>
          </a:xfrm>
        </p:grpSpPr>
        <p:sp>
          <p:nvSpPr>
            <p:cNvPr id="186" name="Google Shape;186;p8"/>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8"/>
          <p:cNvSpPr/>
          <p:nvPr/>
        </p:nvSpPr>
        <p:spPr>
          <a:xfrm>
            <a:off x="2914742" y="46044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0" name="Shape 190"/>
        <p:cNvGrpSpPr/>
        <p:nvPr/>
      </p:nvGrpSpPr>
      <p:grpSpPr>
        <a:xfrm>
          <a:off x="0" y="0"/>
          <a:ext cx="0" cy="0"/>
          <a:chOff x="0" y="0"/>
          <a:chExt cx="0" cy="0"/>
        </a:xfrm>
      </p:grpSpPr>
      <p:sp>
        <p:nvSpPr>
          <p:cNvPr id="191" name="Google Shape;191;p9"/>
          <p:cNvSpPr txBox="1"/>
          <p:nvPr>
            <p:ph type="title"/>
          </p:nvPr>
        </p:nvSpPr>
        <p:spPr>
          <a:xfrm>
            <a:off x="714300" y="1461775"/>
            <a:ext cx="4045200" cy="8814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2" name="Google Shape;192;p9"/>
          <p:cNvSpPr txBox="1"/>
          <p:nvPr>
            <p:ph idx="1" type="subTitle"/>
          </p:nvPr>
        </p:nvSpPr>
        <p:spPr>
          <a:xfrm>
            <a:off x="714300" y="2438400"/>
            <a:ext cx="4045200" cy="118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grpSp>
        <p:nvGrpSpPr>
          <p:cNvPr id="193" name="Google Shape;193;p9"/>
          <p:cNvGrpSpPr/>
          <p:nvPr/>
        </p:nvGrpSpPr>
        <p:grpSpPr>
          <a:xfrm rot="1538468">
            <a:off x="2691850" y="4273992"/>
            <a:ext cx="690820" cy="660917"/>
            <a:chOff x="4058550" y="928275"/>
            <a:chExt cx="427975" cy="409450"/>
          </a:xfrm>
        </p:grpSpPr>
        <p:sp>
          <p:nvSpPr>
            <p:cNvPr id="194" name="Google Shape;194;p9"/>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9"/>
          <p:cNvSpPr/>
          <p:nvPr/>
        </p:nvSpPr>
        <p:spPr>
          <a:xfrm>
            <a:off x="617842" y="43929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 name="Google Shape;198;p9"/>
          <p:cNvGrpSpPr/>
          <p:nvPr/>
        </p:nvGrpSpPr>
        <p:grpSpPr>
          <a:xfrm rot="5714365">
            <a:off x="368896" y="368039"/>
            <a:ext cx="690813" cy="660911"/>
            <a:chOff x="4058550" y="928275"/>
            <a:chExt cx="427975" cy="409450"/>
          </a:xfrm>
        </p:grpSpPr>
        <p:sp>
          <p:nvSpPr>
            <p:cNvPr id="199" name="Google Shape;199;p9"/>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2" name="Shape 202"/>
        <p:cNvGrpSpPr/>
        <p:nvPr/>
      </p:nvGrpSpPr>
      <p:grpSpPr>
        <a:xfrm>
          <a:off x="0" y="0"/>
          <a:ext cx="0" cy="0"/>
          <a:chOff x="0" y="0"/>
          <a:chExt cx="0" cy="0"/>
        </a:xfrm>
      </p:grpSpPr>
      <p:sp>
        <p:nvSpPr>
          <p:cNvPr id="203" name="Google Shape;203;p10"/>
          <p:cNvSpPr txBox="1"/>
          <p:nvPr>
            <p:ph type="title"/>
          </p:nvPr>
        </p:nvSpPr>
        <p:spPr>
          <a:xfrm>
            <a:off x="2556000" y="1734900"/>
            <a:ext cx="4032000" cy="18492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3000"/>
              <a:buNone/>
              <a:defRPr sz="3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204" name="Google Shape;204;p10"/>
          <p:cNvGrpSpPr/>
          <p:nvPr/>
        </p:nvGrpSpPr>
        <p:grpSpPr>
          <a:xfrm rot="-5097423">
            <a:off x="229163" y="1147857"/>
            <a:ext cx="427963" cy="409438"/>
            <a:chOff x="4058550" y="928275"/>
            <a:chExt cx="427975" cy="409450"/>
          </a:xfrm>
        </p:grpSpPr>
        <p:sp>
          <p:nvSpPr>
            <p:cNvPr id="205" name="Google Shape;205;p1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0"/>
          <p:cNvGrpSpPr/>
          <p:nvPr/>
        </p:nvGrpSpPr>
        <p:grpSpPr>
          <a:xfrm rot="8534263">
            <a:off x="844318" y="219148"/>
            <a:ext cx="690827" cy="660924"/>
            <a:chOff x="4058550" y="928275"/>
            <a:chExt cx="427975" cy="409450"/>
          </a:xfrm>
        </p:grpSpPr>
        <p:sp>
          <p:nvSpPr>
            <p:cNvPr id="209" name="Google Shape;209;p1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10"/>
          <p:cNvSpPr/>
          <p:nvPr/>
        </p:nvSpPr>
        <p:spPr>
          <a:xfrm>
            <a:off x="1813067" y="3564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268830" y="4530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10"/>
          <p:cNvGrpSpPr/>
          <p:nvPr/>
        </p:nvGrpSpPr>
        <p:grpSpPr>
          <a:xfrm rot="6941993">
            <a:off x="8369880" y="4424142"/>
            <a:ext cx="690828" cy="660925"/>
            <a:chOff x="4058550" y="928275"/>
            <a:chExt cx="427975" cy="409450"/>
          </a:xfrm>
        </p:grpSpPr>
        <p:sp>
          <p:nvSpPr>
            <p:cNvPr id="215" name="Google Shape;215;p1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 name="Google Shape;218;p10"/>
          <p:cNvSpPr/>
          <p:nvPr/>
        </p:nvSpPr>
        <p:spPr>
          <a:xfrm>
            <a:off x="7901642" y="49503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8618830" y="38532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0" name="Shape 220"/>
        <p:cNvGrpSpPr/>
        <p:nvPr/>
      </p:nvGrpSpPr>
      <p:grpSpPr>
        <a:xfrm>
          <a:off x="0" y="0"/>
          <a:ext cx="0" cy="0"/>
          <a:chOff x="0" y="0"/>
          <a:chExt cx="0" cy="0"/>
        </a:xfrm>
      </p:grpSpPr>
      <p:sp>
        <p:nvSpPr>
          <p:cNvPr id="221" name="Google Shape;221;p11"/>
          <p:cNvSpPr txBox="1"/>
          <p:nvPr>
            <p:ph hasCustomPrompt="1" type="title"/>
          </p:nvPr>
        </p:nvSpPr>
        <p:spPr>
          <a:xfrm>
            <a:off x="1861200" y="1554800"/>
            <a:ext cx="5421600" cy="1017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0"/>
              <a:buNone/>
              <a:defRPr sz="105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222" name="Google Shape;222;p11"/>
          <p:cNvSpPr txBox="1"/>
          <p:nvPr>
            <p:ph idx="1" type="subTitle"/>
          </p:nvPr>
        </p:nvSpPr>
        <p:spPr>
          <a:xfrm>
            <a:off x="2085900" y="3069613"/>
            <a:ext cx="4972200" cy="47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23" name="Google Shape;223;p11"/>
          <p:cNvGrpSpPr/>
          <p:nvPr/>
        </p:nvGrpSpPr>
        <p:grpSpPr>
          <a:xfrm rot="1538468">
            <a:off x="669362" y="4274004"/>
            <a:ext cx="690820" cy="660917"/>
            <a:chOff x="4058550" y="928275"/>
            <a:chExt cx="427975" cy="409450"/>
          </a:xfrm>
        </p:grpSpPr>
        <p:sp>
          <p:nvSpPr>
            <p:cNvPr id="224" name="Google Shape;224;p11"/>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 name="Google Shape;227;p11"/>
          <p:cNvGrpSpPr/>
          <p:nvPr/>
        </p:nvGrpSpPr>
        <p:grpSpPr>
          <a:xfrm rot="9935224">
            <a:off x="7820749" y="213233"/>
            <a:ext cx="2086990" cy="2955807"/>
            <a:chOff x="-4145499" y="-43975"/>
            <a:chExt cx="2347354" cy="3324560"/>
          </a:xfrm>
        </p:grpSpPr>
        <p:sp>
          <p:nvSpPr>
            <p:cNvPr id="228" name="Google Shape;228;p11"/>
            <p:cNvSpPr/>
            <p:nvPr/>
          </p:nvSpPr>
          <p:spPr>
            <a:xfrm>
              <a:off x="-2335431" y="1780597"/>
              <a:ext cx="292035" cy="268095"/>
            </a:xfrm>
            <a:custGeom>
              <a:rect b="b" l="l" r="r" t="t"/>
              <a:pathLst>
                <a:path extrusionOk="0" h="6876" w="7490">
                  <a:moveTo>
                    <a:pt x="3951" y="2643"/>
                  </a:moveTo>
                  <a:cubicBezTo>
                    <a:pt x="4096" y="2643"/>
                    <a:pt x="4240" y="2690"/>
                    <a:pt x="4358" y="2779"/>
                  </a:cubicBezTo>
                  <a:cubicBezTo>
                    <a:pt x="4541" y="2910"/>
                    <a:pt x="4672" y="3145"/>
                    <a:pt x="4724" y="3379"/>
                  </a:cubicBezTo>
                  <a:cubicBezTo>
                    <a:pt x="4750" y="3536"/>
                    <a:pt x="4698" y="3719"/>
                    <a:pt x="4593" y="3875"/>
                  </a:cubicBezTo>
                  <a:cubicBezTo>
                    <a:pt x="4515" y="3980"/>
                    <a:pt x="4384" y="4084"/>
                    <a:pt x="4254" y="4162"/>
                  </a:cubicBezTo>
                  <a:cubicBezTo>
                    <a:pt x="4162" y="4208"/>
                    <a:pt x="4056" y="4229"/>
                    <a:pt x="3947" y="4229"/>
                  </a:cubicBezTo>
                  <a:cubicBezTo>
                    <a:pt x="3809" y="4229"/>
                    <a:pt x="3667" y="4195"/>
                    <a:pt x="3549" y="4136"/>
                  </a:cubicBezTo>
                  <a:lnTo>
                    <a:pt x="3497" y="4110"/>
                  </a:lnTo>
                  <a:cubicBezTo>
                    <a:pt x="3497" y="4110"/>
                    <a:pt x="3471" y="4084"/>
                    <a:pt x="3471" y="4084"/>
                  </a:cubicBezTo>
                  <a:cubicBezTo>
                    <a:pt x="3132" y="3823"/>
                    <a:pt x="3054" y="3379"/>
                    <a:pt x="3262" y="3014"/>
                  </a:cubicBezTo>
                  <a:cubicBezTo>
                    <a:pt x="3367" y="2884"/>
                    <a:pt x="3471" y="2779"/>
                    <a:pt x="3628" y="2727"/>
                  </a:cubicBezTo>
                  <a:cubicBezTo>
                    <a:pt x="3729" y="2671"/>
                    <a:pt x="3840" y="2643"/>
                    <a:pt x="3951" y="2643"/>
                  </a:cubicBezTo>
                  <a:close/>
                  <a:moveTo>
                    <a:pt x="3915" y="1"/>
                  </a:moveTo>
                  <a:cubicBezTo>
                    <a:pt x="3406" y="1"/>
                    <a:pt x="2899" y="108"/>
                    <a:pt x="2427" y="326"/>
                  </a:cubicBezTo>
                  <a:cubicBezTo>
                    <a:pt x="1827" y="587"/>
                    <a:pt x="1357" y="1031"/>
                    <a:pt x="1018" y="1579"/>
                  </a:cubicBezTo>
                  <a:cubicBezTo>
                    <a:pt x="0" y="3197"/>
                    <a:pt x="496" y="5337"/>
                    <a:pt x="2088" y="6354"/>
                  </a:cubicBezTo>
                  <a:cubicBezTo>
                    <a:pt x="2658" y="6705"/>
                    <a:pt x="3301" y="6876"/>
                    <a:pt x="3944" y="6876"/>
                  </a:cubicBezTo>
                  <a:cubicBezTo>
                    <a:pt x="4451" y="6876"/>
                    <a:pt x="4957" y="6770"/>
                    <a:pt x="5428" y="6563"/>
                  </a:cubicBezTo>
                  <a:cubicBezTo>
                    <a:pt x="6028" y="6276"/>
                    <a:pt x="6524" y="5832"/>
                    <a:pt x="6864" y="5284"/>
                  </a:cubicBezTo>
                  <a:cubicBezTo>
                    <a:pt x="7359" y="4475"/>
                    <a:pt x="7490" y="3484"/>
                    <a:pt x="7281" y="2570"/>
                  </a:cubicBezTo>
                  <a:cubicBezTo>
                    <a:pt x="7072" y="1709"/>
                    <a:pt x="6524" y="979"/>
                    <a:pt x="5794" y="509"/>
                  </a:cubicBezTo>
                  <a:cubicBezTo>
                    <a:pt x="5210" y="173"/>
                    <a:pt x="4561" y="1"/>
                    <a:pt x="391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2206221" y="1891833"/>
              <a:ext cx="48893" cy="47139"/>
            </a:xfrm>
            <a:custGeom>
              <a:rect b="b" l="l" r="r" t="t"/>
              <a:pathLst>
                <a:path extrusionOk="0" h="1209" w="1254">
                  <a:moveTo>
                    <a:pt x="655" y="1"/>
                  </a:moveTo>
                  <a:cubicBezTo>
                    <a:pt x="567" y="1"/>
                    <a:pt x="477" y="20"/>
                    <a:pt x="392" y="57"/>
                  </a:cubicBezTo>
                  <a:cubicBezTo>
                    <a:pt x="183" y="135"/>
                    <a:pt x="53" y="344"/>
                    <a:pt x="27" y="552"/>
                  </a:cubicBezTo>
                  <a:cubicBezTo>
                    <a:pt x="1" y="787"/>
                    <a:pt x="105" y="996"/>
                    <a:pt x="314" y="1127"/>
                  </a:cubicBezTo>
                  <a:cubicBezTo>
                    <a:pt x="398" y="1183"/>
                    <a:pt x="496" y="1209"/>
                    <a:pt x="594" y="1209"/>
                  </a:cubicBezTo>
                  <a:cubicBezTo>
                    <a:pt x="679" y="1209"/>
                    <a:pt x="763" y="1189"/>
                    <a:pt x="836" y="1153"/>
                  </a:cubicBezTo>
                  <a:cubicBezTo>
                    <a:pt x="1070" y="1048"/>
                    <a:pt x="1227" y="813"/>
                    <a:pt x="1253" y="579"/>
                  </a:cubicBezTo>
                  <a:cubicBezTo>
                    <a:pt x="1253" y="370"/>
                    <a:pt x="1123" y="161"/>
                    <a:pt x="940" y="83"/>
                  </a:cubicBezTo>
                  <a:cubicBezTo>
                    <a:pt x="856" y="27"/>
                    <a:pt x="757" y="1"/>
                    <a:pt x="6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3953166" y="2115630"/>
              <a:ext cx="1455029" cy="977557"/>
            </a:xfrm>
            <a:custGeom>
              <a:rect b="b" l="l" r="r" t="t"/>
              <a:pathLst>
                <a:path extrusionOk="0" h="25072" w="37318">
                  <a:moveTo>
                    <a:pt x="1085" y="1"/>
                  </a:moveTo>
                  <a:cubicBezTo>
                    <a:pt x="1071" y="1"/>
                    <a:pt x="1057" y="2"/>
                    <a:pt x="1044" y="6"/>
                  </a:cubicBezTo>
                  <a:cubicBezTo>
                    <a:pt x="913" y="32"/>
                    <a:pt x="809" y="84"/>
                    <a:pt x="705" y="136"/>
                  </a:cubicBezTo>
                  <a:cubicBezTo>
                    <a:pt x="470" y="214"/>
                    <a:pt x="287" y="371"/>
                    <a:pt x="157" y="554"/>
                  </a:cubicBezTo>
                  <a:cubicBezTo>
                    <a:pt x="0" y="841"/>
                    <a:pt x="365" y="1336"/>
                    <a:pt x="626" y="1676"/>
                  </a:cubicBezTo>
                  <a:cubicBezTo>
                    <a:pt x="678" y="1780"/>
                    <a:pt x="731" y="1858"/>
                    <a:pt x="783" y="1911"/>
                  </a:cubicBezTo>
                  <a:cubicBezTo>
                    <a:pt x="1383" y="2876"/>
                    <a:pt x="1879" y="3659"/>
                    <a:pt x="2375" y="4390"/>
                  </a:cubicBezTo>
                  <a:cubicBezTo>
                    <a:pt x="3366" y="5903"/>
                    <a:pt x="4280" y="7286"/>
                    <a:pt x="5271" y="8617"/>
                  </a:cubicBezTo>
                  <a:cubicBezTo>
                    <a:pt x="9264" y="14123"/>
                    <a:pt x="13674" y="19812"/>
                    <a:pt x="19676" y="23179"/>
                  </a:cubicBezTo>
                  <a:cubicBezTo>
                    <a:pt x="21902" y="24428"/>
                    <a:pt x="24195" y="25072"/>
                    <a:pt x="26378" y="25072"/>
                  </a:cubicBezTo>
                  <a:cubicBezTo>
                    <a:pt x="27523" y="25072"/>
                    <a:pt x="28638" y="24895"/>
                    <a:pt x="29697" y="24536"/>
                  </a:cubicBezTo>
                  <a:cubicBezTo>
                    <a:pt x="30062" y="24405"/>
                    <a:pt x="30402" y="24275"/>
                    <a:pt x="30767" y="24118"/>
                  </a:cubicBezTo>
                  <a:lnTo>
                    <a:pt x="30741" y="24118"/>
                  </a:lnTo>
                  <a:cubicBezTo>
                    <a:pt x="33324" y="22918"/>
                    <a:pt x="35490" y="20700"/>
                    <a:pt x="37160" y="17490"/>
                  </a:cubicBezTo>
                  <a:lnTo>
                    <a:pt x="37187" y="17464"/>
                  </a:lnTo>
                  <a:cubicBezTo>
                    <a:pt x="37291" y="17333"/>
                    <a:pt x="37317" y="17151"/>
                    <a:pt x="37265" y="16994"/>
                  </a:cubicBezTo>
                  <a:cubicBezTo>
                    <a:pt x="37213" y="16890"/>
                    <a:pt x="37108" y="16785"/>
                    <a:pt x="37004" y="16707"/>
                  </a:cubicBezTo>
                  <a:cubicBezTo>
                    <a:pt x="36899" y="16637"/>
                    <a:pt x="36772" y="16603"/>
                    <a:pt x="36644" y="16603"/>
                  </a:cubicBezTo>
                  <a:cubicBezTo>
                    <a:pt x="36581" y="16603"/>
                    <a:pt x="36517" y="16611"/>
                    <a:pt x="36456" y="16629"/>
                  </a:cubicBezTo>
                  <a:cubicBezTo>
                    <a:pt x="36404" y="16655"/>
                    <a:pt x="36351" y="16707"/>
                    <a:pt x="36299" y="16759"/>
                  </a:cubicBezTo>
                  <a:cubicBezTo>
                    <a:pt x="35751" y="17907"/>
                    <a:pt x="35047" y="19003"/>
                    <a:pt x="34212" y="19995"/>
                  </a:cubicBezTo>
                  <a:cubicBezTo>
                    <a:pt x="34212" y="19995"/>
                    <a:pt x="34212" y="20021"/>
                    <a:pt x="34212" y="20021"/>
                  </a:cubicBezTo>
                  <a:cubicBezTo>
                    <a:pt x="34212" y="20047"/>
                    <a:pt x="34186" y="20073"/>
                    <a:pt x="34159" y="20073"/>
                  </a:cubicBezTo>
                  <a:cubicBezTo>
                    <a:pt x="33142" y="21300"/>
                    <a:pt x="31863" y="22291"/>
                    <a:pt x="30428" y="22970"/>
                  </a:cubicBezTo>
                  <a:cubicBezTo>
                    <a:pt x="30245" y="23074"/>
                    <a:pt x="30036" y="23153"/>
                    <a:pt x="29854" y="23231"/>
                  </a:cubicBezTo>
                  <a:cubicBezTo>
                    <a:pt x="28674" y="23689"/>
                    <a:pt x="27428" y="23916"/>
                    <a:pt x="26186" y="23916"/>
                  </a:cubicBezTo>
                  <a:cubicBezTo>
                    <a:pt x="24599" y="23916"/>
                    <a:pt x="23016" y="23545"/>
                    <a:pt x="21581" y="22813"/>
                  </a:cubicBezTo>
                  <a:cubicBezTo>
                    <a:pt x="15449" y="19604"/>
                    <a:pt x="10986" y="13967"/>
                    <a:pt x="7255" y="8930"/>
                  </a:cubicBezTo>
                  <a:cubicBezTo>
                    <a:pt x="6185" y="7469"/>
                    <a:pt x="5219" y="6112"/>
                    <a:pt x="4332" y="4781"/>
                  </a:cubicBezTo>
                  <a:cubicBezTo>
                    <a:pt x="3758" y="3946"/>
                    <a:pt x="3262" y="3163"/>
                    <a:pt x="2766" y="2380"/>
                  </a:cubicBezTo>
                  <a:lnTo>
                    <a:pt x="2114" y="1336"/>
                  </a:lnTo>
                  <a:cubicBezTo>
                    <a:pt x="2088" y="1310"/>
                    <a:pt x="2035" y="1232"/>
                    <a:pt x="1983" y="1128"/>
                  </a:cubicBezTo>
                  <a:cubicBezTo>
                    <a:pt x="1827" y="841"/>
                    <a:pt x="1644" y="554"/>
                    <a:pt x="1461" y="267"/>
                  </a:cubicBezTo>
                  <a:cubicBezTo>
                    <a:pt x="1435" y="267"/>
                    <a:pt x="1409" y="240"/>
                    <a:pt x="1409" y="214"/>
                  </a:cubicBezTo>
                  <a:cubicBezTo>
                    <a:pt x="1295" y="78"/>
                    <a:pt x="1181" y="1"/>
                    <a:pt x="10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3303023" y="3084041"/>
              <a:ext cx="235071" cy="187464"/>
            </a:xfrm>
            <a:custGeom>
              <a:rect b="b" l="l" r="r" t="t"/>
              <a:pathLst>
                <a:path extrusionOk="0" h="4808" w="6029">
                  <a:moveTo>
                    <a:pt x="2363" y="1"/>
                  </a:moveTo>
                  <a:cubicBezTo>
                    <a:pt x="2175" y="1"/>
                    <a:pt x="1987" y="13"/>
                    <a:pt x="1801" y="37"/>
                  </a:cubicBezTo>
                  <a:cubicBezTo>
                    <a:pt x="1644" y="63"/>
                    <a:pt x="1514" y="89"/>
                    <a:pt x="1357" y="167"/>
                  </a:cubicBezTo>
                  <a:cubicBezTo>
                    <a:pt x="313" y="663"/>
                    <a:pt x="0" y="2072"/>
                    <a:pt x="339" y="3168"/>
                  </a:cubicBezTo>
                  <a:cubicBezTo>
                    <a:pt x="470" y="3795"/>
                    <a:pt x="887" y="4343"/>
                    <a:pt x="1488" y="4630"/>
                  </a:cubicBezTo>
                  <a:cubicBezTo>
                    <a:pt x="1761" y="4748"/>
                    <a:pt x="2055" y="4808"/>
                    <a:pt x="2351" y="4808"/>
                  </a:cubicBezTo>
                  <a:cubicBezTo>
                    <a:pt x="2707" y="4808"/>
                    <a:pt x="3065" y="4722"/>
                    <a:pt x="3393" y="4552"/>
                  </a:cubicBezTo>
                  <a:lnTo>
                    <a:pt x="3445" y="4525"/>
                  </a:lnTo>
                  <a:cubicBezTo>
                    <a:pt x="3941" y="4291"/>
                    <a:pt x="4384" y="4030"/>
                    <a:pt x="4802" y="3716"/>
                  </a:cubicBezTo>
                  <a:cubicBezTo>
                    <a:pt x="4854" y="3664"/>
                    <a:pt x="4932" y="3638"/>
                    <a:pt x="5011" y="3586"/>
                  </a:cubicBezTo>
                  <a:cubicBezTo>
                    <a:pt x="5428" y="3299"/>
                    <a:pt x="5950" y="2934"/>
                    <a:pt x="6028" y="2438"/>
                  </a:cubicBezTo>
                  <a:cubicBezTo>
                    <a:pt x="6028" y="2412"/>
                    <a:pt x="6028" y="2412"/>
                    <a:pt x="6028" y="2386"/>
                  </a:cubicBezTo>
                  <a:lnTo>
                    <a:pt x="6002" y="2386"/>
                  </a:lnTo>
                  <a:cubicBezTo>
                    <a:pt x="5898" y="2386"/>
                    <a:pt x="5794" y="2333"/>
                    <a:pt x="5715" y="2281"/>
                  </a:cubicBezTo>
                  <a:cubicBezTo>
                    <a:pt x="5402" y="1942"/>
                    <a:pt x="5350" y="1446"/>
                    <a:pt x="5637" y="1081"/>
                  </a:cubicBezTo>
                  <a:cubicBezTo>
                    <a:pt x="5663" y="1081"/>
                    <a:pt x="5663" y="1055"/>
                    <a:pt x="5637" y="1029"/>
                  </a:cubicBezTo>
                  <a:cubicBezTo>
                    <a:pt x="5219" y="481"/>
                    <a:pt x="4515" y="324"/>
                    <a:pt x="3862" y="220"/>
                  </a:cubicBezTo>
                  <a:lnTo>
                    <a:pt x="3601" y="167"/>
                  </a:lnTo>
                  <a:cubicBezTo>
                    <a:pt x="3205" y="59"/>
                    <a:pt x="2784" y="1"/>
                    <a:pt x="236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3085308" y="3072227"/>
              <a:ext cx="314454" cy="98138"/>
            </a:xfrm>
            <a:custGeom>
              <a:rect b="b" l="l" r="r" t="t"/>
              <a:pathLst>
                <a:path extrusionOk="0" h="2517" w="8065">
                  <a:moveTo>
                    <a:pt x="7986" y="1"/>
                  </a:moveTo>
                  <a:cubicBezTo>
                    <a:pt x="7621" y="157"/>
                    <a:pt x="7229" y="288"/>
                    <a:pt x="6838" y="392"/>
                  </a:cubicBezTo>
                  <a:cubicBezTo>
                    <a:pt x="5977" y="575"/>
                    <a:pt x="5116" y="705"/>
                    <a:pt x="4228" y="705"/>
                  </a:cubicBezTo>
                  <a:cubicBezTo>
                    <a:pt x="2976" y="1097"/>
                    <a:pt x="1671" y="1358"/>
                    <a:pt x="340" y="1436"/>
                  </a:cubicBezTo>
                  <a:cubicBezTo>
                    <a:pt x="314" y="1436"/>
                    <a:pt x="288" y="1462"/>
                    <a:pt x="236" y="1462"/>
                  </a:cubicBezTo>
                  <a:cubicBezTo>
                    <a:pt x="53" y="1566"/>
                    <a:pt x="1" y="1854"/>
                    <a:pt x="53" y="2062"/>
                  </a:cubicBezTo>
                  <a:cubicBezTo>
                    <a:pt x="79" y="2219"/>
                    <a:pt x="157" y="2349"/>
                    <a:pt x="262" y="2454"/>
                  </a:cubicBezTo>
                  <a:cubicBezTo>
                    <a:pt x="338" y="2492"/>
                    <a:pt x="442" y="2516"/>
                    <a:pt x="544" y="2516"/>
                  </a:cubicBezTo>
                  <a:cubicBezTo>
                    <a:pt x="581" y="2516"/>
                    <a:pt x="618" y="2513"/>
                    <a:pt x="653" y="2506"/>
                  </a:cubicBezTo>
                  <a:lnTo>
                    <a:pt x="731" y="2506"/>
                  </a:lnTo>
                  <a:cubicBezTo>
                    <a:pt x="2610" y="2349"/>
                    <a:pt x="4463" y="1880"/>
                    <a:pt x="6212" y="1123"/>
                  </a:cubicBezTo>
                  <a:cubicBezTo>
                    <a:pt x="6864" y="836"/>
                    <a:pt x="7464" y="470"/>
                    <a:pt x="8038" y="79"/>
                  </a:cubicBezTo>
                  <a:cubicBezTo>
                    <a:pt x="8064" y="53"/>
                    <a:pt x="8064" y="27"/>
                    <a:pt x="8038" y="27"/>
                  </a:cubicBezTo>
                  <a:cubicBezTo>
                    <a:pt x="8038" y="1"/>
                    <a:pt x="8012" y="1"/>
                    <a:pt x="79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2558253" y="2571802"/>
              <a:ext cx="215732" cy="221463"/>
            </a:xfrm>
            <a:custGeom>
              <a:rect b="b" l="l" r="r" t="t"/>
              <a:pathLst>
                <a:path extrusionOk="0" h="5680" w="5533">
                  <a:moveTo>
                    <a:pt x="2671" y="1"/>
                  </a:moveTo>
                  <a:cubicBezTo>
                    <a:pt x="2364" y="1"/>
                    <a:pt x="2077" y="59"/>
                    <a:pt x="1827" y="179"/>
                  </a:cubicBezTo>
                  <a:cubicBezTo>
                    <a:pt x="1383" y="388"/>
                    <a:pt x="1044" y="753"/>
                    <a:pt x="888" y="1223"/>
                  </a:cubicBezTo>
                  <a:cubicBezTo>
                    <a:pt x="601" y="1954"/>
                    <a:pt x="0" y="3780"/>
                    <a:pt x="548" y="4746"/>
                  </a:cubicBezTo>
                  <a:cubicBezTo>
                    <a:pt x="574" y="4772"/>
                    <a:pt x="574" y="4772"/>
                    <a:pt x="601" y="4772"/>
                  </a:cubicBezTo>
                  <a:cubicBezTo>
                    <a:pt x="694" y="4744"/>
                    <a:pt x="788" y="4729"/>
                    <a:pt x="879" y="4729"/>
                  </a:cubicBezTo>
                  <a:cubicBezTo>
                    <a:pt x="1042" y="4729"/>
                    <a:pt x="1197" y="4776"/>
                    <a:pt x="1331" y="4876"/>
                  </a:cubicBezTo>
                  <a:cubicBezTo>
                    <a:pt x="1488" y="4981"/>
                    <a:pt x="1618" y="5137"/>
                    <a:pt x="1697" y="5320"/>
                  </a:cubicBezTo>
                  <a:cubicBezTo>
                    <a:pt x="1723" y="5398"/>
                    <a:pt x="1723" y="5503"/>
                    <a:pt x="1697" y="5607"/>
                  </a:cubicBezTo>
                  <a:cubicBezTo>
                    <a:pt x="1671" y="5607"/>
                    <a:pt x="1671" y="5633"/>
                    <a:pt x="1697" y="5633"/>
                  </a:cubicBezTo>
                  <a:cubicBezTo>
                    <a:pt x="1697" y="5659"/>
                    <a:pt x="1697" y="5659"/>
                    <a:pt x="1723" y="5659"/>
                  </a:cubicBezTo>
                  <a:cubicBezTo>
                    <a:pt x="1797" y="5673"/>
                    <a:pt x="1871" y="5679"/>
                    <a:pt x="1945" y="5679"/>
                  </a:cubicBezTo>
                  <a:cubicBezTo>
                    <a:pt x="2156" y="5679"/>
                    <a:pt x="2364" y="5626"/>
                    <a:pt x="2558" y="5529"/>
                  </a:cubicBezTo>
                  <a:cubicBezTo>
                    <a:pt x="2845" y="5372"/>
                    <a:pt x="3132" y="5216"/>
                    <a:pt x="3393" y="5007"/>
                  </a:cubicBezTo>
                  <a:lnTo>
                    <a:pt x="3576" y="4903"/>
                  </a:lnTo>
                  <a:cubicBezTo>
                    <a:pt x="3993" y="4642"/>
                    <a:pt x="4358" y="4328"/>
                    <a:pt x="4698" y="4015"/>
                  </a:cubicBezTo>
                  <a:cubicBezTo>
                    <a:pt x="5063" y="3624"/>
                    <a:pt x="5533" y="3050"/>
                    <a:pt x="5533" y="2371"/>
                  </a:cubicBezTo>
                  <a:cubicBezTo>
                    <a:pt x="5481" y="1614"/>
                    <a:pt x="5089" y="936"/>
                    <a:pt x="4437" y="545"/>
                  </a:cubicBezTo>
                  <a:cubicBezTo>
                    <a:pt x="3848" y="191"/>
                    <a:pt x="3227" y="1"/>
                    <a:pt x="267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3160595" y="1585730"/>
              <a:ext cx="627817" cy="1400872"/>
            </a:xfrm>
            <a:custGeom>
              <a:rect b="b" l="l" r="r" t="t"/>
              <a:pathLst>
                <a:path extrusionOk="0" h="35929" w="16102">
                  <a:moveTo>
                    <a:pt x="946" y="0"/>
                  </a:moveTo>
                  <a:cubicBezTo>
                    <a:pt x="870" y="0"/>
                    <a:pt x="790" y="17"/>
                    <a:pt x="705" y="53"/>
                  </a:cubicBezTo>
                  <a:cubicBezTo>
                    <a:pt x="679" y="79"/>
                    <a:pt x="653" y="79"/>
                    <a:pt x="627" y="105"/>
                  </a:cubicBezTo>
                  <a:cubicBezTo>
                    <a:pt x="418" y="209"/>
                    <a:pt x="262" y="366"/>
                    <a:pt x="131" y="549"/>
                  </a:cubicBezTo>
                  <a:cubicBezTo>
                    <a:pt x="1" y="810"/>
                    <a:pt x="262" y="1123"/>
                    <a:pt x="444" y="1358"/>
                  </a:cubicBezTo>
                  <a:cubicBezTo>
                    <a:pt x="470" y="1410"/>
                    <a:pt x="523" y="1436"/>
                    <a:pt x="523" y="1462"/>
                  </a:cubicBezTo>
                  <a:lnTo>
                    <a:pt x="1384" y="2662"/>
                  </a:lnTo>
                  <a:cubicBezTo>
                    <a:pt x="1984" y="3497"/>
                    <a:pt x="2480" y="4202"/>
                    <a:pt x="2923" y="4881"/>
                  </a:cubicBezTo>
                  <a:cubicBezTo>
                    <a:pt x="3889" y="6290"/>
                    <a:pt x="4776" y="7699"/>
                    <a:pt x="5611" y="9056"/>
                  </a:cubicBezTo>
                  <a:cubicBezTo>
                    <a:pt x="7829" y="12657"/>
                    <a:pt x="9604" y="15736"/>
                    <a:pt x="10961" y="19025"/>
                  </a:cubicBezTo>
                  <a:cubicBezTo>
                    <a:pt x="12396" y="22495"/>
                    <a:pt x="13179" y="25340"/>
                    <a:pt x="13440" y="28054"/>
                  </a:cubicBezTo>
                  <a:cubicBezTo>
                    <a:pt x="13727" y="30898"/>
                    <a:pt x="12788" y="33743"/>
                    <a:pt x="10857" y="35856"/>
                  </a:cubicBezTo>
                  <a:cubicBezTo>
                    <a:pt x="10857" y="35882"/>
                    <a:pt x="10857" y="35909"/>
                    <a:pt x="10857" y="35909"/>
                  </a:cubicBezTo>
                  <a:cubicBezTo>
                    <a:pt x="10870" y="35922"/>
                    <a:pt x="10876" y="35928"/>
                    <a:pt x="10883" y="35928"/>
                  </a:cubicBezTo>
                  <a:cubicBezTo>
                    <a:pt x="10889" y="35928"/>
                    <a:pt x="10896" y="35922"/>
                    <a:pt x="10909" y="35909"/>
                  </a:cubicBezTo>
                  <a:cubicBezTo>
                    <a:pt x="11979" y="35256"/>
                    <a:pt x="12944" y="34421"/>
                    <a:pt x="13753" y="33456"/>
                  </a:cubicBezTo>
                  <a:cubicBezTo>
                    <a:pt x="16102" y="27532"/>
                    <a:pt x="13362" y="20616"/>
                    <a:pt x="11091" y="15919"/>
                  </a:cubicBezTo>
                  <a:cubicBezTo>
                    <a:pt x="9630" y="12970"/>
                    <a:pt x="8012" y="10100"/>
                    <a:pt x="6238" y="7334"/>
                  </a:cubicBezTo>
                  <a:cubicBezTo>
                    <a:pt x="5376" y="5950"/>
                    <a:pt x="4489" y="4620"/>
                    <a:pt x="3602" y="3341"/>
                  </a:cubicBezTo>
                  <a:cubicBezTo>
                    <a:pt x="3106" y="2584"/>
                    <a:pt x="2610" y="1906"/>
                    <a:pt x="2114" y="1253"/>
                  </a:cubicBezTo>
                  <a:cubicBezTo>
                    <a:pt x="2062" y="1149"/>
                    <a:pt x="1984" y="1044"/>
                    <a:pt x="1906" y="914"/>
                  </a:cubicBezTo>
                  <a:cubicBezTo>
                    <a:pt x="1663" y="494"/>
                    <a:pt x="1364" y="0"/>
                    <a:pt x="94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4136336" y="-35670"/>
              <a:ext cx="1724684" cy="2195371"/>
            </a:xfrm>
            <a:custGeom>
              <a:rect b="b" l="l" r="r" t="t"/>
              <a:pathLst>
                <a:path extrusionOk="0" h="56306" w="44234">
                  <a:moveTo>
                    <a:pt x="24389" y="1"/>
                  </a:moveTo>
                  <a:cubicBezTo>
                    <a:pt x="24124" y="1"/>
                    <a:pt x="23858" y="6"/>
                    <a:pt x="23591" y="16"/>
                  </a:cubicBezTo>
                  <a:cubicBezTo>
                    <a:pt x="20773" y="172"/>
                    <a:pt x="18007" y="903"/>
                    <a:pt x="15449" y="2104"/>
                  </a:cubicBezTo>
                  <a:cubicBezTo>
                    <a:pt x="13492" y="3017"/>
                    <a:pt x="11666" y="4165"/>
                    <a:pt x="9969" y="5496"/>
                  </a:cubicBezTo>
                  <a:cubicBezTo>
                    <a:pt x="6029" y="8601"/>
                    <a:pt x="3132" y="12672"/>
                    <a:pt x="1801" y="17030"/>
                  </a:cubicBezTo>
                  <a:cubicBezTo>
                    <a:pt x="1" y="22876"/>
                    <a:pt x="966" y="29583"/>
                    <a:pt x="4385" y="34932"/>
                  </a:cubicBezTo>
                  <a:cubicBezTo>
                    <a:pt x="4385" y="34958"/>
                    <a:pt x="4385" y="34984"/>
                    <a:pt x="4385" y="35010"/>
                  </a:cubicBezTo>
                  <a:lnTo>
                    <a:pt x="4359" y="35037"/>
                  </a:lnTo>
                  <a:cubicBezTo>
                    <a:pt x="3941" y="35428"/>
                    <a:pt x="3602" y="35872"/>
                    <a:pt x="3341" y="36367"/>
                  </a:cubicBezTo>
                  <a:lnTo>
                    <a:pt x="3080" y="36811"/>
                  </a:lnTo>
                  <a:cubicBezTo>
                    <a:pt x="2819" y="37203"/>
                    <a:pt x="2558" y="37646"/>
                    <a:pt x="2323" y="38090"/>
                  </a:cubicBezTo>
                  <a:cubicBezTo>
                    <a:pt x="1801" y="39134"/>
                    <a:pt x="1384" y="40256"/>
                    <a:pt x="1149" y="41430"/>
                  </a:cubicBezTo>
                  <a:cubicBezTo>
                    <a:pt x="888" y="42813"/>
                    <a:pt x="940" y="44327"/>
                    <a:pt x="992" y="45762"/>
                  </a:cubicBezTo>
                  <a:cubicBezTo>
                    <a:pt x="1018" y="46153"/>
                    <a:pt x="1045" y="46545"/>
                    <a:pt x="1045" y="46936"/>
                  </a:cubicBezTo>
                  <a:lnTo>
                    <a:pt x="1045" y="47432"/>
                  </a:lnTo>
                  <a:cubicBezTo>
                    <a:pt x="1045" y="48893"/>
                    <a:pt x="1071" y="50407"/>
                    <a:pt x="1645" y="51816"/>
                  </a:cubicBezTo>
                  <a:cubicBezTo>
                    <a:pt x="1984" y="52703"/>
                    <a:pt x="2402" y="53565"/>
                    <a:pt x="2845" y="54400"/>
                  </a:cubicBezTo>
                  <a:cubicBezTo>
                    <a:pt x="2897" y="54478"/>
                    <a:pt x="2950" y="54582"/>
                    <a:pt x="3028" y="54713"/>
                  </a:cubicBezTo>
                  <a:cubicBezTo>
                    <a:pt x="3338" y="55357"/>
                    <a:pt x="3822" y="56305"/>
                    <a:pt x="4480" y="56305"/>
                  </a:cubicBezTo>
                  <a:cubicBezTo>
                    <a:pt x="4543" y="56305"/>
                    <a:pt x="4606" y="56297"/>
                    <a:pt x="4672" y="56279"/>
                  </a:cubicBezTo>
                  <a:lnTo>
                    <a:pt x="4698" y="56279"/>
                  </a:lnTo>
                  <a:cubicBezTo>
                    <a:pt x="4698" y="56279"/>
                    <a:pt x="4724" y="56279"/>
                    <a:pt x="4724" y="56253"/>
                  </a:cubicBezTo>
                  <a:cubicBezTo>
                    <a:pt x="4724" y="56253"/>
                    <a:pt x="4724" y="56226"/>
                    <a:pt x="4724" y="56226"/>
                  </a:cubicBezTo>
                  <a:cubicBezTo>
                    <a:pt x="4594" y="56018"/>
                    <a:pt x="4620" y="55757"/>
                    <a:pt x="4776" y="55574"/>
                  </a:cubicBezTo>
                  <a:cubicBezTo>
                    <a:pt x="4933" y="55391"/>
                    <a:pt x="5116" y="55261"/>
                    <a:pt x="5324" y="55156"/>
                  </a:cubicBezTo>
                  <a:cubicBezTo>
                    <a:pt x="5481" y="55078"/>
                    <a:pt x="5637" y="55026"/>
                    <a:pt x="5820" y="55000"/>
                  </a:cubicBezTo>
                  <a:cubicBezTo>
                    <a:pt x="5977" y="55000"/>
                    <a:pt x="6133" y="55078"/>
                    <a:pt x="6212" y="55209"/>
                  </a:cubicBezTo>
                  <a:lnTo>
                    <a:pt x="6264" y="55209"/>
                  </a:lnTo>
                  <a:cubicBezTo>
                    <a:pt x="6681" y="54817"/>
                    <a:pt x="6342" y="54321"/>
                    <a:pt x="6055" y="53904"/>
                  </a:cubicBezTo>
                  <a:lnTo>
                    <a:pt x="5846" y="53617"/>
                  </a:lnTo>
                  <a:cubicBezTo>
                    <a:pt x="5350" y="52912"/>
                    <a:pt x="4907" y="52182"/>
                    <a:pt x="4568" y="51399"/>
                  </a:cubicBezTo>
                  <a:cubicBezTo>
                    <a:pt x="4254" y="50616"/>
                    <a:pt x="4046" y="49781"/>
                    <a:pt x="3993" y="48920"/>
                  </a:cubicBezTo>
                  <a:cubicBezTo>
                    <a:pt x="3811" y="47302"/>
                    <a:pt x="3759" y="45684"/>
                    <a:pt x="3811" y="44066"/>
                  </a:cubicBezTo>
                  <a:lnTo>
                    <a:pt x="3811" y="43439"/>
                  </a:lnTo>
                  <a:cubicBezTo>
                    <a:pt x="3837" y="39812"/>
                    <a:pt x="5324" y="36915"/>
                    <a:pt x="7856" y="35715"/>
                  </a:cubicBezTo>
                  <a:lnTo>
                    <a:pt x="7908" y="35715"/>
                  </a:lnTo>
                  <a:cubicBezTo>
                    <a:pt x="8921" y="35273"/>
                    <a:pt x="9999" y="35052"/>
                    <a:pt x="11096" y="35052"/>
                  </a:cubicBezTo>
                  <a:cubicBezTo>
                    <a:pt x="11554" y="35052"/>
                    <a:pt x="12014" y="35090"/>
                    <a:pt x="12475" y="35167"/>
                  </a:cubicBezTo>
                  <a:cubicBezTo>
                    <a:pt x="13779" y="35428"/>
                    <a:pt x="15084" y="35846"/>
                    <a:pt x="16285" y="36394"/>
                  </a:cubicBezTo>
                  <a:lnTo>
                    <a:pt x="17015" y="36707"/>
                  </a:lnTo>
                  <a:cubicBezTo>
                    <a:pt x="17902" y="37046"/>
                    <a:pt x="18764" y="37463"/>
                    <a:pt x="19599" y="37933"/>
                  </a:cubicBezTo>
                  <a:lnTo>
                    <a:pt x="19912" y="38090"/>
                  </a:lnTo>
                  <a:cubicBezTo>
                    <a:pt x="20538" y="38403"/>
                    <a:pt x="21164" y="38794"/>
                    <a:pt x="21712" y="39264"/>
                  </a:cubicBezTo>
                  <a:cubicBezTo>
                    <a:pt x="22391" y="39916"/>
                    <a:pt x="22991" y="40647"/>
                    <a:pt x="23513" y="41456"/>
                  </a:cubicBezTo>
                  <a:cubicBezTo>
                    <a:pt x="23539" y="41508"/>
                    <a:pt x="23591" y="41613"/>
                    <a:pt x="23670" y="41691"/>
                  </a:cubicBezTo>
                  <a:cubicBezTo>
                    <a:pt x="23917" y="42140"/>
                    <a:pt x="24260" y="42704"/>
                    <a:pt x="24733" y="42704"/>
                  </a:cubicBezTo>
                  <a:cubicBezTo>
                    <a:pt x="24810" y="42704"/>
                    <a:pt x="24890" y="42689"/>
                    <a:pt x="24974" y="42657"/>
                  </a:cubicBezTo>
                  <a:cubicBezTo>
                    <a:pt x="24974" y="42657"/>
                    <a:pt x="24974" y="42630"/>
                    <a:pt x="25001" y="42630"/>
                  </a:cubicBezTo>
                  <a:cubicBezTo>
                    <a:pt x="25001" y="42630"/>
                    <a:pt x="25001" y="42604"/>
                    <a:pt x="25001" y="42604"/>
                  </a:cubicBezTo>
                  <a:cubicBezTo>
                    <a:pt x="24896" y="42448"/>
                    <a:pt x="24870" y="42265"/>
                    <a:pt x="24974" y="42109"/>
                  </a:cubicBezTo>
                  <a:cubicBezTo>
                    <a:pt x="25131" y="41848"/>
                    <a:pt x="25366" y="41613"/>
                    <a:pt x="25679" y="41456"/>
                  </a:cubicBezTo>
                  <a:cubicBezTo>
                    <a:pt x="25757" y="41430"/>
                    <a:pt x="25836" y="41404"/>
                    <a:pt x="25940" y="41378"/>
                  </a:cubicBezTo>
                  <a:cubicBezTo>
                    <a:pt x="25983" y="41367"/>
                    <a:pt x="26025" y="41362"/>
                    <a:pt x="26067" y="41362"/>
                  </a:cubicBezTo>
                  <a:cubicBezTo>
                    <a:pt x="26231" y="41362"/>
                    <a:pt x="26384" y="41441"/>
                    <a:pt x="26488" y="41587"/>
                  </a:cubicBezTo>
                  <a:lnTo>
                    <a:pt x="26540" y="41587"/>
                  </a:lnTo>
                  <a:cubicBezTo>
                    <a:pt x="26984" y="40908"/>
                    <a:pt x="26149" y="39943"/>
                    <a:pt x="25575" y="39290"/>
                  </a:cubicBezTo>
                  <a:lnTo>
                    <a:pt x="25340" y="39029"/>
                  </a:lnTo>
                  <a:cubicBezTo>
                    <a:pt x="24766" y="38299"/>
                    <a:pt x="24087" y="37594"/>
                    <a:pt x="23383" y="36942"/>
                  </a:cubicBezTo>
                  <a:cubicBezTo>
                    <a:pt x="22313" y="36002"/>
                    <a:pt x="20982" y="35428"/>
                    <a:pt x="19703" y="34854"/>
                  </a:cubicBezTo>
                  <a:lnTo>
                    <a:pt x="19442" y="34749"/>
                  </a:lnTo>
                  <a:cubicBezTo>
                    <a:pt x="19051" y="34567"/>
                    <a:pt x="18633" y="34384"/>
                    <a:pt x="18242" y="34201"/>
                  </a:cubicBezTo>
                  <a:cubicBezTo>
                    <a:pt x="16911" y="33601"/>
                    <a:pt x="15554" y="32975"/>
                    <a:pt x="14145" y="32714"/>
                  </a:cubicBezTo>
                  <a:cubicBezTo>
                    <a:pt x="13344" y="32575"/>
                    <a:pt x="12533" y="32505"/>
                    <a:pt x="11717" y="32505"/>
                  </a:cubicBezTo>
                  <a:cubicBezTo>
                    <a:pt x="11309" y="32505"/>
                    <a:pt x="10900" y="32523"/>
                    <a:pt x="10491" y="32557"/>
                  </a:cubicBezTo>
                  <a:lnTo>
                    <a:pt x="10387" y="32557"/>
                  </a:lnTo>
                  <a:cubicBezTo>
                    <a:pt x="9343" y="32662"/>
                    <a:pt x="8143" y="32766"/>
                    <a:pt x="7203" y="33210"/>
                  </a:cubicBezTo>
                  <a:lnTo>
                    <a:pt x="7099" y="33236"/>
                  </a:lnTo>
                  <a:cubicBezTo>
                    <a:pt x="7099" y="33262"/>
                    <a:pt x="7099" y="33262"/>
                    <a:pt x="7099" y="33262"/>
                  </a:cubicBezTo>
                  <a:cubicBezTo>
                    <a:pt x="7073" y="33288"/>
                    <a:pt x="7047" y="33314"/>
                    <a:pt x="7047" y="33340"/>
                  </a:cubicBezTo>
                  <a:cubicBezTo>
                    <a:pt x="6994" y="33340"/>
                    <a:pt x="6942" y="33340"/>
                    <a:pt x="6916" y="33288"/>
                  </a:cubicBezTo>
                  <a:cubicBezTo>
                    <a:pt x="5220" y="30574"/>
                    <a:pt x="4202" y="27495"/>
                    <a:pt x="3941" y="24285"/>
                  </a:cubicBezTo>
                  <a:cubicBezTo>
                    <a:pt x="3837" y="22824"/>
                    <a:pt x="3915" y="21362"/>
                    <a:pt x="4150" y="19927"/>
                  </a:cubicBezTo>
                  <a:cubicBezTo>
                    <a:pt x="4202" y="19588"/>
                    <a:pt x="4280" y="19275"/>
                    <a:pt x="4333" y="19040"/>
                  </a:cubicBezTo>
                  <a:cubicBezTo>
                    <a:pt x="4333" y="18988"/>
                    <a:pt x="4333" y="18961"/>
                    <a:pt x="4333" y="18909"/>
                  </a:cubicBezTo>
                  <a:cubicBezTo>
                    <a:pt x="4359" y="18883"/>
                    <a:pt x="4359" y="18883"/>
                    <a:pt x="4359" y="18857"/>
                  </a:cubicBezTo>
                  <a:cubicBezTo>
                    <a:pt x="4385" y="18727"/>
                    <a:pt x="4437" y="18622"/>
                    <a:pt x="4463" y="18492"/>
                  </a:cubicBezTo>
                  <a:lnTo>
                    <a:pt x="4463" y="18440"/>
                  </a:lnTo>
                  <a:cubicBezTo>
                    <a:pt x="4620" y="17892"/>
                    <a:pt x="4802" y="17317"/>
                    <a:pt x="5037" y="16665"/>
                  </a:cubicBezTo>
                  <a:cubicBezTo>
                    <a:pt x="5246" y="16169"/>
                    <a:pt x="5455" y="15647"/>
                    <a:pt x="5742" y="15073"/>
                  </a:cubicBezTo>
                  <a:lnTo>
                    <a:pt x="5794" y="14995"/>
                  </a:lnTo>
                  <a:lnTo>
                    <a:pt x="5768" y="14969"/>
                  </a:lnTo>
                  <a:lnTo>
                    <a:pt x="5820" y="14943"/>
                  </a:lnTo>
                  <a:lnTo>
                    <a:pt x="5820" y="14917"/>
                  </a:lnTo>
                  <a:lnTo>
                    <a:pt x="5768" y="14917"/>
                  </a:lnTo>
                  <a:lnTo>
                    <a:pt x="5846" y="14891"/>
                  </a:lnTo>
                  <a:cubicBezTo>
                    <a:pt x="5898" y="14786"/>
                    <a:pt x="5951" y="14656"/>
                    <a:pt x="6029" y="14551"/>
                  </a:cubicBezTo>
                  <a:cubicBezTo>
                    <a:pt x="6159" y="14290"/>
                    <a:pt x="6316" y="14003"/>
                    <a:pt x="6551" y="13664"/>
                  </a:cubicBezTo>
                  <a:cubicBezTo>
                    <a:pt x="7177" y="12620"/>
                    <a:pt x="7908" y="11655"/>
                    <a:pt x="8717" y="10741"/>
                  </a:cubicBezTo>
                  <a:lnTo>
                    <a:pt x="8978" y="10428"/>
                  </a:lnTo>
                  <a:lnTo>
                    <a:pt x="9004" y="10402"/>
                  </a:lnTo>
                  <a:lnTo>
                    <a:pt x="8978" y="10376"/>
                  </a:lnTo>
                  <a:lnTo>
                    <a:pt x="9030" y="10376"/>
                  </a:lnTo>
                  <a:lnTo>
                    <a:pt x="9134" y="10272"/>
                  </a:lnTo>
                  <a:cubicBezTo>
                    <a:pt x="9343" y="10037"/>
                    <a:pt x="9552" y="9828"/>
                    <a:pt x="9761" y="9619"/>
                  </a:cubicBezTo>
                  <a:cubicBezTo>
                    <a:pt x="10178" y="9176"/>
                    <a:pt x="10648" y="8758"/>
                    <a:pt x="11196" y="8314"/>
                  </a:cubicBezTo>
                  <a:cubicBezTo>
                    <a:pt x="11613" y="7949"/>
                    <a:pt x="12057" y="7584"/>
                    <a:pt x="12579" y="7192"/>
                  </a:cubicBezTo>
                  <a:cubicBezTo>
                    <a:pt x="12814" y="7010"/>
                    <a:pt x="13075" y="6853"/>
                    <a:pt x="13310" y="6696"/>
                  </a:cubicBezTo>
                  <a:cubicBezTo>
                    <a:pt x="13440" y="6618"/>
                    <a:pt x="13544" y="6540"/>
                    <a:pt x="13675" y="6435"/>
                  </a:cubicBezTo>
                  <a:lnTo>
                    <a:pt x="13884" y="6305"/>
                  </a:lnTo>
                  <a:lnTo>
                    <a:pt x="13962" y="6279"/>
                  </a:lnTo>
                  <a:cubicBezTo>
                    <a:pt x="14823" y="5731"/>
                    <a:pt x="15710" y="5261"/>
                    <a:pt x="16624" y="4844"/>
                  </a:cubicBezTo>
                  <a:lnTo>
                    <a:pt x="17198" y="4583"/>
                  </a:lnTo>
                  <a:cubicBezTo>
                    <a:pt x="17720" y="4374"/>
                    <a:pt x="18242" y="4165"/>
                    <a:pt x="18842" y="3956"/>
                  </a:cubicBezTo>
                  <a:lnTo>
                    <a:pt x="19233" y="3826"/>
                  </a:lnTo>
                  <a:lnTo>
                    <a:pt x="19259" y="3826"/>
                  </a:lnTo>
                  <a:lnTo>
                    <a:pt x="19312" y="3800"/>
                  </a:lnTo>
                  <a:lnTo>
                    <a:pt x="19390" y="3774"/>
                  </a:lnTo>
                  <a:lnTo>
                    <a:pt x="19416" y="3774"/>
                  </a:lnTo>
                  <a:cubicBezTo>
                    <a:pt x="19677" y="3695"/>
                    <a:pt x="19990" y="3617"/>
                    <a:pt x="20355" y="3539"/>
                  </a:cubicBezTo>
                  <a:cubicBezTo>
                    <a:pt x="21504" y="3252"/>
                    <a:pt x="22652" y="3069"/>
                    <a:pt x="23826" y="2991"/>
                  </a:cubicBezTo>
                  <a:lnTo>
                    <a:pt x="24218" y="2965"/>
                  </a:lnTo>
                  <a:lnTo>
                    <a:pt x="24244" y="2965"/>
                  </a:lnTo>
                  <a:lnTo>
                    <a:pt x="24244" y="2939"/>
                  </a:lnTo>
                  <a:lnTo>
                    <a:pt x="24270" y="2991"/>
                  </a:lnTo>
                  <a:lnTo>
                    <a:pt x="25209" y="2991"/>
                  </a:lnTo>
                  <a:cubicBezTo>
                    <a:pt x="25810" y="2991"/>
                    <a:pt x="26410" y="3043"/>
                    <a:pt x="26984" y="3147"/>
                  </a:cubicBezTo>
                  <a:cubicBezTo>
                    <a:pt x="27271" y="3173"/>
                    <a:pt x="27558" y="3226"/>
                    <a:pt x="27793" y="3278"/>
                  </a:cubicBezTo>
                  <a:lnTo>
                    <a:pt x="28158" y="3356"/>
                  </a:lnTo>
                  <a:lnTo>
                    <a:pt x="28263" y="3356"/>
                  </a:lnTo>
                  <a:cubicBezTo>
                    <a:pt x="28289" y="3382"/>
                    <a:pt x="28315" y="3382"/>
                    <a:pt x="28341" y="3382"/>
                  </a:cubicBezTo>
                  <a:cubicBezTo>
                    <a:pt x="28837" y="3513"/>
                    <a:pt x="29359" y="3669"/>
                    <a:pt x="29959" y="3878"/>
                  </a:cubicBezTo>
                  <a:cubicBezTo>
                    <a:pt x="30402" y="4035"/>
                    <a:pt x="30898" y="4217"/>
                    <a:pt x="31420" y="4452"/>
                  </a:cubicBezTo>
                  <a:cubicBezTo>
                    <a:pt x="31681" y="4583"/>
                    <a:pt x="31916" y="4687"/>
                    <a:pt x="32151" y="4791"/>
                  </a:cubicBezTo>
                  <a:lnTo>
                    <a:pt x="32255" y="4844"/>
                  </a:lnTo>
                  <a:lnTo>
                    <a:pt x="32281" y="4844"/>
                  </a:lnTo>
                  <a:lnTo>
                    <a:pt x="32307" y="4870"/>
                  </a:lnTo>
                  <a:cubicBezTo>
                    <a:pt x="32464" y="4948"/>
                    <a:pt x="32594" y="5026"/>
                    <a:pt x="32751" y="5105"/>
                  </a:cubicBezTo>
                  <a:cubicBezTo>
                    <a:pt x="33717" y="5653"/>
                    <a:pt x="34656" y="6279"/>
                    <a:pt x="35543" y="6983"/>
                  </a:cubicBezTo>
                  <a:cubicBezTo>
                    <a:pt x="35752" y="7140"/>
                    <a:pt x="35961" y="7323"/>
                    <a:pt x="36170" y="7479"/>
                  </a:cubicBezTo>
                  <a:cubicBezTo>
                    <a:pt x="36248" y="7558"/>
                    <a:pt x="36326" y="7636"/>
                    <a:pt x="36404" y="7714"/>
                  </a:cubicBezTo>
                  <a:lnTo>
                    <a:pt x="36457" y="7766"/>
                  </a:lnTo>
                  <a:lnTo>
                    <a:pt x="36535" y="7819"/>
                  </a:lnTo>
                  <a:lnTo>
                    <a:pt x="36561" y="7845"/>
                  </a:lnTo>
                  <a:lnTo>
                    <a:pt x="36587" y="7871"/>
                  </a:lnTo>
                  <a:cubicBezTo>
                    <a:pt x="36979" y="8236"/>
                    <a:pt x="37370" y="8628"/>
                    <a:pt x="37788" y="9097"/>
                  </a:cubicBezTo>
                  <a:cubicBezTo>
                    <a:pt x="38570" y="9932"/>
                    <a:pt x="39275" y="10820"/>
                    <a:pt x="39901" y="11785"/>
                  </a:cubicBezTo>
                  <a:lnTo>
                    <a:pt x="39953" y="11889"/>
                  </a:lnTo>
                  <a:lnTo>
                    <a:pt x="40162" y="12229"/>
                  </a:lnTo>
                  <a:cubicBezTo>
                    <a:pt x="40319" y="12464"/>
                    <a:pt x="40449" y="12698"/>
                    <a:pt x="40580" y="12933"/>
                  </a:cubicBezTo>
                  <a:cubicBezTo>
                    <a:pt x="40736" y="13220"/>
                    <a:pt x="40893" y="13560"/>
                    <a:pt x="41076" y="13899"/>
                  </a:cubicBezTo>
                  <a:cubicBezTo>
                    <a:pt x="41076" y="13925"/>
                    <a:pt x="41102" y="13925"/>
                    <a:pt x="41128" y="13925"/>
                  </a:cubicBezTo>
                  <a:cubicBezTo>
                    <a:pt x="42042" y="13761"/>
                    <a:pt x="42955" y="13660"/>
                    <a:pt x="43888" y="13660"/>
                  </a:cubicBezTo>
                  <a:cubicBezTo>
                    <a:pt x="43994" y="13660"/>
                    <a:pt x="44101" y="13661"/>
                    <a:pt x="44207" y="13664"/>
                  </a:cubicBezTo>
                  <a:lnTo>
                    <a:pt x="44233" y="13664"/>
                  </a:lnTo>
                  <a:cubicBezTo>
                    <a:pt x="44233" y="13664"/>
                    <a:pt x="44233" y="13638"/>
                    <a:pt x="44233" y="13638"/>
                  </a:cubicBezTo>
                  <a:cubicBezTo>
                    <a:pt x="42615" y="9880"/>
                    <a:pt x="40058" y="6644"/>
                    <a:pt x="36822" y="4191"/>
                  </a:cubicBezTo>
                  <a:cubicBezTo>
                    <a:pt x="33249" y="1456"/>
                    <a:pt x="28885" y="1"/>
                    <a:pt x="2438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2423936" y="1698486"/>
              <a:ext cx="482306" cy="432633"/>
            </a:xfrm>
            <a:custGeom>
              <a:rect b="b" l="l" r="r" t="t"/>
              <a:pathLst>
                <a:path extrusionOk="0" h="11096" w="12370">
                  <a:moveTo>
                    <a:pt x="6239" y="1"/>
                  </a:moveTo>
                  <a:cubicBezTo>
                    <a:pt x="5408" y="1"/>
                    <a:pt x="4577" y="184"/>
                    <a:pt x="3810" y="553"/>
                  </a:cubicBezTo>
                  <a:cubicBezTo>
                    <a:pt x="2662" y="1049"/>
                    <a:pt x="1722" y="1962"/>
                    <a:pt x="1200" y="3085"/>
                  </a:cubicBezTo>
                  <a:cubicBezTo>
                    <a:pt x="0" y="5590"/>
                    <a:pt x="783" y="8565"/>
                    <a:pt x="3053" y="10130"/>
                  </a:cubicBezTo>
                  <a:cubicBezTo>
                    <a:pt x="4008" y="10767"/>
                    <a:pt x="5112" y="11095"/>
                    <a:pt x="6223" y="11095"/>
                  </a:cubicBezTo>
                  <a:cubicBezTo>
                    <a:pt x="7025" y="11095"/>
                    <a:pt x="7831" y="10924"/>
                    <a:pt x="8586" y="10574"/>
                  </a:cubicBezTo>
                  <a:cubicBezTo>
                    <a:pt x="9395" y="10209"/>
                    <a:pt x="10125" y="9635"/>
                    <a:pt x="10647" y="8904"/>
                  </a:cubicBezTo>
                  <a:cubicBezTo>
                    <a:pt x="12369" y="6581"/>
                    <a:pt x="12056" y="3293"/>
                    <a:pt x="9890" y="1362"/>
                  </a:cubicBezTo>
                  <a:lnTo>
                    <a:pt x="9838" y="1362"/>
                  </a:lnTo>
                  <a:lnTo>
                    <a:pt x="9551" y="1780"/>
                  </a:lnTo>
                  <a:cubicBezTo>
                    <a:pt x="9551" y="1806"/>
                    <a:pt x="9551" y="1832"/>
                    <a:pt x="9551" y="1832"/>
                  </a:cubicBezTo>
                  <a:cubicBezTo>
                    <a:pt x="9708" y="1962"/>
                    <a:pt x="9786" y="2119"/>
                    <a:pt x="9812" y="2302"/>
                  </a:cubicBezTo>
                  <a:cubicBezTo>
                    <a:pt x="9864" y="2589"/>
                    <a:pt x="9603" y="2954"/>
                    <a:pt x="9368" y="3241"/>
                  </a:cubicBezTo>
                  <a:cubicBezTo>
                    <a:pt x="9316" y="3319"/>
                    <a:pt x="9238" y="3398"/>
                    <a:pt x="9212" y="3476"/>
                  </a:cubicBezTo>
                  <a:cubicBezTo>
                    <a:pt x="9186" y="3476"/>
                    <a:pt x="9186" y="3502"/>
                    <a:pt x="9212" y="3528"/>
                  </a:cubicBezTo>
                  <a:cubicBezTo>
                    <a:pt x="10099" y="4781"/>
                    <a:pt x="10073" y="6451"/>
                    <a:pt x="9160" y="7704"/>
                  </a:cubicBezTo>
                  <a:cubicBezTo>
                    <a:pt x="8794" y="8173"/>
                    <a:pt x="8298" y="8565"/>
                    <a:pt x="7724" y="8826"/>
                  </a:cubicBezTo>
                  <a:cubicBezTo>
                    <a:pt x="7232" y="9055"/>
                    <a:pt x="6709" y="9168"/>
                    <a:pt x="6187" y="9168"/>
                  </a:cubicBezTo>
                  <a:cubicBezTo>
                    <a:pt x="5520" y="9168"/>
                    <a:pt x="4854" y="8983"/>
                    <a:pt x="4254" y="8617"/>
                  </a:cubicBezTo>
                  <a:cubicBezTo>
                    <a:pt x="3392" y="8017"/>
                    <a:pt x="2792" y="7077"/>
                    <a:pt x="2636" y="6007"/>
                  </a:cubicBezTo>
                  <a:cubicBezTo>
                    <a:pt x="2479" y="5094"/>
                    <a:pt x="2714" y="4155"/>
                    <a:pt x="3288" y="3398"/>
                  </a:cubicBezTo>
                  <a:cubicBezTo>
                    <a:pt x="3680" y="2928"/>
                    <a:pt x="4149" y="2537"/>
                    <a:pt x="4723" y="2276"/>
                  </a:cubicBezTo>
                  <a:cubicBezTo>
                    <a:pt x="5238" y="2029"/>
                    <a:pt x="5801" y="1911"/>
                    <a:pt x="6375" y="1911"/>
                  </a:cubicBezTo>
                  <a:cubicBezTo>
                    <a:pt x="6529" y="1911"/>
                    <a:pt x="6683" y="1920"/>
                    <a:pt x="6837" y="1936"/>
                  </a:cubicBezTo>
                  <a:lnTo>
                    <a:pt x="6863" y="1936"/>
                  </a:lnTo>
                  <a:cubicBezTo>
                    <a:pt x="6889" y="1858"/>
                    <a:pt x="6942" y="1780"/>
                    <a:pt x="6994" y="1701"/>
                  </a:cubicBezTo>
                  <a:cubicBezTo>
                    <a:pt x="7124" y="1388"/>
                    <a:pt x="7359" y="1101"/>
                    <a:pt x="7646" y="919"/>
                  </a:cubicBezTo>
                  <a:cubicBezTo>
                    <a:pt x="7737" y="879"/>
                    <a:pt x="7829" y="860"/>
                    <a:pt x="7917" y="860"/>
                  </a:cubicBezTo>
                  <a:cubicBezTo>
                    <a:pt x="8005" y="860"/>
                    <a:pt x="8090" y="879"/>
                    <a:pt x="8168" y="919"/>
                  </a:cubicBezTo>
                  <a:lnTo>
                    <a:pt x="8220" y="919"/>
                  </a:lnTo>
                  <a:lnTo>
                    <a:pt x="8481" y="501"/>
                  </a:lnTo>
                  <a:cubicBezTo>
                    <a:pt x="8481" y="501"/>
                    <a:pt x="8481" y="501"/>
                    <a:pt x="8481" y="475"/>
                  </a:cubicBezTo>
                  <a:cubicBezTo>
                    <a:pt x="8481" y="475"/>
                    <a:pt x="8455" y="449"/>
                    <a:pt x="8455" y="449"/>
                  </a:cubicBezTo>
                  <a:cubicBezTo>
                    <a:pt x="7748" y="151"/>
                    <a:pt x="6993" y="1"/>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2149258" y="1740126"/>
              <a:ext cx="106872" cy="87533"/>
            </a:xfrm>
            <a:custGeom>
              <a:rect b="b" l="l" r="r" t="t"/>
              <a:pathLst>
                <a:path extrusionOk="0" h="2245" w="2741">
                  <a:moveTo>
                    <a:pt x="788" y="0"/>
                  </a:moveTo>
                  <a:cubicBezTo>
                    <a:pt x="732" y="0"/>
                    <a:pt x="678" y="10"/>
                    <a:pt x="627" y="33"/>
                  </a:cubicBezTo>
                  <a:cubicBezTo>
                    <a:pt x="549" y="59"/>
                    <a:pt x="497" y="112"/>
                    <a:pt x="471" y="164"/>
                  </a:cubicBezTo>
                  <a:cubicBezTo>
                    <a:pt x="314" y="399"/>
                    <a:pt x="184" y="633"/>
                    <a:pt x="27" y="894"/>
                  </a:cubicBezTo>
                  <a:cubicBezTo>
                    <a:pt x="1" y="894"/>
                    <a:pt x="1" y="921"/>
                    <a:pt x="27" y="921"/>
                  </a:cubicBezTo>
                  <a:cubicBezTo>
                    <a:pt x="27" y="947"/>
                    <a:pt x="27" y="947"/>
                    <a:pt x="53" y="947"/>
                  </a:cubicBezTo>
                  <a:cubicBezTo>
                    <a:pt x="497" y="1051"/>
                    <a:pt x="940" y="1260"/>
                    <a:pt x="1306" y="1547"/>
                  </a:cubicBezTo>
                  <a:cubicBezTo>
                    <a:pt x="1541" y="1756"/>
                    <a:pt x="1775" y="1990"/>
                    <a:pt x="1984" y="2225"/>
                  </a:cubicBezTo>
                  <a:cubicBezTo>
                    <a:pt x="1984" y="2238"/>
                    <a:pt x="1991" y="2245"/>
                    <a:pt x="1997" y="2245"/>
                  </a:cubicBezTo>
                  <a:cubicBezTo>
                    <a:pt x="2004" y="2245"/>
                    <a:pt x="2010" y="2238"/>
                    <a:pt x="2010" y="2225"/>
                  </a:cubicBezTo>
                  <a:lnTo>
                    <a:pt x="2036" y="2225"/>
                  </a:lnTo>
                  <a:lnTo>
                    <a:pt x="2089" y="2173"/>
                  </a:lnTo>
                  <a:cubicBezTo>
                    <a:pt x="2323" y="1808"/>
                    <a:pt x="2741" y="1234"/>
                    <a:pt x="2376" y="894"/>
                  </a:cubicBezTo>
                  <a:cubicBezTo>
                    <a:pt x="2141" y="712"/>
                    <a:pt x="1906" y="555"/>
                    <a:pt x="1671" y="399"/>
                  </a:cubicBezTo>
                  <a:lnTo>
                    <a:pt x="1567" y="346"/>
                  </a:lnTo>
                  <a:cubicBezTo>
                    <a:pt x="1352" y="218"/>
                    <a:pt x="1049" y="0"/>
                    <a:pt x="7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a:off x="-2097363" y="1679576"/>
              <a:ext cx="76342" cy="84257"/>
            </a:xfrm>
            <a:custGeom>
              <a:rect b="b" l="l" r="r" t="t"/>
              <a:pathLst>
                <a:path extrusionOk="0" h="2161" w="1958">
                  <a:moveTo>
                    <a:pt x="1141" y="1"/>
                  </a:moveTo>
                  <a:cubicBezTo>
                    <a:pt x="1099" y="1"/>
                    <a:pt x="1059" y="7"/>
                    <a:pt x="1019" y="21"/>
                  </a:cubicBezTo>
                  <a:cubicBezTo>
                    <a:pt x="914" y="73"/>
                    <a:pt x="836" y="151"/>
                    <a:pt x="784" y="255"/>
                  </a:cubicBezTo>
                  <a:lnTo>
                    <a:pt x="1" y="1482"/>
                  </a:lnTo>
                  <a:cubicBezTo>
                    <a:pt x="1" y="1482"/>
                    <a:pt x="1" y="1508"/>
                    <a:pt x="1" y="1508"/>
                  </a:cubicBezTo>
                  <a:cubicBezTo>
                    <a:pt x="1" y="1508"/>
                    <a:pt x="1" y="1534"/>
                    <a:pt x="27" y="1534"/>
                  </a:cubicBezTo>
                  <a:cubicBezTo>
                    <a:pt x="183" y="1612"/>
                    <a:pt x="314" y="1717"/>
                    <a:pt x="471" y="1821"/>
                  </a:cubicBezTo>
                  <a:lnTo>
                    <a:pt x="575" y="1899"/>
                  </a:lnTo>
                  <a:lnTo>
                    <a:pt x="679" y="1952"/>
                  </a:lnTo>
                  <a:cubicBezTo>
                    <a:pt x="784" y="2030"/>
                    <a:pt x="888" y="2082"/>
                    <a:pt x="966" y="2160"/>
                  </a:cubicBezTo>
                  <a:lnTo>
                    <a:pt x="1019" y="2160"/>
                  </a:lnTo>
                  <a:lnTo>
                    <a:pt x="1019" y="2134"/>
                  </a:lnTo>
                  <a:lnTo>
                    <a:pt x="1619" y="1247"/>
                  </a:lnTo>
                  <a:lnTo>
                    <a:pt x="1906" y="777"/>
                  </a:lnTo>
                  <a:cubicBezTo>
                    <a:pt x="1958" y="699"/>
                    <a:pt x="1958" y="621"/>
                    <a:pt x="1958" y="542"/>
                  </a:cubicBezTo>
                  <a:cubicBezTo>
                    <a:pt x="1906" y="386"/>
                    <a:pt x="1723" y="255"/>
                    <a:pt x="1567" y="151"/>
                  </a:cubicBezTo>
                  <a:cubicBezTo>
                    <a:pt x="1392" y="54"/>
                    <a:pt x="1261" y="1"/>
                    <a:pt x="114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3097511" y="503627"/>
              <a:ext cx="1291232" cy="1203270"/>
            </a:xfrm>
            <a:custGeom>
              <a:rect b="b" l="l" r="r" t="t"/>
              <a:pathLst>
                <a:path extrusionOk="0" h="30861" w="33117">
                  <a:moveTo>
                    <a:pt x="17315" y="1"/>
                  </a:moveTo>
                  <a:cubicBezTo>
                    <a:pt x="14946" y="1"/>
                    <a:pt x="12467" y="565"/>
                    <a:pt x="10100" y="1659"/>
                  </a:cubicBezTo>
                  <a:cubicBezTo>
                    <a:pt x="8951" y="2181"/>
                    <a:pt x="7882" y="2833"/>
                    <a:pt x="6838" y="3564"/>
                  </a:cubicBezTo>
                  <a:cubicBezTo>
                    <a:pt x="2454" y="6643"/>
                    <a:pt x="1" y="11158"/>
                    <a:pt x="288" y="15620"/>
                  </a:cubicBezTo>
                  <a:cubicBezTo>
                    <a:pt x="523" y="19587"/>
                    <a:pt x="3419" y="22927"/>
                    <a:pt x="7203" y="23579"/>
                  </a:cubicBezTo>
                  <a:cubicBezTo>
                    <a:pt x="7574" y="23639"/>
                    <a:pt x="7946" y="23668"/>
                    <a:pt x="8317" y="23668"/>
                  </a:cubicBezTo>
                  <a:cubicBezTo>
                    <a:pt x="9409" y="23668"/>
                    <a:pt x="10489" y="23414"/>
                    <a:pt x="11483" y="22927"/>
                  </a:cubicBezTo>
                  <a:cubicBezTo>
                    <a:pt x="11979" y="22718"/>
                    <a:pt x="12422" y="22457"/>
                    <a:pt x="12866" y="22170"/>
                  </a:cubicBezTo>
                  <a:cubicBezTo>
                    <a:pt x="14640" y="20996"/>
                    <a:pt x="16102" y="19091"/>
                    <a:pt x="17459" y="16194"/>
                  </a:cubicBezTo>
                  <a:cubicBezTo>
                    <a:pt x="19312" y="12175"/>
                    <a:pt x="19781" y="7635"/>
                    <a:pt x="18763" y="3329"/>
                  </a:cubicBezTo>
                  <a:cubicBezTo>
                    <a:pt x="18763" y="3303"/>
                    <a:pt x="18737" y="3303"/>
                    <a:pt x="18737" y="3303"/>
                  </a:cubicBezTo>
                  <a:cubicBezTo>
                    <a:pt x="18529" y="3277"/>
                    <a:pt x="18346" y="3251"/>
                    <a:pt x="18163" y="3251"/>
                  </a:cubicBezTo>
                  <a:cubicBezTo>
                    <a:pt x="17850" y="3198"/>
                    <a:pt x="17589" y="3198"/>
                    <a:pt x="17354" y="3198"/>
                  </a:cubicBezTo>
                  <a:lnTo>
                    <a:pt x="16832" y="3198"/>
                  </a:lnTo>
                  <a:cubicBezTo>
                    <a:pt x="16467" y="3224"/>
                    <a:pt x="16102" y="3251"/>
                    <a:pt x="15762" y="3303"/>
                  </a:cubicBezTo>
                  <a:lnTo>
                    <a:pt x="15736" y="3303"/>
                  </a:lnTo>
                  <a:cubicBezTo>
                    <a:pt x="15736" y="3303"/>
                    <a:pt x="15736" y="3329"/>
                    <a:pt x="15736" y="3329"/>
                  </a:cubicBezTo>
                  <a:lnTo>
                    <a:pt x="15815" y="3668"/>
                  </a:lnTo>
                  <a:cubicBezTo>
                    <a:pt x="16102" y="4790"/>
                    <a:pt x="16258" y="5912"/>
                    <a:pt x="16337" y="7061"/>
                  </a:cubicBezTo>
                  <a:lnTo>
                    <a:pt x="16337" y="7217"/>
                  </a:lnTo>
                  <a:lnTo>
                    <a:pt x="16337" y="7269"/>
                  </a:lnTo>
                  <a:lnTo>
                    <a:pt x="16337" y="7295"/>
                  </a:lnTo>
                  <a:lnTo>
                    <a:pt x="16337" y="7661"/>
                  </a:lnTo>
                  <a:cubicBezTo>
                    <a:pt x="16337" y="7922"/>
                    <a:pt x="16337" y="8183"/>
                    <a:pt x="16337" y="8522"/>
                  </a:cubicBezTo>
                  <a:cubicBezTo>
                    <a:pt x="16310" y="9096"/>
                    <a:pt x="16258" y="9696"/>
                    <a:pt x="16154" y="10349"/>
                  </a:cubicBezTo>
                  <a:cubicBezTo>
                    <a:pt x="16128" y="10610"/>
                    <a:pt x="16076" y="10871"/>
                    <a:pt x="16023" y="11210"/>
                  </a:cubicBezTo>
                  <a:cubicBezTo>
                    <a:pt x="15997" y="11340"/>
                    <a:pt x="15971" y="11471"/>
                    <a:pt x="15945" y="11601"/>
                  </a:cubicBezTo>
                  <a:lnTo>
                    <a:pt x="15945" y="11653"/>
                  </a:lnTo>
                  <a:cubicBezTo>
                    <a:pt x="15945" y="11680"/>
                    <a:pt x="15919" y="11706"/>
                    <a:pt x="15919" y="11758"/>
                  </a:cubicBezTo>
                  <a:cubicBezTo>
                    <a:pt x="15919" y="11784"/>
                    <a:pt x="15919" y="11810"/>
                    <a:pt x="15893" y="11810"/>
                  </a:cubicBezTo>
                  <a:cubicBezTo>
                    <a:pt x="15736" y="12436"/>
                    <a:pt x="15554" y="13063"/>
                    <a:pt x="15345" y="13663"/>
                  </a:cubicBezTo>
                  <a:cubicBezTo>
                    <a:pt x="15136" y="14185"/>
                    <a:pt x="14901" y="14759"/>
                    <a:pt x="14614" y="15359"/>
                  </a:cubicBezTo>
                  <a:cubicBezTo>
                    <a:pt x="14458" y="15672"/>
                    <a:pt x="14353" y="15881"/>
                    <a:pt x="14301" y="15985"/>
                  </a:cubicBezTo>
                  <a:cubicBezTo>
                    <a:pt x="14145" y="16299"/>
                    <a:pt x="13936" y="16612"/>
                    <a:pt x="13727" y="16977"/>
                  </a:cubicBezTo>
                  <a:cubicBezTo>
                    <a:pt x="13414" y="17473"/>
                    <a:pt x="13049" y="17969"/>
                    <a:pt x="12657" y="18412"/>
                  </a:cubicBezTo>
                  <a:lnTo>
                    <a:pt x="12605" y="18517"/>
                  </a:lnTo>
                  <a:cubicBezTo>
                    <a:pt x="12579" y="18517"/>
                    <a:pt x="12579" y="18543"/>
                    <a:pt x="12579" y="18543"/>
                  </a:cubicBezTo>
                  <a:lnTo>
                    <a:pt x="12527" y="18569"/>
                  </a:lnTo>
                  <a:lnTo>
                    <a:pt x="12292" y="18830"/>
                  </a:lnTo>
                  <a:cubicBezTo>
                    <a:pt x="12135" y="19012"/>
                    <a:pt x="11900" y="19195"/>
                    <a:pt x="11639" y="19430"/>
                  </a:cubicBezTo>
                  <a:cubicBezTo>
                    <a:pt x="11483" y="19534"/>
                    <a:pt x="11300" y="19691"/>
                    <a:pt x="11065" y="19874"/>
                  </a:cubicBezTo>
                  <a:lnTo>
                    <a:pt x="11039" y="19874"/>
                  </a:lnTo>
                  <a:lnTo>
                    <a:pt x="10883" y="19978"/>
                  </a:lnTo>
                  <a:lnTo>
                    <a:pt x="10830" y="19978"/>
                  </a:lnTo>
                  <a:lnTo>
                    <a:pt x="10752" y="20030"/>
                  </a:lnTo>
                  <a:cubicBezTo>
                    <a:pt x="10622" y="20109"/>
                    <a:pt x="10465" y="20187"/>
                    <a:pt x="10308" y="20265"/>
                  </a:cubicBezTo>
                  <a:lnTo>
                    <a:pt x="10152" y="20317"/>
                  </a:lnTo>
                  <a:lnTo>
                    <a:pt x="9787" y="20448"/>
                  </a:lnTo>
                  <a:cubicBezTo>
                    <a:pt x="9787" y="20474"/>
                    <a:pt x="9787" y="20474"/>
                    <a:pt x="9760" y="20474"/>
                  </a:cubicBezTo>
                  <a:cubicBezTo>
                    <a:pt x="9708" y="20500"/>
                    <a:pt x="9682" y="20500"/>
                    <a:pt x="9630" y="20526"/>
                  </a:cubicBezTo>
                  <a:cubicBezTo>
                    <a:pt x="9317" y="20604"/>
                    <a:pt x="8978" y="20657"/>
                    <a:pt x="8638" y="20709"/>
                  </a:cubicBezTo>
                  <a:lnTo>
                    <a:pt x="8299" y="20709"/>
                  </a:lnTo>
                  <a:cubicBezTo>
                    <a:pt x="8064" y="20683"/>
                    <a:pt x="7855" y="20683"/>
                    <a:pt x="7621" y="20630"/>
                  </a:cubicBezTo>
                  <a:lnTo>
                    <a:pt x="7516" y="20630"/>
                  </a:lnTo>
                  <a:cubicBezTo>
                    <a:pt x="7464" y="20630"/>
                    <a:pt x="7412" y="20630"/>
                    <a:pt x="7360" y="20604"/>
                  </a:cubicBezTo>
                  <a:cubicBezTo>
                    <a:pt x="7307" y="20604"/>
                    <a:pt x="7255" y="20578"/>
                    <a:pt x="7203" y="20552"/>
                  </a:cubicBezTo>
                  <a:cubicBezTo>
                    <a:pt x="7099" y="20526"/>
                    <a:pt x="7020" y="20500"/>
                    <a:pt x="6838" y="20422"/>
                  </a:cubicBezTo>
                  <a:cubicBezTo>
                    <a:pt x="6655" y="20369"/>
                    <a:pt x="6472" y="20291"/>
                    <a:pt x="6368" y="20239"/>
                  </a:cubicBezTo>
                  <a:lnTo>
                    <a:pt x="6316" y="20239"/>
                  </a:lnTo>
                  <a:lnTo>
                    <a:pt x="6264" y="20187"/>
                  </a:lnTo>
                  <a:cubicBezTo>
                    <a:pt x="6185" y="20161"/>
                    <a:pt x="6133" y="20135"/>
                    <a:pt x="6081" y="20082"/>
                  </a:cubicBezTo>
                  <a:lnTo>
                    <a:pt x="6003" y="20030"/>
                  </a:lnTo>
                  <a:cubicBezTo>
                    <a:pt x="5820" y="19926"/>
                    <a:pt x="5663" y="19821"/>
                    <a:pt x="5533" y="19717"/>
                  </a:cubicBezTo>
                  <a:lnTo>
                    <a:pt x="5350" y="19587"/>
                  </a:lnTo>
                  <a:cubicBezTo>
                    <a:pt x="5324" y="19561"/>
                    <a:pt x="5324" y="19561"/>
                    <a:pt x="5298" y="19561"/>
                  </a:cubicBezTo>
                  <a:cubicBezTo>
                    <a:pt x="5272" y="19508"/>
                    <a:pt x="5220" y="19482"/>
                    <a:pt x="5194" y="19430"/>
                  </a:cubicBezTo>
                  <a:cubicBezTo>
                    <a:pt x="4933" y="19195"/>
                    <a:pt x="4672" y="18908"/>
                    <a:pt x="4463" y="18595"/>
                  </a:cubicBezTo>
                  <a:lnTo>
                    <a:pt x="4332" y="18412"/>
                  </a:lnTo>
                  <a:cubicBezTo>
                    <a:pt x="4306" y="18412"/>
                    <a:pt x="4306" y="18386"/>
                    <a:pt x="4280" y="18386"/>
                  </a:cubicBezTo>
                  <a:cubicBezTo>
                    <a:pt x="4254" y="18308"/>
                    <a:pt x="4228" y="18256"/>
                    <a:pt x="4202" y="18230"/>
                  </a:cubicBezTo>
                  <a:cubicBezTo>
                    <a:pt x="4124" y="18099"/>
                    <a:pt x="4072" y="17995"/>
                    <a:pt x="3993" y="17838"/>
                  </a:cubicBezTo>
                  <a:cubicBezTo>
                    <a:pt x="3889" y="17656"/>
                    <a:pt x="3811" y="17447"/>
                    <a:pt x="3732" y="17290"/>
                  </a:cubicBezTo>
                  <a:cubicBezTo>
                    <a:pt x="3706" y="17186"/>
                    <a:pt x="3680" y="17107"/>
                    <a:pt x="3628" y="16977"/>
                  </a:cubicBezTo>
                  <a:cubicBezTo>
                    <a:pt x="3602" y="16951"/>
                    <a:pt x="3602" y="16925"/>
                    <a:pt x="3576" y="16873"/>
                  </a:cubicBezTo>
                  <a:cubicBezTo>
                    <a:pt x="3576" y="16847"/>
                    <a:pt x="3576" y="16820"/>
                    <a:pt x="3550" y="16768"/>
                  </a:cubicBezTo>
                  <a:cubicBezTo>
                    <a:pt x="3445" y="16403"/>
                    <a:pt x="3367" y="15985"/>
                    <a:pt x="3341" y="15594"/>
                  </a:cubicBezTo>
                  <a:cubicBezTo>
                    <a:pt x="3315" y="15411"/>
                    <a:pt x="3289" y="15229"/>
                    <a:pt x="3289" y="15020"/>
                  </a:cubicBezTo>
                  <a:lnTo>
                    <a:pt x="3289" y="14915"/>
                  </a:lnTo>
                  <a:cubicBezTo>
                    <a:pt x="3289" y="14889"/>
                    <a:pt x="3289" y="14889"/>
                    <a:pt x="3289" y="14863"/>
                  </a:cubicBezTo>
                  <a:cubicBezTo>
                    <a:pt x="3289" y="14707"/>
                    <a:pt x="3289" y="14550"/>
                    <a:pt x="3289" y="14394"/>
                  </a:cubicBezTo>
                  <a:cubicBezTo>
                    <a:pt x="3341" y="13898"/>
                    <a:pt x="3393" y="13402"/>
                    <a:pt x="3497" y="12932"/>
                  </a:cubicBezTo>
                  <a:cubicBezTo>
                    <a:pt x="3497" y="12932"/>
                    <a:pt x="3497" y="12906"/>
                    <a:pt x="3497" y="12880"/>
                  </a:cubicBezTo>
                  <a:lnTo>
                    <a:pt x="3497" y="12828"/>
                  </a:lnTo>
                  <a:cubicBezTo>
                    <a:pt x="3550" y="12697"/>
                    <a:pt x="3576" y="12567"/>
                    <a:pt x="3628" y="12436"/>
                  </a:cubicBezTo>
                  <a:cubicBezTo>
                    <a:pt x="3706" y="12175"/>
                    <a:pt x="3811" y="11914"/>
                    <a:pt x="3941" y="11549"/>
                  </a:cubicBezTo>
                  <a:cubicBezTo>
                    <a:pt x="4045" y="11288"/>
                    <a:pt x="4176" y="11027"/>
                    <a:pt x="4280" y="10792"/>
                  </a:cubicBezTo>
                  <a:cubicBezTo>
                    <a:pt x="4306" y="10766"/>
                    <a:pt x="4306" y="10740"/>
                    <a:pt x="4332" y="10714"/>
                  </a:cubicBezTo>
                  <a:cubicBezTo>
                    <a:pt x="4332" y="10688"/>
                    <a:pt x="4359" y="10636"/>
                    <a:pt x="4385" y="10610"/>
                  </a:cubicBezTo>
                  <a:cubicBezTo>
                    <a:pt x="4437" y="10505"/>
                    <a:pt x="4515" y="10375"/>
                    <a:pt x="4593" y="10244"/>
                  </a:cubicBezTo>
                  <a:cubicBezTo>
                    <a:pt x="4907" y="9696"/>
                    <a:pt x="5298" y="9148"/>
                    <a:pt x="5689" y="8679"/>
                  </a:cubicBezTo>
                  <a:cubicBezTo>
                    <a:pt x="5794" y="8574"/>
                    <a:pt x="5872" y="8470"/>
                    <a:pt x="5950" y="8391"/>
                  </a:cubicBezTo>
                  <a:cubicBezTo>
                    <a:pt x="5977" y="8339"/>
                    <a:pt x="6003" y="8313"/>
                    <a:pt x="6029" y="8287"/>
                  </a:cubicBezTo>
                  <a:cubicBezTo>
                    <a:pt x="6055" y="8261"/>
                    <a:pt x="6055" y="8261"/>
                    <a:pt x="6081" y="8235"/>
                  </a:cubicBezTo>
                  <a:cubicBezTo>
                    <a:pt x="6264" y="8052"/>
                    <a:pt x="6472" y="7843"/>
                    <a:pt x="6629" y="7687"/>
                  </a:cubicBezTo>
                  <a:cubicBezTo>
                    <a:pt x="7020" y="7322"/>
                    <a:pt x="7438" y="6930"/>
                    <a:pt x="7960" y="6539"/>
                  </a:cubicBezTo>
                  <a:cubicBezTo>
                    <a:pt x="8351" y="6199"/>
                    <a:pt x="8769" y="5886"/>
                    <a:pt x="9265" y="5547"/>
                  </a:cubicBezTo>
                  <a:lnTo>
                    <a:pt x="9343" y="5495"/>
                  </a:lnTo>
                  <a:lnTo>
                    <a:pt x="9369" y="5469"/>
                  </a:lnTo>
                  <a:lnTo>
                    <a:pt x="9734" y="5260"/>
                  </a:lnTo>
                  <a:cubicBezTo>
                    <a:pt x="9969" y="5129"/>
                    <a:pt x="10230" y="4973"/>
                    <a:pt x="10569" y="4790"/>
                  </a:cubicBezTo>
                  <a:cubicBezTo>
                    <a:pt x="10830" y="4660"/>
                    <a:pt x="11091" y="4529"/>
                    <a:pt x="11378" y="4399"/>
                  </a:cubicBezTo>
                  <a:cubicBezTo>
                    <a:pt x="11587" y="4294"/>
                    <a:pt x="11822" y="4190"/>
                    <a:pt x="12057" y="4086"/>
                  </a:cubicBezTo>
                  <a:cubicBezTo>
                    <a:pt x="12266" y="4007"/>
                    <a:pt x="12500" y="3903"/>
                    <a:pt x="12814" y="3799"/>
                  </a:cubicBezTo>
                  <a:lnTo>
                    <a:pt x="13205" y="3668"/>
                  </a:lnTo>
                  <a:lnTo>
                    <a:pt x="13466" y="3590"/>
                  </a:lnTo>
                  <a:lnTo>
                    <a:pt x="13466" y="3538"/>
                  </a:lnTo>
                  <a:lnTo>
                    <a:pt x="13518" y="3564"/>
                  </a:lnTo>
                  <a:cubicBezTo>
                    <a:pt x="14588" y="3277"/>
                    <a:pt x="15684" y="3068"/>
                    <a:pt x="16780" y="3016"/>
                  </a:cubicBezTo>
                  <a:lnTo>
                    <a:pt x="17328" y="3016"/>
                  </a:lnTo>
                  <a:cubicBezTo>
                    <a:pt x="17589" y="3016"/>
                    <a:pt x="17850" y="3016"/>
                    <a:pt x="18163" y="3042"/>
                  </a:cubicBezTo>
                  <a:cubicBezTo>
                    <a:pt x="18763" y="3094"/>
                    <a:pt x="19364" y="3172"/>
                    <a:pt x="19938" y="3303"/>
                  </a:cubicBezTo>
                  <a:cubicBezTo>
                    <a:pt x="19990" y="3303"/>
                    <a:pt x="20016" y="3303"/>
                    <a:pt x="20068" y="3329"/>
                  </a:cubicBezTo>
                  <a:cubicBezTo>
                    <a:pt x="20094" y="3329"/>
                    <a:pt x="20120" y="3329"/>
                    <a:pt x="20147" y="3355"/>
                  </a:cubicBezTo>
                  <a:cubicBezTo>
                    <a:pt x="20251" y="3381"/>
                    <a:pt x="20381" y="3407"/>
                    <a:pt x="20512" y="3459"/>
                  </a:cubicBezTo>
                  <a:cubicBezTo>
                    <a:pt x="20747" y="3512"/>
                    <a:pt x="20982" y="3590"/>
                    <a:pt x="21321" y="3720"/>
                  </a:cubicBezTo>
                  <a:cubicBezTo>
                    <a:pt x="21556" y="3799"/>
                    <a:pt x="21791" y="3903"/>
                    <a:pt x="22130" y="4033"/>
                  </a:cubicBezTo>
                  <a:lnTo>
                    <a:pt x="22521" y="4216"/>
                  </a:lnTo>
                  <a:lnTo>
                    <a:pt x="22678" y="4294"/>
                  </a:lnTo>
                  <a:lnTo>
                    <a:pt x="22704" y="4294"/>
                  </a:lnTo>
                  <a:lnTo>
                    <a:pt x="22782" y="4347"/>
                  </a:lnTo>
                  <a:lnTo>
                    <a:pt x="22808" y="4294"/>
                  </a:lnTo>
                  <a:lnTo>
                    <a:pt x="22808" y="4347"/>
                  </a:lnTo>
                  <a:cubicBezTo>
                    <a:pt x="23904" y="4973"/>
                    <a:pt x="24922" y="5730"/>
                    <a:pt x="25835" y="6617"/>
                  </a:cubicBezTo>
                  <a:cubicBezTo>
                    <a:pt x="26801" y="7582"/>
                    <a:pt x="27636" y="8731"/>
                    <a:pt x="28236" y="9983"/>
                  </a:cubicBezTo>
                  <a:cubicBezTo>
                    <a:pt x="28915" y="11314"/>
                    <a:pt x="29384" y="12749"/>
                    <a:pt x="29619" y="14211"/>
                  </a:cubicBezTo>
                  <a:cubicBezTo>
                    <a:pt x="29906" y="15777"/>
                    <a:pt x="29985" y="17342"/>
                    <a:pt x="29854" y="18908"/>
                  </a:cubicBezTo>
                  <a:cubicBezTo>
                    <a:pt x="29619" y="22066"/>
                    <a:pt x="28628" y="25015"/>
                    <a:pt x="26592" y="28485"/>
                  </a:cubicBezTo>
                  <a:cubicBezTo>
                    <a:pt x="26305" y="28929"/>
                    <a:pt x="26253" y="29477"/>
                    <a:pt x="26462" y="29973"/>
                  </a:cubicBezTo>
                  <a:cubicBezTo>
                    <a:pt x="26462" y="29973"/>
                    <a:pt x="26462" y="29999"/>
                    <a:pt x="26488" y="29999"/>
                  </a:cubicBezTo>
                  <a:lnTo>
                    <a:pt x="26514" y="29999"/>
                  </a:lnTo>
                  <a:cubicBezTo>
                    <a:pt x="26514" y="29973"/>
                    <a:pt x="26540" y="29947"/>
                    <a:pt x="26592" y="29921"/>
                  </a:cubicBezTo>
                  <a:lnTo>
                    <a:pt x="26618" y="29921"/>
                  </a:lnTo>
                  <a:cubicBezTo>
                    <a:pt x="26651" y="29917"/>
                    <a:pt x="26684" y="29916"/>
                    <a:pt x="26716" y="29916"/>
                  </a:cubicBezTo>
                  <a:cubicBezTo>
                    <a:pt x="26943" y="29916"/>
                    <a:pt x="27163" y="29996"/>
                    <a:pt x="27323" y="30155"/>
                  </a:cubicBezTo>
                  <a:lnTo>
                    <a:pt x="27401" y="30208"/>
                  </a:lnTo>
                  <a:cubicBezTo>
                    <a:pt x="27610" y="30338"/>
                    <a:pt x="27871" y="30495"/>
                    <a:pt x="27845" y="30756"/>
                  </a:cubicBezTo>
                  <a:lnTo>
                    <a:pt x="27819" y="30808"/>
                  </a:lnTo>
                  <a:cubicBezTo>
                    <a:pt x="27819" y="30834"/>
                    <a:pt x="27819" y="30834"/>
                    <a:pt x="27819" y="30834"/>
                  </a:cubicBezTo>
                  <a:cubicBezTo>
                    <a:pt x="27845" y="30860"/>
                    <a:pt x="27845" y="30860"/>
                    <a:pt x="27871" y="30860"/>
                  </a:cubicBezTo>
                  <a:cubicBezTo>
                    <a:pt x="28080" y="30860"/>
                    <a:pt x="28288" y="30808"/>
                    <a:pt x="28471" y="30730"/>
                  </a:cubicBezTo>
                  <a:lnTo>
                    <a:pt x="28471" y="30703"/>
                  </a:lnTo>
                  <a:cubicBezTo>
                    <a:pt x="28706" y="30625"/>
                    <a:pt x="28889" y="30442"/>
                    <a:pt x="29019" y="30234"/>
                  </a:cubicBezTo>
                  <a:cubicBezTo>
                    <a:pt x="29932" y="28720"/>
                    <a:pt x="30741" y="27154"/>
                    <a:pt x="31420" y="25536"/>
                  </a:cubicBezTo>
                  <a:cubicBezTo>
                    <a:pt x="31994" y="24075"/>
                    <a:pt x="32386" y="22535"/>
                    <a:pt x="32620" y="20970"/>
                  </a:cubicBezTo>
                  <a:cubicBezTo>
                    <a:pt x="33116" y="17995"/>
                    <a:pt x="32960" y="14968"/>
                    <a:pt x="32177" y="12045"/>
                  </a:cubicBezTo>
                  <a:cubicBezTo>
                    <a:pt x="31420" y="9070"/>
                    <a:pt x="29828" y="6356"/>
                    <a:pt x="27610" y="4216"/>
                  </a:cubicBezTo>
                  <a:cubicBezTo>
                    <a:pt x="25627" y="2311"/>
                    <a:pt x="23148" y="980"/>
                    <a:pt x="20460" y="354"/>
                  </a:cubicBezTo>
                  <a:cubicBezTo>
                    <a:pt x="19448" y="117"/>
                    <a:pt x="18393" y="1"/>
                    <a:pt x="173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2420895" y="1762779"/>
              <a:ext cx="475210" cy="367910"/>
            </a:xfrm>
            <a:custGeom>
              <a:rect b="b" l="l" r="r" t="t"/>
              <a:pathLst>
                <a:path extrusionOk="0" h="9436" w="12188">
                  <a:moveTo>
                    <a:pt x="10099" y="0"/>
                  </a:moveTo>
                  <a:lnTo>
                    <a:pt x="10099" y="0"/>
                  </a:lnTo>
                  <a:cubicBezTo>
                    <a:pt x="11770" y="3106"/>
                    <a:pt x="11300" y="7333"/>
                    <a:pt x="7307" y="8429"/>
                  </a:cubicBezTo>
                  <a:cubicBezTo>
                    <a:pt x="6908" y="8545"/>
                    <a:pt x="6511" y="8599"/>
                    <a:pt x="6122" y="8599"/>
                  </a:cubicBezTo>
                  <a:cubicBezTo>
                    <a:pt x="4576" y="8599"/>
                    <a:pt x="3151" y="7744"/>
                    <a:pt x="2192" y="6472"/>
                  </a:cubicBezTo>
                  <a:cubicBezTo>
                    <a:pt x="1201" y="5141"/>
                    <a:pt x="783" y="3471"/>
                    <a:pt x="966" y="1827"/>
                  </a:cubicBezTo>
                  <a:lnTo>
                    <a:pt x="966" y="1827"/>
                  </a:lnTo>
                  <a:cubicBezTo>
                    <a:pt x="0" y="4254"/>
                    <a:pt x="835" y="7020"/>
                    <a:pt x="2975" y="8481"/>
                  </a:cubicBezTo>
                  <a:cubicBezTo>
                    <a:pt x="3927" y="9116"/>
                    <a:pt x="5027" y="9435"/>
                    <a:pt x="6133" y="9435"/>
                  </a:cubicBezTo>
                  <a:cubicBezTo>
                    <a:pt x="6939" y="9435"/>
                    <a:pt x="7749" y="9266"/>
                    <a:pt x="8508" y="8925"/>
                  </a:cubicBezTo>
                  <a:cubicBezTo>
                    <a:pt x="9317" y="8560"/>
                    <a:pt x="10021" y="7986"/>
                    <a:pt x="10569" y="7255"/>
                  </a:cubicBezTo>
                  <a:cubicBezTo>
                    <a:pt x="12187" y="5063"/>
                    <a:pt x="12004" y="1984"/>
                    <a:pt x="100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4013209" y="52874"/>
              <a:ext cx="1517101" cy="1576600"/>
            </a:xfrm>
            <a:custGeom>
              <a:rect b="b" l="l" r="r" t="t"/>
              <a:pathLst>
                <a:path extrusionOk="0" h="40436" w="38910">
                  <a:moveTo>
                    <a:pt x="21821" y="0"/>
                  </a:moveTo>
                  <a:cubicBezTo>
                    <a:pt x="19566" y="0"/>
                    <a:pt x="17287" y="403"/>
                    <a:pt x="15214" y="1111"/>
                  </a:cubicBezTo>
                  <a:cubicBezTo>
                    <a:pt x="9525" y="3095"/>
                    <a:pt x="4802" y="7165"/>
                    <a:pt x="2010" y="12515"/>
                  </a:cubicBezTo>
                  <a:cubicBezTo>
                    <a:pt x="653" y="15203"/>
                    <a:pt x="0" y="18178"/>
                    <a:pt x="131" y="21179"/>
                  </a:cubicBezTo>
                  <a:cubicBezTo>
                    <a:pt x="287" y="24415"/>
                    <a:pt x="757" y="26685"/>
                    <a:pt x="2636" y="30391"/>
                  </a:cubicBezTo>
                  <a:cubicBezTo>
                    <a:pt x="3148" y="31414"/>
                    <a:pt x="3512" y="31733"/>
                    <a:pt x="3958" y="31733"/>
                  </a:cubicBezTo>
                  <a:cubicBezTo>
                    <a:pt x="4309" y="31733"/>
                    <a:pt x="4709" y="31537"/>
                    <a:pt x="5272" y="31330"/>
                  </a:cubicBezTo>
                  <a:cubicBezTo>
                    <a:pt x="6465" y="30885"/>
                    <a:pt x="7636" y="30693"/>
                    <a:pt x="8789" y="30693"/>
                  </a:cubicBezTo>
                  <a:cubicBezTo>
                    <a:pt x="11621" y="30693"/>
                    <a:pt x="14344" y="31852"/>
                    <a:pt x="17015" y="33261"/>
                  </a:cubicBezTo>
                  <a:cubicBezTo>
                    <a:pt x="19024" y="34305"/>
                    <a:pt x="21242" y="35532"/>
                    <a:pt x="22417" y="37828"/>
                  </a:cubicBezTo>
                  <a:cubicBezTo>
                    <a:pt x="22730" y="38402"/>
                    <a:pt x="22599" y="38402"/>
                    <a:pt x="22260" y="38559"/>
                  </a:cubicBezTo>
                  <a:cubicBezTo>
                    <a:pt x="21947" y="38689"/>
                    <a:pt x="21660" y="38898"/>
                    <a:pt x="21451" y="39159"/>
                  </a:cubicBezTo>
                  <a:cubicBezTo>
                    <a:pt x="21084" y="39595"/>
                    <a:pt x="21141" y="40436"/>
                    <a:pt x="21586" y="40436"/>
                  </a:cubicBezTo>
                  <a:cubicBezTo>
                    <a:pt x="21647" y="40436"/>
                    <a:pt x="21715" y="40420"/>
                    <a:pt x="21790" y="40386"/>
                  </a:cubicBezTo>
                  <a:lnTo>
                    <a:pt x="21816" y="40386"/>
                  </a:lnTo>
                  <a:cubicBezTo>
                    <a:pt x="21816" y="40359"/>
                    <a:pt x="21816" y="40359"/>
                    <a:pt x="21816" y="40333"/>
                  </a:cubicBezTo>
                  <a:cubicBezTo>
                    <a:pt x="21712" y="40203"/>
                    <a:pt x="21712" y="40020"/>
                    <a:pt x="21790" y="39864"/>
                  </a:cubicBezTo>
                  <a:cubicBezTo>
                    <a:pt x="21947" y="39577"/>
                    <a:pt x="22208" y="39342"/>
                    <a:pt x="22495" y="39211"/>
                  </a:cubicBezTo>
                  <a:cubicBezTo>
                    <a:pt x="22573" y="39185"/>
                    <a:pt x="22678" y="39159"/>
                    <a:pt x="22756" y="39133"/>
                  </a:cubicBezTo>
                  <a:cubicBezTo>
                    <a:pt x="22799" y="39122"/>
                    <a:pt x="22842" y="39117"/>
                    <a:pt x="22886" y="39117"/>
                  </a:cubicBezTo>
                  <a:cubicBezTo>
                    <a:pt x="23056" y="39117"/>
                    <a:pt x="23226" y="39196"/>
                    <a:pt x="23330" y="39342"/>
                  </a:cubicBezTo>
                  <a:lnTo>
                    <a:pt x="23382" y="39342"/>
                  </a:lnTo>
                  <a:cubicBezTo>
                    <a:pt x="23852" y="38611"/>
                    <a:pt x="22991" y="37672"/>
                    <a:pt x="22443" y="37019"/>
                  </a:cubicBezTo>
                  <a:lnTo>
                    <a:pt x="22208" y="36758"/>
                  </a:lnTo>
                  <a:cubicBezTo>
                    <a:pt x="21608" y="36001"/>
                    <a:pt x="20955" y="35297"/>
                    <a:pt x="20251" y="34671"/>
                  </a:cubicBezTo>
                  <a:cubicBezTo>
                    <a:pt x="19155" y="33705"/>
                    <a:pt x="17824" y="33131"/>
                    <a:pt x="16545" y="32583"/>
                  </a:cubicBezTo>
                  <a:lnTo>
                    <a:pt x="16284" y="32478"/>
                  </a:lnTo>
                  <a:cubicBezTo>
                    <a:pt x="15893" y="32296"/>
                    <a:pt x="15501" y="32113"/>
                    <a:pt x="15084" y="31930"/>
                  </a:cubicBezTo>
                  <a:cubicBezTo>
                    <a:pt x="13779" y="31304"/>
                    <a:pt x="12396" y="30678"/>
                    <a:pt x="11013" y="30443"/>
                  </a:cubicBezTo>
                  <a:cubicBezTo>
                    <a:pt x="10184" y="30284"/>
                    <a:pt x="9356" y="30209"/>
                    <a:pt x="8527" y="30209"/>
                  </a:cubicBezTo>
                  <a:cubicBezTo>
                    <a:pt x="8129" y="30209"/>
                    <a:pt x="7731" y="30226"/>
                    <a:pt x="7333" y="30260"/>
                  </a:cubicBezTo>
                  <a:lnTo>
                    <a:pt x="7229" y="30260"/>
                  </a:lnTo>
                  <a:cubicBezTo>
                    <a:pt x="6185" y="30365"/>
                    <a:pt x="5011" y="30469"/>
                    <a:pt x="4045" y="30913"/>
                  </a:cubicBezTo>
                  <a:lnTo>
                    <a:pt x="3967" y="30965"/>
                  </a:lnTo>
                  <a:cubicBezTo>
                    <a:pt x="3941" y="30965"/>
                    <a:pt x="3941" y="30991"/>
                    <a:pt x="3941" y="30991"/>
                  </a:cubicBezTo>
                  <a:cubicBezTo>
                    <a:pt x="3941" y="31017"/>
                    <a:pt x="3915" y="31043"/>
                    <a:pt x="3889" y="31043"/>
                  </a:cubicBezTo>
                  <a:cubicBezTo>
                    <a:pt x="3867" y="31054"/>
                    <a:pt x="3845" y="31060"/>
                    <a:pt x="3827" y="31060"/>
                  </a:cubicBezTo>
                  <a:cubicBezTo>
                    <a:pt x="3802" y="31060"/>
                    <a:pt x="3784" y="31048"/>
                    <a:pt x="3784" y="31017"/>
                  </a:cubicBezTo>
                  <a:cubicBezTo>
                    <a:pt x="2088" y="28303"/>
                    <a:pt x="1070" y="25224"/>
                    <a:pt x="809" y="22040"/>
                  </a:cubicBezTo>
                  <a:cubicBezTo>
                    <a:pt x="705" y="20579"/>
                    <a:pt x="757" y="19117"/>
                    <a:pt x="1018" y="17656"/>
                  </a:cubicBezTo>
                  <a:cubicBezTo>
                    <a:pt x="1070" y="17343"/>
                    <a:pt x="1122" y="17004"/>
                    <a:pt x="1175" y="16769"/>
                  </a:cubicBezTo>
                  <a:cubicBezTo>
                    <a:pt x="1175" y="16743"/>
                    <a:pt x="1201" y="16717"/>
                    <a:pt x="1201" y="16664"/>
                  </a:cubicBezTo>
                  <a:cubicBezTo>
                    <a:pt x="1201" y="16638"/>
                    <a:pt x="1201" y="16638"/>
                    <a:pt x="1227" y="16612"/>
                  </a:cubicBezTo>
                  <a:cubicBezTo>
                    <a:pt x="1253" y="16482"/>
                    <a:pt x="1279" y="16377"/>
                    <a:pt x="1305" y="16247"/>
                  </a:cubicBezTo>
                  <a:lnTo>
                    <a:pt x="1305" y="16195"/>
                  </a:lnTo>
                  <a:cubicBezTo>
                    <a:pt x="1462" y="15647"/>
                    <a:pt x="1670" y="15073"/>
                    <a:pt x="1905" y="14420"/>
                  </a:cubicBezTo>
                  <a:cubicBezTo>
                    <a:pt x="2088" y="13924"/>
                    <a:pt x="2323" y="13402"/>
                    <a:pt x="2610" y="12828"/>
                  </a:cubicBezTo>
                  <a:lnTo>
                    <a:pt x="2662" y="12750"/>
                  </a:lnTo>
                  <a:lnTo>
                    <a:pt x="2610" y="12724"/>
                  </a:lnTo>
                  <a:lnTo>
                    <a:pt x="2662" y="12698"/>
                  </a:lnTo>
                  <a:lnTo>
                    <a:pt x="2662" y="12672"/>
                  </a:lnTo>
                  <a:lnTo>
                    <a:pt x="2636" y="12672"/>
                  </a:lnTo>
                  <a:lnTo>
                    <a:pt x="2688" y="12646"/>
                  </a:lnTo>
                  <a:cubicBezTo>
                    <a:pt x="2740" y="12515"/>
                    <a:pt x="2819" y="12411"/>
                    <a:pt x="2871" y="12306"/>
                  </a:cubicBezTo>
                  <a:cubicBezTo>
                    <a:pt x="3027" y="12045"/>
                    <a:pt x="3184" y="11758"/>
                    <a:pt x="3393" y="11419"/>
                  </a:cubicBezTo>
                  <a:cubicBezTo>
                    <a:pt x="4045" y="10375"/>
                    <a:pt x="4776" y="9410"/>
                    <a:pt x="5585" y="8496"/>
                  </a:cubicBezTo>
                  <a:lnTo>
                    <a:pt x="5820" y="8183"/>
                  </a:lnTo>
                  <a:lnTo>
                    <a:pt x="5872" y="8157"/>
                  </a:lnTo>
                  <a:lnTo>
                    <a:pt x="5846" y="8131"/>
                  </a:lnTo>
                  <a:lnTo>
                    <a:pt x="5898" y="8131"/>
                  </a:lnTo>
                  <a:lnTo>
                    <a:pt x="6002" y="8027"/>
                  </a:lnTo>
                  <a:cubicBezTo>
                    <a:pt x="6185" y="7792"/>
                    <a:pt x="6394" y="7583"/>
                    <a:pt x="6603" y="7374"/>
                  </a:cubicBezTo>
                  <a:cubicBezTo>
                    <a:pt x="7046" y="6957"/>
                    <a:pt x="7516" y="6513"/>
                    <a:pt x="8038" y="6069"/>
                  </a:cubicBezTo>
                  <a:cubicBezTo>
                    <a:pt x="8455" y="5704"/>
                    <a:pt x="8925" y="5339"/>
                    <a:pt x="9447" y="4947"/>
                  </a:cubicBezTo>
                  <a:cubicBezTo>
                    <a:pt x="9682" y="4791"/>
                    <a:pt x="9917" y="4608"/>
                    <a:pt x="10178" y="4452"/>
                  </a:cubicBezTo>
                  <a:cubicBezTo>
                    <a:pt x="10282" y="4373"/>
                    <a:pt x="10413" y="4295"/>
                    <a:pt x="10543" y="4191"/>
                  </a:cubicBezTo>
                  <a:lnTo>
                    <a:pt x="10752" y="4060"/>
                  </a:lnTo>
                  <a:lnTo>
                    <a:pt x="10804" y="4034"/>
                  </a:lnTo>
                  <a:cubicBezTo>
                    <a:pt x="11665" y="3486"/>
                    <a:pt x="12552" y="3016"/>
                    <a:pt x="13492" y="2599"/>
                  </a:cubicBezTo>
                  <a:lnTo>
                    <a:pt x="14066" y="2338"/>
                  </a:lnTo>
                  <a:cubicBezTo>
                    <a:pt x="14562" y="2129"/>
                    <a:pt x="15084" y="1920"/>
                    <a:pt x="15684" y="1711"/>
                  </a:cubicBezTo>
                  <a:lnTo>
                    <a:pt x="16075" y="1581"/>
                  </a:lnTo>
                  <a:lnTo>
                    <a:pt x="16101" y="1581"/>
                  </a:lnTo>
                  <a:lnTo>
                    <a:pt x="16180" y="1555"/>
                  </a:lnTo>
                  <a:lnTo>
                    <a:pt x="16232" y="1529"/>
                  </a:lnTo>
                  <a:lnTo>
                    <a:pt x="16258" y="1529"/>
                  </a:lnTo>
                  <a:cubicBezTo>
                    <a:pt x="16545" y="1450"/>
                    <a:pt x="16832" y="1372"/>
                    <a:pt x="17197" y="1294"/>
                  </a:cubicBezTo>
                  <a:cubicBezTo>
                    <a:pt x="18346" y="1007"/>
                    <a:pt x="19520" y="824"/>
                    <a:pt x="20694" y="746"/>
                  </a:cubicBezTo>
                  <a:lnTo>
                    <a:pt x="21060" y="720"/>
                  </a:lnTo>
                  <a:lnTo>
                    <a:pt x="21086" y="720"/>
                  </a:lnTo>
                  <a:lnTo>
                    <a:pt x="21086" y="668"/>
                  </a:lnTo>
                  <a:lnTo>
                    <a:pt x="21138" y="720"/>
                  </a:lnTo>
                  <a:lnTo>
                    <a:pt x="22077" y="720"/>
                  </a:lnTo>
                  <a:cubicBezTo>
                    <a:pt x="22652" y="746"/>
                    <a:pt x="23252" y="798"/>
                    <a:pt x="23852" y="876"/>
                  </a:cubicBezTo>
                  <a:cubicBezTo>
                    <a:pt x="24113" y="929"/>
                    <a:pt x="24400" y="955"/>
                    <a:pt x="24635" y="1007"/>
                  </a:cubicBezTo>
                  <a:lnTo>
                    <a:pt x="25000" y="1085"/>
                  </a:lnTo>
                  <a:lnTo>
                    <a:pt x="25105" y="1111"/>
                  </a:lnTo>
                  <a:cubicBezTo>
                    <a:pt x="25131" y="1111"/>
                    <a:pt x="25157" y="1111"/>
                    <a:pt x="25183" y="1137"/>
                  </a:cubicBezTo>
                  <a:cubicBezTo>
                    <a:pt x="25679" y="1268"/>
                    <a:pt x="26227" y="1424"/>
                    <a:pt x="26801" y="1607"/>
                  </a:cubicBezTo>
                  <a:cubicBezTo>
                    <a:pt x="27244" y="1764"/>
                    <a:pt x="27740" y="1972"/>
                    <a:pt x="28288" y="2207"/>
                  </a:cubicBezTo>
                  <a:cubicBezTo>
                    <a:pt x="28523" y="2312"/>
                    <a:pt x="28758" y="2416"/>
                    <a:pt x="28993" y="2547"/>
                  </a:cubicBezTo>
                  <a:lnTo>
                    <a:pt x="29097" y="2573"/>
                  </a:lnTo>
                  <a:lnTo>
                    <a:pt x="29123" y="2573"/>
                  </a:lnTo>
                  <a:lnTo>
                    <a:pt x="29149" y="2599"/>
                  </a:lnTo>
                  <a:cubicBezTo>
                    <a:pt x="29306" y="2677"/>
                    <a:pt x="29436" y="2755"/>
                    <a:pt x="29593" y="2834"/>
                  </a:cubicBezTo>
                  <a:cubicBezTo>
                    <a:pt x="30559" y="3382"/>
                    <a:pt x="31498" y="4008"/>
                    <a:pt x="32385" y="4712"/>
                  </a:cubicBezTo>
                  <a:cubicBezTo>
                    <a:pt x="32594" y="4869"/>
                    <a:pt x="32803" y="5052"/>
                    <a:pt x="33012" y="5234"/>
                  </a:cubicBezTo>
                  <a:cubicBezTo>
                    <a:pt x="33090" y="5313"/>
                    <a:pt x="33168" y="5365"/>
                    <a:pt x="33246" y="5443"/>
                  </a:cubicBezTo>
                  <a:lnTo>
                    <a:pt x="33325" y="5495"/>
                  </a:lnTo>
                  <a:lnTo>
                    <a:pt x="33377" y="5548"/>
                  </a:lnTo>
                  <a:lnTo>
                    <a:pt x="33403" y="5574"/>
                  </a:lnTo>
                  <a:lnTo>
                    <a:pt x="33429" y="5600"/>
                  </a:lnTo>
                  <a:cubicBezTo>
                    <a:pt x="33821" y="5965"/>
                    <a:pt x="34212" y="6383"/>
                    <a:pt x="34656" y="6826"/>
                  </a:cubicBezTo>
                  <a:cubicBezTo>
                    <a:pt x="35412" y="7687"/>
                    <a:pt x="36117" y="8575"/>
                    <a:pt x="36743" y="9514"/>
                  </a:cubicBezTo>
                  <a:lnTo>
                    <a:pt x="36795" y="9618"/>
                  </a:lnTo>
                  <a:lnTo>
                    <a:pt x="37030" y="9958"/>
                  </a:lnTo>
                  <a:cubicBezTo>
                    <a:pt x="37161" y="10193"/>
                    <a:pt x="37291" y="10427"/>
                    <a:pt x="37422" y="10688"/>
                  </a:cubicBezTo>
                  <a:cubicBezTo>
                    <a:pt x="37578" y="10975"/>
                    <a:pt x="37761" y="11289"/>
                    <a:pt x="37918" y="11628"/>
                  </a:cubicBezTo>
                  <a:cubicBezTo>
                    <a:pt x="37918" y="11654"/>
                    <a:pt x="37944" y="11654"/>
                    <a:pt x="37970" y="11654"/>
                  </a:cubicBezTo>
                  <a:cubicBezTo>
                    <a:pt x="38283" y="11602"/>
                    <a:pt x="38596" y="11550"/>
                    <a:pt x="38909" y="11523"/>
                  </a:cubicBezTo>
                  <a:cubicBezTo>
                    <a:pt x="37448" y="8549"/>
                    <a:pt x="35856" y="6670"/>
                    <a:pt x="33325" y="4478"/>
                  </a:cubicBezTo>
                  <a:cubicBezTo>
                    <a:pt x="31028" y="2494"/>
                    <a:pt x="28445" y="1033"/>
                    <a:pt x="25470" y="381"/>
                  </a:cubicBezTo>
                  <a:cubicBezTo>
                    <a:pt x="24287" y="122"/>
                    <a:pt x="23057" y="0"/>
                    <a:pt x="21821" y="0"/>
                  </a:cubicBezTo>
                  <a:close/>
                </a:path>
              </a:pathLst>
            </a:custGeom>
            <a:solidFill>
              <a:srgbClr val="000000">
                <a:alpha val="5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4023385" y="1382246"/>
              <a:ext cx="153660" cy="776837"/>
            </a:xfrm>
            <a:custGeom>
              <a:rect b="b" l="l" r="r" t="t"/>
              <a:pathLst>
                <a:path extrusionOk="0" h="19924" w="3941">
                  <a:moveTo>
                    <a:pt x="3941" y="0"/>
                  </a:moveTo>
                  <a:lnTo>
                    <a:pt x="3941" y="0"/>
                  </a:lnTo>
                  <a:cubicBezTo>
                    <a:pt x="3576" y="183"/>
                    <a:pt x="3236" y="392"/>
                    <a:pt x="2923" y="627"/>
                  </a:cubicBezTo>
                  <a:cubicBezTo>
                    <a:pt x="888" y="2192"/>
                    <a:pt x="235" y="4593"/>
                    <a:pt x="53" y="7046"/>
                  </a:cubicBezTo>
                  <a:cubicBezTo>
                    <a:pt x="0" y="8325"/>
                    <a:pt x="26" y="9630"/>
                    <a:pt x="131" y="10935"/>
                  </a:cubicBezTo>
                  <a:cubicBezTo>
                    <a:pt x="131" y="12292"/>
                    <a:pt x="340" y="13649"/>
                    <a:pt x="731" y="14979"/>
                  </a:cubicBezTo>
                  <a:cubicBezTo>
                    <a:pt x="1044" y="15893"/>
                    <a:pt x="1644" y="16650"/>
                    <a:pt x="2166" y="17432"/>
                  </a:cubicBezTo>
                  <a:cubicBezTo>
                    <a:pt x="2271" y="17615"/>
                    <a:pt x="2375" y="17772"/>
                    <a:pt x="2479" y="17928"/>
                  </a:cubicBezTo>
                  <a:cubicBezTo>
                    <a:pt x="2036" y="18033"/>
                    <a:pt x="1671" y="18294"/>
                    <a:pt x="1383" y="18633"/>
                  </a:cubicBezTo>
                  <a:cubicBezTo>
                    <a:pt x="805" y="19356"/>
                    <a:pt x="1318" y="19923"/>
                    <a:pt x="1708" y="19923"/>
                  </a:cubicBezTo>
                  <a:cubicBezTo>
                    <a:pt x="1740" y="19923"/>
                    <a:pt x="1771" y="19920"/>
                    <a:pt x="1801" y="19912"/>
                  </a:cubicBezTo>
                  <a:cubicBezTo>
                    <a:pt x="1801" y="19912"/>
                    <a:pt x="1801" y="19912"/>
                    <a:pt x="1827" y="19886"/>
                  </a:cubicBezTo>
                  <a:cubicBezTo>
                    <a:pt x="1827" y="19886"/>
                    <a:pt x="1827" y="19859"/>
                    <a:pt x="1827" y="19859"/>
                  </a:cubicBezTo>
                  <a:cubicBezTo>
                    <a:pt x="1671" y="19651"/>
                    <a:pt x="1697" y="19390"/>
                    <a:pt x="1879" y="19207"/>
                  </a:cubicBezTo>
                  <a:cubicBezTo>
                    <a:pt x="2036" y="19024"/>
                    <a:pt x="2219" y="18868"/>
                    <a:pt x="2427" y="18789"/>
                  </a:cubicBezTo>
                  <a:cubicBezTo>
                    <a:pt x="2584" y="18711"/>
                    <a:pt x="2740" y="18659"/>
                    <a:pt x="2923" y="18659"/>
                  </a:cubicBezTo>
                  <a:cubicBezTo>
                    <a:pt x="2943" y="18656"/>
                    <a:pt x="2963" y="18654"/>
                    <a:pt x="2983" y="18654"/>
                  </a:cubicBezTo>
                  <a:cubicBezTo>
                    <a:pt x="3118" y="18654"/>
                    <a:pt x="3246" y="18731"/>
                    <a:pt x="3315" y="18868"/>
                  </a:cubicBezTo>
                  <a:lnTo>
                    <a:pt x="3367" y="18868"/>
                  </a:lnTo>
                  <a:cubicBezTo>
                    <a:pt x="3784" y="18476"/>
                    <a:pt x="3419" y="17981"/>
                    <a:pt x="3158" y="17563"/>
                  </a:cubicBezTo>
                  <a:lnTo>
                    <a:pt x="2949" y="17250"/>
                  </a:lnTo>
                  <a:cubicBezTo>
                    <a:pt x="2453" y="16571"/>
                    <a:pt x="2010" y="15815"/>
                    <a:pt x="1671" y="15058"/>
                  </a:cubicBezTo>
                  <a:cubicBezTo>
                    <a:pt x="1357" y="14249"/>
                    <a:pt x="1149" y="13440"/>
                    <a:pt x="1070" y="12579"/>
                  </a:cubicBezTo>
                  <a:cubicBezTo>
                    <a:pt x="914" y="10961"/>
                    <a:pt x="862" y="9343"/>
                    <a:pt x="914" y="7725"/>
                  </a:cubicBezTo>
                  <a:lnTo>
                    <a:pt x="914" y="7099"/>
                  </a:lnTo>
                  <a:cubicBezTo>
                    <a:pt x="914" y="3993"/>
                    <a:pt x="2036" y="1436"/>
                    <a:pt x="3941" y="0"/>
                  </a:cubicBezTo>
                  <a:close/>
                </a:path>
              </a:pathLst>
            </a:custGeom>
            <a:solidFill>
              <a:srgbClr val="000000">
                <a:alpha val="5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3012047" y="628314"/>
              <a:ext cx="599354" cy="717962"/>
            </a:xfrm>
            <a:custGeom>
              <a:rect b="b" l="l" r="r" t="t"/>
              <a:pathLst>
                <a:path extrusionOk="0" h="18414" w="15372">
                  <a:moveTo>
                    <a:pt x="14510" y="0"/>
                  </a:moveTo>
                  <a:cubicBezTo>
                    <a:pt x="14171" y="26"/>
                    <a:pt x="13858" y="53"/>
                    <a:pt x="13518" y="105"/>
                  </a:cubicBezTo>
                  <a:cubicBezTo>
                    <a:pt x="13492" y="105"/>
                    <a:pt x="13492" y="131"/>
                    <a:pt x="13518" y="131"/>
                  </a:cubicBezTo>
                  <a:cubicBezTo>
                    <a:pt x="13544" y="235"/>
                    <a:pt x="13570" y="340"/>
                    <a:pt x="13597" y="470"/>
                  </a:cubicBezTo>
                  <a:cubicBezTo>
                    <a:pt x="13858" y="1592"/>
                    <a:pt x="14014" y="2714"/>
                    <a:pt x="14092" y="3863"/>
                  </a:cubicBezTo>
                  <a:lnTo>
                    <a:pt x="14092" y="3993"/>
                  </a:lnTo>
                  <a:lnTo>
                    <a:pt x="14092" y="4019"/>
                  </a:lnTo>
                  <a:lnTo>
                    <a:pt x="14092" y="4071"/>
                  </a:lnTo>
                  <a:lnTo>
                    <a:pt x="14092" y="4437"/>
                  </a:lnTo>
                  <a:lnTo>
                    <a:pt x="14092" y="5272"/>
                  </a:lnTo>
                  <a:cubicBezTo>
                    <a:pt x="14066" y="5846"/>
                    <a:pt x="14014" y="6446"/>
                    <a:pt x="13910" y="7125"/>
                  </a:cubicBezTo>
                  <a:cubicBezTo>
                    <a:pt x="13884" y="7359"/>
                    <a:pt x="13831" y="7646"/>
                    <a:pt x="13779" y="7986"/>
                  </a:cubicBezTo>
                  <a:cubicBezTo>
                    <a:pt x="13753" y="8090"/>
                    <a:pt x="13727" y="8221"/>
                    <a:pt x="13701" y="8351"/>
                  </a:cubicBezTo>
                  <a:lnTo>
                    <a:pt x="13701" y="8403"/>
                  </a:lnTo>
                  <a:cubicBezTo>
                    <a:pt x="13701" y="8455"/>
                    <a:pt x="13701" y="8482"/>
                    <a:pt x="13675" y="8508"/>
                  </a:cubicBezTo>
                  <a:cubicBezTo>
                    <a:pt x="13675" y="8534"/>
                    <a:pt x="13675" y="8560"/>
                    <a:pt x="13649" y="8586"/>
                  </a:cubicBezTo>
                  <a:cubicBezTo>
                    <a:pt x="13492" y="9212"/>
                    <a:pt x="13310" y="9812"/>
                    <a:pt x="13101" y="10439"/>
                  </a:cubicBezTo>
                  <a:cubicBezTo>
                    <a:pt x="12892" y="10961"/>
                    <a:pt x="12683" y="11509"/>
                    <a:pt x="12396" y="12135"/>
                  </a:cubicBezTo>
                  <a:cubicBezTo>
                    <a:pt x="12240" y="12448"/>
                    <a:pt x="12135" y="12657"/>
                    <a:pt x="12057" y="12761"/>
                  </a:cubicBezTo>
                  <a:cubicBezTo>
                    <a:pt x="11900" y="13074"/>
                    <a:pt x="11692" y="13388"/>
                    <a:pt x="11483" y="13727"/>
                  </a:cubicBezTo>
                  <a:cubicBezTo>
                    <a:pt x="11170" y="14249"/>
                    <a:pt x="10804" y="14718"/>
                    <a:pt x="10439" y="15188"/>
                  </a:cubicBezTo>
                  <a:lnTo>
                    <a:pt x="10361" y="15266"/>
                  </a:lnTo>
                  <a:cubicBezTo>
                    <a:pt x="10335" y="15293"/>
                    <a:pt x="10335" y="15293"/>
                    <a:pt x="10335" y="15319"/>
                  </a:cubicBezTo>
                  <a:lnTo>
                    <a:pt x="10282" y="15345"/>
                  </a:lnTo>
                  <a:lnTo>
                    <a:pt x="10048" y="15580"/>
                  </a:lnTo>
                  <a:cubicBezTo>
                    <a:pt x="9865" y="15762"/>
                    <a:pt x="9656" y="15971"/>
                    <a:pt x="9395" y="16180"/>
                  </a:cubicBezTo>
                  <a:cubicBezTo>
                    <a:pt x="9239" y="16310"/>
                    <a:pt x="9082" y="16467"/>
                    <a:pt x="8821" y="16623"/>
                  </a:cubicBezTo>
                  <a:lnTo>
                    <a:pt x="8795" y="16650"/>
                  </a:lnTo>
                  <a:lnTo>
                    <a:pt x="8638" y="16754"/>
                  </a:lnTo>
                  <a:lnTo>
                    <a:pt x="8586" y="16754"/>
                  </a:lnTo>
                  <a:lnTo>
                    <a:pt x="8508" y="16806"/>
                  </a:lnTo>
                  <a:cubicBezTo>
                    <a:pt x="8377" y="16884"/>
                    <a:pt x="8221" y="16937"/>
                    <a:pt x="8064" y="17015"/>
                  </a:cubicBezTo>
                  <a:lnTo>
                    <a:pt x="7908" y="17093"/>
                  </a:lnTo>
                  <a:lnTo>
                    <a:pt x="7568" y="17224"/>
                  </a:lnTo>
                  <a:cubicBezTo>
                    <a:pt x="7542" y="17250"/>
                    <a:pt x="7542" y="17250"/>
                    <a:pt x="7516" y="17250"/>
                  </a:cubicBezTo>
                  <a:cubicBezTo>
                    <a:pt x="7464" y="17250"/>
                    <a:pt x="7438" y="17276"/>
                    <a:pt x="7386" y="17276"/>
                  </a:cubicBezTo>
                  <a:cubicBezTo>
                    <a:pt x="7073" y="17380"/>
                    <a:pt x="6733" y="17432"/>
                    <a:pt x="6394" y="17459"/>
                  </a:cubicBezTo>
                  <a:lnTo>
                    <a:pt x="6055" y="17459"/>
                  </a:lnTo>
                  <a:cubicBezTo>
                    <a:pt x="5820" y="17459"/>
                    <a:pt x="5611" y="17432"/>
                    <a:pt x="5376" y="17406"/>
                  </a:cubicBezTo>
                  <a:lnTo>
                    <a:pt x="5272" y="17380"/>
                  </a:lnTo>
                  <a:lnTo>
                    <a:pt x="5115" y="17380"/>
                  </a:lnTo>
                  <a:cubicBezTo>
                    <a:pt x="5063" y="17354"/>
                    <a:pt x="5011" y="17354"/>
                    <a:pt x="4959" y="17328"/>
                  </a:cubicBezTo>
                  <a:cubicBezTo>
                    <a:pt x="4854" y="17276"/>
                    <a:pt x="4724" y="17250"/>
                    <a:pt x="4594" y="17198"/>
                  </a:cubicBezTo>
                  <a:cubicBezTo>
                    <a:pt x="4437" y="17145"/>
                    <a:pt x="4228" y="17041"/>
                    <a:pt x="4124" y="16989"/>
                  </a:cubicBezTo>
                  <a:lnTo>
                    <a:pt x="4098" y="16989"/>
                  </a:lnTo>
                  <a:lnTo>
                    <a:pt x="4019" y="16963"/>
                  </a:lnTo>
                  <a:cubicBezTo>
                    <a:pt x="3941" y="16937"/>
                    <a:pt x="3889" y="16911"/>
                    <a:pt x="3837" y="16858"/>
                  </a:cubicBezTo>
                  <a:lnTo>
                    <a:pt x="3758" y="16806"/>
                  </a:lnTo>
                  <a:cubicBezTo>
                    <a:pt x="3576" y="16702"/>
                    <a:pt x="3419" y="16571"/>
                    <a:pt x="3289" y="16467"/>
                  </a:cubicBezTo>
                  <a:lnTo>
                    <a:pt x="3106" y="16336"/>
                  </a:lnTo>
                  <a:cubicBezTo>
                    <a:pt x="3080" y="16336"/>
                    <a:pt x="3080" y="16336"/>
                    <a:pt x="3054" y="16310"/>
                  </a:cubicBezTo>
                  <a:cubicBezTo>
                    <a:pt x="3028" y="16284"/>
                    <a:pt x="2976" y="16232"/>
                    <a:pt x="2949" y="16206"/>
                  </a:cubicBezTo>
                  <a:cubicBezTo>
                    <a:pt x="2689" y="15945"/>
                    <a:pt x="2428" y="15658"/>
                    <a:pt x="2219" y="15371"/>
                  </a:cubicBezTo>
                  <a:lnTo>
                    <a:pt x="2088" y="15162"/>
                  </a:lnTo>
                  <a:cubicBezTo>
                    <a:pt x="2062" y="15162"/>
                    <a:pt x="2062" y="15162"/>
                    <a:pt x="2062" y="15136"/>
                  </a:cubicBezTo>
                  <a:cubicBezTo>
                    <a:pt x="2010" y="15084"/>
                    <a:pt x="1984" y="15032"/>
                    <a:pt x="1958" y="14979"/>
                  </a:cubicBezTo>
                  <a:cubicBezTo>
                    <a:pt x="1906" y="14875"/>
                    <a:pt x="1827" y="14745"/>
                    <a:pt x="1749" y="14614"/>
                  </a:cubicBezTo>
                  <a:cubicBezTo>
                    <a:pt x="1645" y="14405"/>
                    <a:pt x="1566" y="14223"/>
                    <a:pt x="1488" y="14040"/>
                  </a:cubicBezTo>
                  <a:cubicBezTo>
                    <a:pt x="1462" y="13962"/>
                    <a:pt x="1436" y="13857"/>
                    <a:pt x="1384" y="13753"/>
                  </a:cubicBezTo>
                  <a:cubicBezTo>
                    <a:pt x="1358" y="13727"/>
                    <a:pt x="1358" y="13701"/>
                    <a:pt x="1332" y="13649"/>
                  </a:cubicBezTo>
                  <a:cubicBezTo>
                    <a:pt x="1332" y="13622"/>
                    <a:pt x="1332" y="13570"/>
                    <a:pt x="1332" y="13544"/>
                  </a:cubicBezTo>
                  <a:cubicBezTo>
                    <a:pt x="1201" y="13153"/>
                    <a:pt x="1123" y="12761"/>
                    <a:pt x="1097" y="12370"/>
                  </a:cubicBezTo>
                  <a:cubicBezTo>
                    <a:pt x="1071" y="12187"/>
                    <a:pt x="1044" y="12004"/>
                    <a:pt x="1044" y="11770"/>
                  </a:cubicBezTo>
                  <a:lnTo>
                    <a:pt x="1044" y="11691"/>
                  </a:lnTo>
                  <a:cubicBezTo>
                    <a:pt x="1044" y="11665"/>
                    <a:pt x="1044" y="11639"/>
                    <a:pt x="1044" y="11639"/>
                  </a:cubicBezTo>
                  <a:cubicBezTo>
                    <a:pt x="1044" y="11483"/>
                    <a:pt x="1044" y="11300"/>
                    <a:pt x="1071" y="11169"/>
                  </a:cubicBezTo>
                  <a:cubicBezTo>
                    <a:pt x="1097" y="10674"/>
                    <a:pt x="1149" y="10178"/>
                    <a:pt x="1253" y="9708"/>
                  </a:cubicBezTo>
                  <a:cubicBezTo>
                    <a:pt x="1253" y="9682"/>
                    <a:pt x="1253" y="9682"/>
                    <a:pt x="1253" y="9656"/>
                  </a:cubicBezTo>
                  <a:lnTo>
                    <a:pt x="1253" y="9604"/>
                  </a:lnTo>
                  <a:cubicBezTo>
                    <a:pt x="1305" y="9473"/>
                    <a:pt x="1332" y="9343"/>
                    <a:pt x="1384" y="9212"/>
                  </a:cubicBezTo>
                  <a:cubicBezTo>
                    <a:pt x="1462" y="8951"/>
                    <a:pt x="1566" y="8664"/>
                    <a:pt x="1697" y="8325"/>
                  </a:cubicBezTo>
                  <a:cubicBezTo>
                    <a:pt x="1801" y="8038"/>
                    <a:pt x="1932" y="7777"/>
                    <a:pt x="2036" y="7568"/>
                  </a:cubicBezTo>
                  <a:cubicBezTo>
                    <a:pt x="2062" y="7516"/>
                    <a:pt x="2062" y="7490"/>
                    <a:pt x="2088" y="7464"/>
                  </a:cubicBezTo>
                  <a:cubicBezTo>
                    <a:pt x="2088" y="7438"/>
                    <a:pt x="2114" y="7412"/>
                    <a:pt x="2140" y="7386"/>
                  </a:cubicBezTo>
                  <a:lnTo>
                    <a:pt x="2271" y="7125"/>
                  </a:lnTo>
                  <a:lnTo>
                    <a:pt x="2271" y="7125"/>
                  </a:lnTo>
                  <a:cubicBezTo>
                    <a:pt x="627" y="9030"/>
                    <a:pt x="1" y="11587"/>
                    <a:pt x="601" y="14040"/>
                  </a:cubicBezTo>
                  <a:cubicBezTo>
                    <a:pt x="1071" y="16591"/>
                    <a:pt x="3282" y="18414"/>
                    <a:pt x="5849" y="18414"/>
                  </a:cubicBezTo>
                  <a:cubicBezTo>
                    <a:pt x="5986" y="18414"/>
                    <a:pt x="6124" y="18409"/>
                    <a:pt x="6264" y="18398"/>
                  </a:cubicBezTo>
                  <a:cubicBezTo>
                    <a:pt x="12448" y="18033"/>
                    <a:pt x="15371" y="10387"/>
                    <a:pt x="15293" y="5115"/>
                  </a:cubicBezTo>
                  <a:cubicBezTo>
                    <a:pt x="15267" y="3393"/>
                    <a:pt x="15006" y="1671"/>
                    <a:pt x="14510" y="0"/>
                  </a:cubicBezTo>
                  <a:close/>
                </a:path>
              </a:pathLst>
            </a:custGeom>
            <a:solidFill>
              <a:srgbClr val="000000">
                <a:alpha val="5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2729181" y="504640"/>
              <a:ext cx="922893" cy="1203270"/>
            </a:xfrm>
            <a:custGeom>
              <a:rect b="b" l="l" r="r" t="t"/>
              <a:pathLst>
                <a:path extrusionOk="0" h="30861" w="23670">
                  <a:moveTo>
                    <a:pt x="7874" y="1"/>
                  </a:moveTo>
                  <a:cubicBezTo>
                    <a:pt x="5513" y="1"/>
                    <a:pt x="3046" y="565"/>
                    <a:pt x="679" y="1659"/>
                  </a:cubicBezTo>
                  <a:cubicBezTo>
                    <a:pt x="444" y="1763"/>
                    <a:pt x="209" y="1868"/>
                    <a:pt x="0" y="1972"/>
                  </a:cubicBezTo>
                  <a:cubicBezTo>
                    <a:pt x="2010" y="1189"/>
                    <a:pt x="4097" y="719"/>
                    <a:pt x="6263" y="537"/>
                  </a:cubicBezTo>
                  <a:cubicBezTo>
                    <a:pt x="6662" y="503"/>
                    <a:pt x="7060" y="487"/>
                    <a:pt x="7458" y="487"/>
                  </a:cubicBezTo>
                  <a:cubicBezTo>
                    <a:pt x="10497" y="487"/>
                    <a:pt x="13479" y="1448"/>
                    <a:pt x="15971" y="3225"/>
                  </a:cubicBezTo>
                  <a:cubicBezTo>
                    <a:pt x="18841" y="5234"/>
                    <a:pt x="20929" y="8183"/>
                    <a:pt x="21895" y="11575"/>
                  </a:cubicBezTo>
                  <a:cubicBezTo>
                    <a:pt x="22912" y="14994"/>
                    <a:pt x="23017" y="18621"/>
                    <a:pt x="22208" y="22118"/>
                  </a:cubicBezTo>
                  <a:cubicBezTo>
                    <a:pt x="21529" y="24989"/>
                    <a:pt x="20355" y="27729"/>
                    <a:pt x="18737" y="30208"/>
                  </a:cubicBezTo>
                  <a:cubicBezTo>
                    <a:pt x="18554" y="29842"/>
                    <a:pt x="18267" y="29555"/>
                    <a:pt x="17902" y="29425"/>
                  </a:cubicBezTo>
                  <a:cubicBezTo>
                    <a:pt x="17745" y="29347"/>
                    <a:pt x="17569" y="29307"/>
                    <a:pt x="17393" y="29307"/>
                  </a:cubicBezTo>
                  <a:cubicBezTo>
                    <a:pt x="17217" y="29307"/>
                    <a:pt x="17041" y="29347"/>
                    <a:pt x="16884" y="29425"/>
                  </a:cubicBezTo>
                  <a:cubicBezTo>
                    <a:pt x="16884" y="29608"/>
                    <a:pt x="16936" y="29790"/>
                    <a:pt x="16989" y="29973"/>
                  </a:cubicBezTo>
                  <a:cubicBezTo>
                    <a:pt x="17015" y="29973"/>
                    <a:pt x="17015" y="29999"/>
                    <a:pt x="17015" y="29999"/>
                  </a:cubicBezTo>
                  <a:lnTo>
                    <a:pt x="17041" y="29999"/>
                  </a:lnTo>
                  <a:cubicBezTo>
                    <a:pt x="17067" y="29973"/>
                    <a:pt x="17093" y="29947"/>
                    <a:pt x="17119" y="29947"/>
                  </a:cubicBezTo>
                  <a:lnTo>
                    <a:pt x="17145" y="29947"/>
                  </a:lnTo>
                  <a:cubicBezTo>
                    <a:pt x="17195" y="29938"/>
                    <a:pt x="17244" y="29933"/>
                    <a:pt x="17293" y="29933"/>
                  </a:cubicBezTo>
                  <a:cubicBezTo>
                    <a:pt x="17521" y="29933"/>
                    <a:pt x="17725" y="30031"/>
                    <a:pt x="17876" y="30182"/>
                  </a:cubicBezTo>
                  <a:lnTo>
                    <a:pt x="17954" y="30208"/>
                  </a:lnTo>
                  <a:cubicBezTo>
                    <a:pt x="18163" y="30338"/>
                    <a:pt x="18424" y="30521"/>
                    <a:pt x="18398" y="30756"/>
                  </a:cubicBezTo>
                  <a:lnTo>
                    <a:pt x="18372" y="30808"/>
                  </a:lnTo>
                  <a:cubicBezTo>
                    <a:pt x="18372" y="30834"/>
                    <a:pt x="18372" y="30834"/>
                    <a:pt x="18372" y="30860"/>
                  </a:cubicBezTo>
                  <a:lnTo>
                    <a:pt x="18398" y="30860"/>
                  </a:lnTo>
                  <a:cubicBezTo>
                    <a:pt x="18633" y="30860"/>
                    <a:pt x="18841" y="30808"/>
                    <a:pt x="19024" y="30730"/>
                  </a:cubicBezTo>
                  <a:cubicBezTo>
                    <a:pt x="19259" y="30625"/>
                    <a:pt x="19442" y="30443"/>
                    <a:pt x="19572" y="30208"/>
                  </a:cubicBezTo>
                  <a:cubicBezTo>
                    <a:pt x="20485" y="28694"/>
                    <a:pt x="21294" y="27128"/>
                    <a:pt x="21973" y="25510"/>
                  </a:cubicBezTo>
                  <a:cubicBezTo>
                    <a:pt x="22521" y="24049"/>
                    <a:pt x="22939" y="22509"/>
                    <a:pt x="23173" y="20944"/>
                  </a:cubicBezTo>
                  <a:cubicBezTo>
                    <a:pt x="23669" y="17969"/>
                    <a:pt x="23513" y="14942"/>
                    <a:pt x="22730" y="12019"/>
                  </a:cubicBezTo>
                  <a:cubicBezTo>
                    <a:pt x="21973" y="9044"/>
                    <a:pt x="20381" y="6330"/>
                    <a:pt x="18163" y="4190"/>
                  </a:cubicBezTo>
                  <a:cubicBezTo>
                    <a:pt x="16180" y="2285"/>
                    <a:pt x="13701" y="954"/>
                    <a:pt x="11013" y="354"/>
                  </a:cubicBezTo>
                  <a:cubicBezTo>
                    <a:pt x="10001" y="117"/>
                    <a:pt x="8948" y="1"/>
                    <a:pt x="7874" y="1"/>
                  </a:cubicBezTo>
                  <a:close/>
                </a:path>
              </a:pathLst>
            </a:custGeom>
            <a:solidFill>
              <a:srgbClr val="000000">
                <a:alpha val="5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2501290" y="2576754"/>
              <a:ext cx="158767" cy="216472"/>
            </a:xfrm>
            <a:custGeom>
              <a:rect b="b" l="l" r="r" t="t"/>
              <a:pathLst>
                <a:path extrusionOk="0" h="5552" w="4072">
                  <a:moveTo>
                    <a:pt x="2010" y="0"/>
                  </a:moveTo>
                  <a:cubicBezTo>
                    <a:pt x="2349" y="574"/>
                    <a:pt x="2480" y="1279"/>
                    <a:pt x="2402" y="1957"/>
                  </a:cubicBezTo>
                  <a:cubicBezTo>
                    <a:pt x="2245" y="2636"/>
                    <a:pt x="1932" y="3262"/>
                    <a:pt x="1488" y="3784"/>
                  </a:cubicBezTo>
                  <a:cubicBezTo>
                    <a:pt x="1071" y="4254"/>
                    <a:pt x="575" y="4619"/>
                    <a:pt x="1" y="4854"/>
                  </a:cubicBezTo>
                  <a:cubicBezTo>
                    <a:pt x="105" y="4932"/>
                    <a:pt x="183" y="5063"/>
                    <a:pt x="236" y="5167"/>
                  </a:cubicBezTo>
                  <a:cubicBezTo>
                    <a:pt x="262" y="5271"/>
                    <a:pt x="262" y="5376"/>
                    <a:pt x="236" y="5480"/>
                  </a:cubicBezTo>
                  <a:cubicBezTo>
                    <a:pt x="236" y="5480"/>
                    <a:pt x="236" y="5506"/>
                    <a:pt x="236" y="5506"/>
                  </a:cubicBezTo>
                  <a:cubicBezTo>
                    <a:pt x="236" y="5506"/>
                    <a:pt x="236" y="5532"/>
                    <a:pt x="262" y="5532"/>
                  </a:cubicBezTo>
                  <a:cubicBezTo>
                    <a:pt x="333" y="5545"/>
                    <a:pt x="405" y="5552"/>
                    <a:pt x="477" y="5552"/>
                  </a:cubicBezTo>
                  <a:cubicBezTo>
                    <a:pt x="691" y="5552"/>
                    <a:pt x="901" y="5493"/>
                    <a:pt x="1097" y="5376"/>
                  </a:cubicBezTo>
                  <a:cubicBezTo>
                    <a:pt x="1384" y="5245"/>
                    <a:pt x="1671" y="5063"/>
                    <a:pt x="1932" y="4880"/>
                  </a:cubicBezTo>
                  <a:lnTo>
                    <a:pt x="2115" y="4749"/>
                  </a:lnTo>
                  <a:cubicBezTo>
                    <a:pt x="2506" y="4489"/>
                    <a:pt x="2897" y="4201"/>
                    <a:pt x="3237" y="3862"/>
                  </a:cubicBezTo>
                  <a:cubicBezTo>
                    <a:pt x="3602" y="3497"/>
                    <a:pt x="4072" y="2923"/>
                    <a:pt x="4072" y="2244"/>
                  </a:cubicBezTo>
                  <a:cubicBezTo>
                    <a:pt x="4020" y="1487"/>
                    <a:pt x="3602" y="783"/>
                    <a:pt x="2950" y="391"/>
                  </a:cubicBezTo>
                  <a:cubicBezTo>
                    <a:pt x="2663" y="209"/>
                    <a:pt x="2323" y="78"/>
                    <a:pt x="201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3921662" y="2116605"/>
              <a:ext cx="1410268" cy="949991"/>
            </a:xfrm>
            <a:custGeom>
              <a:rect b="b" l="l" r="r" t="t"/>
              <a:pathLst>
                <a:path extrusionOk="0" h="24365" w="36170">
                  <a:moveTo>
                    <a:pt x="287" y="0"/>
                  </a:moveTo>
                  <a:cubicBezTo>
                    <a:pt x="270" y="0"/>
                    <a:pt x="252" y="3"/>
                    <a:pt x="236" y="7"/>
                  </a:cubicBezTo>
                  <a:cubicBezTo>
                    <a:pt x="158" y="7"/>
                    <a:pt x="79" y="33"/>
                    <a:pt x="1" y="59"/>
                  </a:cubicBezTo>
                  <a:cubicBezTo>
                    <a:pt x="523" y="1051"/>
                    <a:pt x="1149" y="2016"/>
                    <a:pt x="1749" y="2982"/>
                  </a:cubicBezTo>
                  <a:cubicBezTo>
                    <a:pt x="3211" y="5304"/>
                    <a:pt x="4777" y="7522"/>
                    <a:pt x="6421" y="9688"/>
                  </a:cubicBezTo>
                  <a:cubicBezTo>
                    <a:pt x="9656" y="13942"/>
                    <a:pt x="13075" y="18169"/>
                    <a:pt x="17407" y="21327"/>
                  </a:cubicBezTo>
                  <a:cubicBezTo>
                    <a:pt x="19864" y="23135"/>
                    <a:pt x="22640" y="24364"/>
                    <a:pt x="25496" y="24364"/>
                  </a:cubicBezTo>
                  <a:cubicBezTo>
                    <a:pt x="26887" y="24364"/>
                    <a:pt x="28297" y="24073"/>
                    <a:pt x="29698" y="23415"/>
                  </a:cubicBezTo>
                  <a:cubicBezTo>
                    <a:pt x="32595" y="22006"/>
                    <a:pt x="34865" y="19605"/>
                    <a:pt x="36170" y="16682"/>
                  </a:cubicBezTo>
                  <a:cubicBezTo>
                    <a:pt x="36065" y="16612"/>
                    <a:pt x="35949" y="16578"/>
                    <a:pt x="35837" y="16578"/>
                  </a:cubicBezTo>
                  <a:cubicBezTo>
                    <a:pt x="35781" y="16578"/>
                    <a:pt x="35726" y="16586"/>
                    <a:pt x="35674" y="16604"/>
                  </a:cubicBezTo>
                  <a:cubicBezTo>
                    <a:pt x="35596" y="16630"/>
                    <a:pt x="35543" y="16682"/>
                    <a:pt x="35517" y="16734"/>
                  </a:cubicBezTo>
                  <a:cubicBezTo>
                    <a:pt x="34943" y="17908"/>
                    <a:pt x="34239" y="18978"/>
                    <a:pt x="33430" y="19970"/>
                  </a:cubicBezTo>
                  <a:cubicBezTo>
                    <a:pt x="33430" y="19996"/>
                    <a:pt x="33430" y="19996"/>
                    <a:pt x="33430" y="19996"/>
                  </a:cubicBezTo>
                  <a:cubicBezTo>
                    <a:pt x="33404" y="20022"/>
                    <a:pt x="33404" y="20048"/>
                    <a:pt x="33378" y="20074"/>
                  </a:cubicBezTo>
                  <a:cubicBezTo>
                    <a:pt x="32334" y="21301"/>
                    <a:pt x="31081" y="22266"/>
                    <a:pt x="29646" y="22971"/>
                  </a:cubicBezTo>
                  <a:cubicBezTo>
                    <a:pt x="29437" y="23049"/>
                    <a:pt x="29254" y="23128"/>
                    <a:pt x="29072" y="23206"/>
                  </a:cubicBezTo>
                  <a:cubicBezTo>
                    <a:pt x="27877" y="23677"/>
                    <a:pt x="26621" y="23910"/>
                    <a:pt x="25372" y="23910"/>
                  </a:cubicBezTo>
                  <a:cubicBezTo>
                    <a:pt x="23783" y="23910"/>
                    <a:pt x="22205" y="23533"/>
                    <a:pt x="20773" y="22788"/>
                  </a:cubicBezTo>
                  <a:cubicBezTo>
                    <a:pt x="14641" y="19579"/>
                    <a:pt x="10178" y="13942"/>
                    <a:pt x="6473" y="8931"/>
                  </a:cubicBezTo>
                  <a:cubicBezTo>
                    <a:pt x="5377" y="7470"/>
                    <a:pt x="4411" y="6087"/>
                    <a:pt x="3524" y="4756"/>
                  </a:cubicBezTo>
                  <a:cubicBezTo>
                    <a:pt x="2950" y="3921"/>
                    <a:pt x="2454" y="3138"/>
                    <a:pt x="1958" y="2355"/>
                  </a:cubicBezTo>
                  <a:lnTo>
                    <a:pt x="1306" y="1338"/>
                  </a:lnTo>
                  <a:cubicBezTo>
                    <a:pt x="1280" y="1285"/>
                    <a:pt x="1227" y="1207"/>
                    <a:pt x="1175" y="1129"/>
                  </a:cubicBezTo>
                  <a:cubicBezTo>
                    <a:pt x="1019" y="816"/>
                    <a:pt x="836" y="529"/>
                    <a:pt x="653" y="242"/>
                  </a:cubicBezTo>
                  <a:cubicBezTo>
                    <a:pt x="627" y="242"/>
                    <a:pt x="601" y="215"/>
                    <a:pt x="601" y="215"/>
                  </a:cubicBezTo>
                  <a:cubicBezTo>
                    <a:pt x="491" y="62"/>
                    <a:pt x="382" y="0"/>
                    <a:pt x="287"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2332389" y="1854325"/>
              <a:ext cx="288994" cy="194365"/>
            </a:xfrm>
            <a:custGeom>
              <a:rect b="b" l="l" r="r" t="t"/>
              <a:pathLst>
                <a:path extrusionOk="0" h="4985" w="7412">
                  <a:moveTo>
                    <a:pt x="757" y="1"/>
                  </a:moveTo>
                  <a:lnTo>
                    <a:pt x="757" y="1"/>
                  </a:lnTo>
                  <a:cubicBezTo>
                    <a:pt x="1" y="1593"/>
                    <a:pt x="523" y="3524"/>
                    <a:pt x="2010" y="4463"/>
                  </a:cubicBezTo>
                  <a:cubicBezTo>
                    <a:pt x="2580" y="4814"/>
                    <a:pt x="3223" y="4985"/>
                    <a:pt x="3866" y="4985"/>
                  </a:cubicBezTo>
                  <a:cubicBezTo>
                    <a:pt x="4373" y="4985"/>
                    <a:pt x="4879" y="4879"/>
                    <a:pt x="5350" y="4672"/>
                  </a:cubicBezTo>
                  <a:cubicBezTo>
                    <a:pt x="5950" y="4385"/>
                    <a:pt x="6446" y="3941"/>
                    <a:pt x="6786" y="3393"/>
                  </a:cubicBezTo>
                  <a:cubicBezTo>
                    <a:pt x="7281" y="2584"/>
                    <a:pt x="7412" y="1593"/>
                    <a:pt x="7203" y="679"/>
                  </a:cubicBezTo>
                  <a:cubicBezTo>
                    <a:pt x="7151" y="523"/>
                    <a:pt x="7099" y="340"/>
                    <a:pt x="7020" y="184"/>
                  </a:cubicBezTo>
                  <a:cubicBezTo>
                    <a:pt x="6968" y="653"/>
                    <a:pt x="6838" y="1123"/>
                    <a:pt x="6577" y="1514"/>
                  </a:cubicBezTo>
                  <a:cubicBezTo>
                    <a:pt x="5977" y="2428"/>
                    <a:pt x="5037" y="3080"/>
                    <a:pt x="3967" y="3315"/>
                  </a:cubicBezTo>
                  <a:cubicBezTo>
                    <a:pt x="3737" y="3376"/>
                    <a:pt x="3503" y="3405"/>
                    <a:pt x="3270" y="3405"/>
                  </a:cubicBezTo>
                  <a:cubicBezTo>
                    <a:pt x="2500" y="3405"/>
                    <a:pt x="1748" y="3081"/>
                    <a:pt x="1227" y="2480"/>
                  </a:cubicBezTo>
                  <a:cubicBezTo>
                    <a:pt x="653" y="1828"/>
                    <a:pt x="601" y="914"/>
                    <a:pt x="75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2097363" y="1755644"/>
              <a:ext cx="54976" cy="71001"/>
            </a:xfrm>
            <a:custGeom>
              <a:rect b="b" l="l" r="r" t="t"/>
              <a:pathLst>
                <a:path extrusionOk="0" h="1821" w="1410">
                  <a:moveTo>
                    <a:pt x="340" y="1"/>
                  </a:moveTo>
                  <a:cubicBezTo>
                    <a:pt x="366" y="392"/>
                    <a:pt x="262" y="784"/>
                    <a:pt x="27" y="1097"/>
                  </a:cubicBezTo>
                  <a:lnTo>
                    <a:pt x="1" y="1149"/>
                  </a:lnTo>
                  <a:cubicBezTo>
                    <a:pt x="236" y="1358"/>
                    <a:pt x="471" y="1566"/>
                    <a:pt x="653" y="1801"/>
                  </a:cubicBezTo>
                  <a:cubicBezTo>
                    <a:pt x="653" y="1814"/>
                    <a:pt x="660" y="1821"/>
                    <a:pt x="666" y="1821"/>
                  </a:cubicBezTo>
                  <a:cubicBezTo>
                    <a:pt x="673" y="1821"/>
                    <a:pt x="679" y="1814"/>
                    <a:pt x="679" y="1801"/>
                  </a:cubicBezTo>
                  <a:lnTo>
                    <a:pt x="705" y="1801"/>
                  </a:lnTo>
                  <a:lnTo>
                    <a:pt x="731" y="1749"/>
                  </a:lnTo>
                  <a:cubicBezTo>
                    <a:pt x="992" y="1410"/>
                    <a:pt x="1410" y="810"/>
                    <a:pt x="1045" y="496"/>
                  </a:cubicBezTo>
                  <a:cubicBezTo>
                    <a:pt x="810" y="314"/>
                    <a:pt x="575" y="131"/>
                    <a:pt x="340"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3160595" y="1598947"/>
              <a:ext cx="555569" cy="1386874"/>
            </a:xfrm>
            <a:custGeom>
              <a:rect b="b" l="l" r="r" t="t"/>
              <a:pathLst>
                <a:path extrusionOk="0" h="35570" w="14249">
                  <a:moveTo>
                    <a:pt x="314" y="1"/>
                  </a:moveTo>
                  <a:cubicBezTo>
                    <a:pt x="236" y="53"/>
                    <a:pt x="183" y="131"/>
                    <a:pt x="131" y="210"/>
                  </a:cubicBezTo>
                  <a:cubicBezTo>
                    <a:pt x="1" y="444"/>
                    <a:pt x="262" y="784"/>
                    <a:pt x="444" y="1019"/>
                  </a:cubicBezTo>
                  <a:cubicBezTo>
                    <a:pt x="470" y="1045"/>
                    <a:pt x="523" y="1097"/>
                    <a:pt x="549" y="1123"/>
                  </a:cubicBezTo>
                  <a:lnTo>
                    <a:pt x="1384" y="2297"/>
                  </a:lnTo>
                  <a:cubicBezTo>
                    <a:pt x="1984" y="3158"/>
                    <a:pt x="2480" y="3863"/>
                    <a:pt x="2923" y="4515"/>
                  </a:cubicBezTo>
                  <a:cubicBezTo>
                    <a:pt x="3889" y="5925"/>
                    <a:pt x="4776" y="7334"/>
                    <a:pt x="5611" y="8691"/>
                  </a:cubicBezTo>
                  <a:cubicBezTo>
                    <a:pt x="7829" y="12292"/>
                    <a:pt x="9604" y="15371"/>
                    <a:pt x="10961" y="18686"/>
                  </a:cubicBezTo>
                  <a:cubicBezTo>
                    <a:pt x="12396" y="22130"/>
                    <a:pt x="13179" y="25001"/>
                    <a:pt x="13440" y="27689"/>
                  </a:cubicBezTo>
                  <a:cubicBezTo>
                    <a:pt x="13727" y="30533"/>
                    <a:pt x="12788" y="33378"/>
                    <a:pt x="10857" y="35517"/>
                  </a:cubicBezTo>
                  <a:cubicBezTo>
                    <a:pt x="10857" y="35517"/>
                    <a:pt x="10830" y="35543"/>
                    <a:pt x="10857" y="35570"/>
                  </a:cubicBezTo>
                  <a:lnTo>
                    <a:pt x="10909" y="35570"/>
                  </a:lnTo>
                  <a:cubicBezTo>
                    <a:pt x="11326" y="35309"/>
                    <a:pt x="11718" y="35022"/>
                    <a:pt x="12109" y="34734"/>
                  </a:cubicBezTo>
                  <a:cubicBezTo>
                    <a:pt x="13597" y="32699"/>
                    <a:pt x="14249" y="30246"/>
                    <a:pt x="14040" y="27454"/>
                  </a:cubicBezTo>
                  <a:cubicBezTo>
                    <a:pt x="13805" y="24557"/>
                    <a:pt x="12683" y="21660"/>
                    <a:pt x="11613" y="18999"/>
                  </a:cubicBezTo>
                  <a:cubicBezTo>
                    <a:pt x="10256" y="15867"/>
                    <a:pt x="8717" y="12814"/>
                    <a:pt x="6994" y="9865"/>
                  </a:cubicBezTo>
                  <a:cubicBezTo>
                    <a:pt x="5898" y="7908"/>
                    <a:pt x="4724" y="6029"/>
                    <a:pt x="3471" y="4176"/>
                  </a:cubicBezTo>
                  <a:cubicBezTo>
                    <a:pt x="2532" y="2715"/>
                    <a:pt x="1462" y="1306"/>
                    <a:pt x="314"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3085308" y="3095621"/>
              <a:ext cx="219826" cy="61214"/>
            </a:xfrm>
            <a:custGeom>
              <a:rect b="b" l="l" r="r" t="t"/>
              <a:pathLst>
                <a:path extrusionOk="0" h="1570" w="5638">
                  <a:moveTo>
                    <a:pt x="5637" y="1"/>
                  </a:moveTo>
                  <a:cubicBezTo>
                    <a:pt x="5168" y="79"/>
                    <a:pt x="4698" y="105"/>
                    <a:pt x="4228" y="105"/>
                  </a:cubicBezTo>
                  <a:cubicBezTo>
                    <a:pt x="2976" y="523"/>
                    <a:pt x="1671" y="758"/>
                    <a:pt x="340" y="836"/>
                  </a:cubicBezTo>
                  <a:cubicBezTo>
                    <a:pt x="314" y="862"/>
                    <a:pt x="288" y="862"/>
                    <a:pt x="262" y="862"/>
                  </a:cubicBezTo>
                  <a:cubicBezTo>
                    <a:pt x="53" y="966"/>
                    <a:pt x="1" y="1254"/>
                    <a:pt x="53" y="1488"/>
                  </a:cubicBezTo>
                  <a:cubicBezTo>
                    <a:pt x="53" y="1514"/>
                    <a:pt x="79" y="1541"/>
                    <a:pt x="79" y="1567"/>
                  </a:cubicBezTo>
                  <a:cubicBezTo>
                    <a:pt x="140" y="1568"/>
                    <a:pt x="201" y="1569"/>
                    <a:pt x="262" y="1569"/>
                  </a:cubicBezTo>
                  <a:cubicBezTo>
                    <a:pt x="2066" y="1569"/>
                    <a:pt x="4047" y="834"/>
                    <a:pt x="563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2964207" y="2979628"/>
              <a:ext cx="254410" cy="114046"/>
            </a:xfrm>
            <a:custGeom>
              <a:rect b="b" l="l" r="r" t="t"/>
              <a:pathLst>
                <a:path extrusionOk="0" h="2925" w="6525">
                  <a:moveTo>
                    <a:pt x="6524" y="1"/>
                  </a:moveTo>
                  <a:lnTo>
                    <a:pt x="6524" y="1"/>
                  </a:lnTo>
                  <a:cubicBezTo>
                    <a:pt x="6054" y="314"/>
                    <a:pt x="5585" y="601"/>
                    <a:pt x="5063" y="836"/>
                  </a:cubicBezTo>
                  <a:cubicBezTo>
                    <a:pt x="4880" y="914"/>
                    <a:pt x="4671" y="993"/>
                    <a:pt x="4489" y="1071"/>
                  </a:cubicBezTo>
                  <a:cubicBezTo>
                    <a:pt x="3993" y="1254"/>
                    <a:pt x="3471" y="1410"/>
                    <a:pt x="2949" y="1541"/>
                  </a:cubicBezTo>
                  <a:cubicBezTo>
                    <a:pt x="2010" y="2089"/>
                    <a:pt x="1044" y="2558"/>
                    <a:pt x="0" y="2872"/>
                  </a:cubicBezTo>
                  <a:cubicBezTo>
                    <a:pt x="340" y="2907"/>
                    <a:pt x="684" y="2925"/>
                    <a:pt x="1027" y="2925"/>
                  </a:cubicBezTo>
                  <a:cubicBezTo>
                    <a:pt x="1684" y="2925"/>
                    <a:pt x="2341" y="2861"/>
                    <a:pt x="2975" y="2741"/>
                  </a:cubicBezTo>
                  <a:cubicBezTo>
                    <a:pt x="3340" y="2532"/>
                    <a:pt x="3680" y="2350"/>
                    <a:pt x="3993" y="2141"/>
                  </a:cubicBezTo>
                  <a:cubicBezTo>
                    <a:pt x="4932" y="1541"/>
                    <a:pt x="5767" y="836"/>
                    <a:pt x="6524"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2078025" y="1681370"/>
              <a:ext cx="57003" cy="82464"/>
            </a:xfrm>
            <a:custGeom>
              <a:rect b="b" l="l" r="r" t="t"/>
              <a:pathLst>
                <a:path extrusionOk="0" h="2115" w="1462">
                  <a:moveTo>
                    <a:pt x="836" y="1"/>
                  </a:moveTo>
                  <a:cubicBezTo>
                    <a:pt x="836" y="105"/>
                    <a:pt x="836" y="209"/>
                    <a:pt x="836" y="314"/>
                  </a:cubicBezTo>
                  <a:cubicBezTo>
                    <a:pt x="731" y="888"/>
                    <a:pt x="418" y="1384"/>
                    <a:pt x="1" y="1775"/>
                  </a:cubicBezTo>
                  <a:lnTo>
                    <a:pt x="79" y="1827"/>
                  </a:lnTo>
                  <a:lnTo>
                    <a:pt x="183" y="1906"/>
                  </a:lnTo>
                  <a:cubicBezTo>
                    <a:pt x="288" y="1958"/>
                    <a:pt x="392" y="2036"/>
                    <a:pt x="470" y="2114"/>
                  </a:cubicBezTo>
                  <a:lnTo>
                    <a:pt x="523" y="2114"/>
                  </a:lnTo>
                  <a:lnTo>
                    <a:pt x="1097" y="1201"/>
                  </a:lnTo>
                  <a:lnTo>
                    <a:pt x="1410" y="731"/>
                  </a:lnTo>
                  <a:cubicBezTo>
                    <a:pt x="1436" y="653"/>
                    <a:pt x="1462" y="575"/>
                    <a:pt x="1436" y="496"/>
                  </a:cubicBezTo>
                  <a:cubicBezTo>
                    <a:pt x="1410" y="340"/>
                    <a:pt x="1201" y="209"/>
                    <a:pt x="1044" y="105"/>
                  </a:cubicBezTo>
                  <a:cubicBezTo>
                    <a:pt x="992" y="79"/>
                    <a:pt x="914" y="27"/>
                    <a:pt x="836"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2218424" y="1881696"/>
              <a:ext cx="80592" cy="65113"/>
            </a:xfrm>
            <a:custGeom>
              <a:rect b="b" l="l" r="r" t="t"/>
              <a:pathLst>
                <a:path extrusionOk="0" h="1670" w="2067">
                  <a:moveTo>
                    <a:pt x="908" y="268"/>
                  </a:moveTo>
                  <a:cubicBezTo>
                    <a:pt x="1009" y="268"/>
                    <a:pt x="1117" y="299"/>
                    <a:pt x="1227" y="369"/>
                  </a:cubicBezTo>
                  <a:cubicBezTo>
                    <a:pt x="1778" y="678"/>
                    <a:pt x="1435" y="1416"/>
                    <a:pt x="921" y="1416"/>
                  </a:cubicBezTo>
                  <a:cubicBezTo>
                    <a:pt x="827" y="1416"/>
                    <a:pt x="728" y="1391"/>
                    <a:pt x="627" y="1334"/>
                  </a:cubicBezTo>
                  <a:cubicBezTo>
                    <a:pt x="84" y="1009"/>
                    <a:pt x="408" y="268"/>
                    <a:pt x="908" y="268"/>
                  </a:cubicBezTo>
                  <a:close/>
                  <a:moveTo>
                    <a:pt x="910" y="0"/>
                  </a:moveTo>
                  <a:cubicBezTo>
                    <a:pt x="663" y="0"/>
                    <a:pt x="414" y="116"/>
                    <a:pt x="235" y="395"/>
                  </a:cubicBezTo>
                  <a:cubicBezTo>
                    <a:pt x="0" y="760"/>
                    <a:pt x="79" y="1256"/>
                    <a:pt x="444" y="1517"/>
                  </a:cubicBezTo>
                  <a:cubicBezTo>
                    <a:pt x="444" y="1517"/>
                    <a:pt x="470" y="1543"/>
                    <a:pt x="496" y="1543"/>
                  </a:cubicBezTo>
                  <a:cubicBezTo>
                    <a:pt x="496" y="1569"/>
                    <a:pt x="522" y="1569"/>
                    <a:pt x="548" y="1569"/>
                  </a:cubicBezTo>
                  <a:cubicBezTo>
                    <a:pt x="668" y="1638"/>
                    <a:pt x="800" y="1670"/>
                    <a:pt x="931" y="1670"/>
                  </a:cubicBezTo>
                  <a:cubicBezTo>
                    <a:pt x="1200" y="1670"/>
                    <a:pt x="1469" y="1536"/>
                    <a:pt x="1644" y="1308"/>
                  </a:cubicBezTo>
                  <a:cubicBezTo>
                    <a:pt x="2066" y="648"/>
                    <a:pt x="1495" y="0"/>
                    <a:pt x="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4145499" y="-43975"/>
              <a:ext cx="2347354" cy="3324560"/>
            </a:xfrm>
            <a:custGeom>
              <a:rect b="b" l="l" r="r" t="t"/>
              <a:pathLst>
                <a:path extrusionOk="0" h="85267" w="60204">
                  <a:moveTo>
                    <a:pt x="42328" y="17426"/>
                  </a:moveTo>
                  <a:cubicBezTo>
                    <a:pt x="42381" y="17530"/>
                    <a:pt x="42407" y="17635"/>
                    <a:pt x="42433" y="17739"/>
                  </a:cubicBezTo>
                  <a:cubicBezTo>
                    <a:pt x="42694" y="18861"/>
                    <a:pt x="42876" y="19983"/>
                    <a:pt x="42929" y="21106"/>
                  </a:cubicBezTo>
                  <a:lnTo>
                    <a:pt x="42929" y="21184"/>
                  </a:lnTo>
                  <a:lnTo>
                    <a:pt x="42929" y="21367"/>
                  </a:lnTo>
                  <a:lnTo>
                    <a:pt x="42929" y="21680"/>
                  </a:lnTo>
                  <a:cubicBezTo>
                    <a:pt x="42929" y="21915"/>
                    <a:pt x="42929" y="22176"/>
                    <a:pt x="42929" y="22515"/>
                  </a:cubicBezTo>
                  <a:cubicBezTo>
                    <a:pt x="42902" y="23115"/>
                    <a:pt x="42850" y="23741"/>
                    <a:pt x="42746" y="24341"/>
                  </a:cubicBezTo>
                  <a:cubicBezTo>
                    <a:pt x="42720" y="24576"/>
                    <a:pt x="42668" y="24837"/>
                    <a:pt x="42615" y="25177"/>
                  </a:cubicBezTo>
                  <a:cubicBezTo>
                    <a:pt x="42589" y="25307"/>
                    <a:pt x="42563" y="25437"/>
                    <a:pt x="42537" y="25568"/>
                  </a:cubicBezTo>
                  <a:lnTo>
                    <a:pt x="42537" y="25594"/>
                  </a:lnTo>
                  <a:cubicBezTo>
                    <a:pt x="42537" y="25620"/>
                    <a:pt x="42537" y="25646"/>
                    <a:pt x="42537" y="25646"/>
                  </a:cubicBezTo>
                  <a:cubicBezTo>
                    <a:pt x="42537" y="25672"/>
                    <a:pt x="42511" y="25725"/>
                    <a:pt x="42511" y="25777"/>
                  </a:cubicBezTo>
                  <a:cubicBezTo>
                    <a:pt x="42354" y="26377"/>
                    <a:pt x="42172" y="27003"/>
                    <a:pt x="41937" y="27603"/>
                  </a:cubicBezTo>
                  <a:cubicBezTo>
                    <a:pt x="41754" y="28125"/>
                    <a:pt x="41519" y="28673"/>
                    <a:pt x="41258" y="29274"/>
                  </a:cubicBezTo>
                  <a:cubicBezTo>
                    <a:pt x="41102" y="29587"/>
                    <a:pt x="40997" y="29796"/>
                    <a:pt x="40945" y="29900"/>
                  </a:cubicBezTo>
                  <a:cubicBezTo>
                    <a:pt x="40763" y="30213"/>
                    <a:pt x="40580" y="30526"/>
                    <a:pt x="40371" y="30865"/>
                  </a:cubicBezTo>
                  <a:cubicBezTo>
                    <a:pt x="40058" y="31387"/>
                    <a:pt x="39719" y="31857"/>
                    <a:pt x="39327" y="32301"/>
                  </a:cubicBezTo>
                  <a:lnTo>
                    <a:pt x="39249" y="32405"/>
                  </a:lnTo>
                  <a:lnTo>
                    <a:pt x="39171" y="32483"/>
                  </a:lnTo>
                  <a:cubicBezTo>
                    <a:pt x="39119" y="32562"/>
                    <a:pt x="39040" y="32614"/>
                    <a:pt x="38988" y="32692"/>
                  </a:cubicBezTo>
                  <a:cubicBezTo>
                    <a:pt x="38805" y="32875"/>
                    <a:pt x="38597" y="33057"/>
                    <a:pt x="38336" y="33266"/>
                  </a:cubicBezTo>
                  <a:cubicBezTo>
                    <a:pt x="38179" y="33397"/>
                    <a:pt x="37996" y="33527"/>
                    <a:pt x="37762" y="33710"/>
                  </a:cubicBezTo>
                  <a:lnTo>
                    <a:pt x="37657" y="33762"/>
                  </a:lnTo>
                  <a:lnTo>
                    <a:pt x="37448" y="33893"/>
                  </a:lnTo>
                  <a:cubicBezTo>
                    <a:pt x="37292" y="33971"/>
                    <a:pt x="37135" y="34049"/>
                    <a:pt x="36874" y="34154"/>
                  </a:cubicBezTo>
                  <a:cubicBezTo>
                    <a:pt x="36822" y="34180"/>
                    <a:pt x="36692" y="34232"/>
                    <a:pt x="36561" y="34284"/>
                  </a:cubicBezTo>
                  <a:cubicBezTo>
                    <a:pt x="36405" y="34336"/>
                    <a:pt x="36378" y="34336"/>
                    <a:pt x="36326" y="34362"/>
                  </a:cubicBezTo>
                  <a:cubicBezTo>
                    <a:pt x="36013" y="34441"/>
                    <a:pt x="35674" y="34493"/>
                    <a:pt x="35361" y="34519"/>
                  </a:cubicBezTo>
                  <a:lnTo>
                    <a:pt x="35126" y="34519"/>
                  </a:lnTo>
                  <a:cubicBezTo>
                    <a:pt x="34891" y="34519"/>
                    <a:pt x="34682" y="34519"/>
                    <a:pt x="34473" y="34467"/>
                  </a:cubicBezTo>
                  <a:lnTo>
                    <a:pt x="34213" y="34441"/>
                  </a:lnTo>
                  <a:cubicBezTo>
                    <a:pt x="34056" y="34388"/>
                    <a:pt x="33899" y="34336"/>
                    <a:pt x="33717" y="34284"/>
                  </a:cubicBezTo>
                  <a:cubicBezTo>
                    <a:pt x="33560" y="34232"/>
                    <a:pt x="33404" y="34154"/>
                    <a:pt x="33195" y="34075"/>
                  </a:cubicBezTo>
                  <a:lnTo>
                    <a:pt x="33169" y="34049"/>
                  </a:lnTo>
                  <a:cubicBezTo>
                    <a:pt x="33090" y="33997"/>
                    <a:pt x="33012" y="33945"/>
                    <a:pt x="32908" y="33893"/>
                  </a:cubicBezTo>
                  <a:cubicBezTo>
                    <a:pt x="32751" y="33788"/>
                    <a:pt x="32595" y="33684"/>
                    <a:pt x="32464" y="33579"/>
                  </a:cubicBezTo>
                  <a:cubicBezTo>
                    <a:pt x="32438" y="33553"/>
                    <a:pt x="32334" y="33475"/>
                    <a:pt x="32255" y="33397"/>
                  </a:cubicBezTo>
                  <a:cubicBezTo>
                    <a:pt x="32177" y="33345"/>
                    <a:pt x="32177" y="33318"/>
                    <a:pt x="32125" y="33292"/>
                  </a:cubicBezTo>
                  <a:cubicBezTo>
                    <a:pt x="31890" y="33057"/>
                    <a:pt x="31655" y="32797"/>
                    <a:pt x="31446" y="32509"/>
                  </a:cubicBezTo>
                  <a:cubicBezTo>
                    <a:pt x="31420" y="32457"/>
                    <a:pt x="31342" y="32353"/>
                    <a:pt x="31264" y="32249"/>
                  </a:cubicBezTo>
                  <a:lnTo>
                    <a:pt x="31211" y="32144"/>
                  </a:lnTo>
                  <a:cubicBezTo>
                    <a:pt x="31133" y="32040"/>
                    <a:pt x="31081" y="31909"/>
                    <a:pt x="31003" y="31779"/>
                  </a:cubicBezTo>
                  <a:cubicBezTo>
                    <a:pt x="30898" y="31596"/>
                    <a:pt x="30820" y="31387"/>
                    <a:pt x="30742" y="31231"/>
                  </a:cubicBezTo>
                  <a:cubicBezTo>
                    <a:pt x="30716" y="31126"/>
                    <a:pt x="30690" y="31048"/>
                    <a:pt x="30637" y="30944"/>
                  </a:cubicBezTo>
                  <a:cubicBezTo>
                    <a:pt x="30637" y="30918"/>
                    <a:pt x="30611" y="30892"/>
                    <a:pt x="30611" y="30839"/>
                  </a:cubicBezTo>
                  <a:cubicBezTo>
                    <a:pt x="30481" y="30448"/>
                    <a:pt x="30403" y="30030"/>
                    <a:pt x="30350" y="29613"/>
                  </a:cubicBezTo>
                  <a:cubicBezTo>
                    <a:pt x="30350" y="29456"/>
                    <a:pt x="30324" y="29300"/>
                    <a:pt x="30324" y="29117"/>
                  </a:cubicBezTo>
                  <a:lnTo>
                    <a:pt x="30324" y="28908"/>
                  </a:lnTo>
                  <a:lnTo>
                    <a:pt x="30324" y="28439"/>
                  </a:lnTo>
                  <a:cubicBezTo>
                    <a:pt x="30350" y="28021"/>
                    <a:pt x="30403" y="27577"/>
                    <a:pt x="30481" y="27160"/>
                  </a:cubicBezTo>
                  <a:cubicBezTo>
                    <a:pt x="30481" y="27134"/>
                    <a:pt x="30507" y="27082"/>
                    <a:pt x="30507" y="27029"/>
                  </a:cubicBezTo>
                  <a:cubicBezTo>
                    <a:pt x="30507" y="27003"/>
                    <a:pt x="30533" y="26951"/>
                    <a:pt x="30533" y="26925"/>
                  </a:cubicBezTo>
                  <a:cubicBezTo>
                    <a:pt x="30585" y="26794"/>
                    <a:pt x="30611" y="26690"/>
                    <a:pt x="30637" y="26560"/>
                  </a:cubicBezTo>
                  <a:cubicBezTo>
                    <a:pt x="30716" y="26299"/>
                    <a:pt x="30820" y="26038"/>
                    <a:pt x="30977" y="25672"/>
                  </a:cubicBezTo>
                  <a:cubicBezTo>
                    <a:pt x="31081" y="25411"/>
                    <a:pt x="31211" y="25150"/>
                    <a:pt x="31290" y="24916"/>
                  </a:cubicBezTo>
                  <a:lnTo>
                    <a:pt x="31342" y="24837"/>
                  </a:lnTo>
                  <a:lnTo>
                    <a:pt x="31368" y="24785"/>
                  </a:lnTo>
                  <a:cubicBezTo>
                    <a:pt x="31446" y="24655"/>
                    <a:pt x="31525" y="24524"/>
                    <a:pt x="31603" y="24394"/>
                  </a:cubicBezTo>
                  <a:cubicBezTo>
                    <a:pt x="31916" y="23846"/>
                    <a:pt x="32281" y="23350"/>
                    <a:pt x="32673" y="22854"/>
                  </a:cubicBezTo>
                  <a:cubicBezTo>
                    <a:pt x="32751" y="22750"/>
                    <a:pt x="32856" y="22671"/>
                    <a:pt x="32934" y="22567"/>
                  </a:cubicBezTo>
                  <a:lnTo>
                    <a:pt x="32960" y="22567"/>
                  </a:lnTo>
                  <a:lnTo>
                    <a:pt x="33012" y="22489"/>
                  </a:lnTo>
                  <a:cubicBezTo>
                    <a:pt x="33221" y="22280"/>
                    <a:pt x="33430" y="22071"/>
                    <a:pt x="33586" y="21915"/>
                  </a:cubicBezTo>
                  <a:cubicBezTo>
                    <a:pt x="33978" y="21549"/>
                    <a:pt x="34395" y="21158"/>
                    <a:pt x="34891" y="20766"/>
                  </a:cubicBezTo>
                  <a:cubicBezTo>
                    <a:pt x="35282" y="20427"/>
                    <a:pt x="35726" y="20140"/>
                    <a:pt x="36196" y="19775"/>
                  </a:cubicBezTo>
                  <a:lnTo>
                    <a:pt x="36326" y="19722"/>
                  </a:lnTo>
                  <a:lnTo>
                    <a:pt x="36405" y="19670"/>
                  </a:lnTo>
                  <a:lnTo>
                    <a:pt x="36613" y="19514"/>
                  </a:lnTo>
                  <a:lnTo>
                    <a:pt x="36639" y="19514"/>
                  </a:lnTo>
                  <a:cubicBezTo>
                    <a:pt x="36874" y="19357"/>
                    <a:pt x="37161" y="19227"/>
                    <a:pt x="37474" y="19044"/>
                  </a:cubicBezTo>
                  <a:cubicBezTo>
                    <a:pt x="37918" y="18809"/>
                    <a:pt x="38388" y="18574"/>
                    <a:pt x="38936" y="18366"/>
                  </a:cubicBezTo>
                  <a:cubicBezTo>
                    <a:pt x="39171" y="18261"/>
                    <a:pt x="39406" y="18157"/>
                    <a:pt x="39693" y="18052"/>
                  </a:cubicBezTo>
                  <a:lnTo>
                    <a:pt x="40084" y="17922"/>
                  </a:lnTo>
                  <a:lnTo>
                    <a:pt x="40241" y="17870"/>
                  </a:lnTo>
                  <a:lnTo>
                    <a:pt x="40319" y="17844"/>
                  </a:lnTo>
                  <a:cubicBezTo>
                    <a:pt x="40971" y="17661"/>
                    <a:pt x="41650" y="17530"/>
                    <a:pt x="42328" y="17426"/>
                  </a:cubicBezTo>
                  <a:close/>
                  <a:moveTo>
                    <a:pt x="44175" y="14107"/>
                  </a:moveTo>
                  <a:cubicBezTo>
                    <a:pt x="45235" y="14107"/>
                    <a:pt x="46278" y="14220"/>
                    <a:pt x="47287" y="14451"/>
                  </a:cubicBezTo>
                  <a:cubicBezTo>
                    <a:pt x="49974" y="15051"/>
                    <a:pt x="52427" y="16382"/>
                    <a:pt x="54437" y="18261"/>
                  </a:cubicBezTo>
                  <a:cubicBezTo>
                    <a:pt x="56655" y="20401"/>
                    <a:pt x="58247" y="23115"/>
                    <a:pt x="59004" y="26116"/>
                  </a:cubicBezTo>
                  <a:cubicBezTo>
                    <a:pt x="59786" y="29013"/>
                    <a:pt x="59943" y="32040"/>
                    <a:pt x="59447" y="35015"/>
                  </a:cubicBezTo>
                  <a:cubicBezTo>
                    <a:pt x="59212" y="36580"/>
                    <a:pt x="58821" y="38094"/>
                    <a:pt x="58247" y="39581"/>
                  </a:cubicBezTo>
                  <a:cubicBezTo>
                    <a:pt x="57568" y="41199"/>
                    <a:pt x="56785" y="42765"/>
                    <a:pt x="55872" y="44279"/>
                  </a:cubicBezTo>
                  <a:cubicBezTo>
                    <a:pt x="55611" y="44670"/>
                    <a:pt x="55194" y="44879"/>
                    <a:pt x="54750" y="44879"/>
                  </a:cubicBezTo>
                  <a:cubicBezTo>
                    <a:pt x="54750" y="44853"/>
                    <a:pt x="54750" y="44827"/>
                    <a:pt x="54750" y="44801"/>
                  </a:cubicBezTo>
                  <a:cubicBezTo>
                    <a:pt x="54776" y="44514"/>
                    <a:pt x="54437" y="44331"/>
                    <a:pt x="54228" y="44174"/>
                  </a:cubicBezTo>
                  <a:cubicBezTo>
                    <a:pt x="54045" y="44015"/>
                    <a:pt x="53803" y="43935"/>
                    <a:pt x="53570" y="43935"/>
                  </a:cubicBezTo>
                  <a:cubicBezTo>
                    <a:pt x="53537" y="43935"/>
                    <a:pt x="53504" y="43936"/>
                    <a:pt x="53471" y="43939"/>
                  </a:cubicBezTo>
                  <a:cubicBezTo>
                    <a:pt x="53419" y="43966"/>
                    <a:pt x="53393" y="43992"/>
                    <a:pt x="53341" y="44018"/>
                  </a:cubicBezTo>
                  <a:cubicBezTo>
                    <a:pt x="53158" y="43548"/>
                    <a:pt x="53210" y="43026"/>
                    <a:pt x="53497" y="42582"/>
                  </a:cubicBezTo>
                  <a:cubicBezTo>
                    <a:pt x="55533" y="39112"/>
                    <a:pt x="56524" y="36163"/>
                    <a:pt x="56759" y="33005"/>
                  </a:cubicBezTo>
                  <a:cubicBezTo>
                    <a:pt x="56890" y="31440"/>
                    <a:pt x="56811" y="29848"/>
                    <a:pt x="56524" y="28282"/>
                  </a:cubicBezTo>
                  <a:cubicBezTo>
                    <a:pt x="56290" y="26794"/>
                    <a:pt x="55820" y="25359"/>
                    <a:pt x="55141" y="24028"/>
                  </a:cubicBezTo>
                  <a:cubicBezTo>
                    <a:pt x="54515" y="22776"/>
                    <a:pt x="53706" y="21627"/>
                    <a:pt x="52714" y="20662"/>
                  </a:cubicBezTo>
                  <a:cubicBezTo>
                    <a:pt x="51827" y="19775"/>
                    <a:pt x="50783" y="18992"/>
                    <a:pt x="49687" y="18392"/>
                  </a:cubicBezTo>
                  <a:lnTo>
                    <a:pt x="49661" y="18366"/>
                  </a:lnTo>
                  <a:lnTo>
                    <a:pt x="49583" y="18339"/>
                  </a:lnTo>
                  <a:lnTo>
                    <a:pt x="49557" y="18339"/>
                  </a:lnTo>
                  <a:lnTo>
                    <a:pt x="49400" y="18261"/>
                  </a:lnTo>
                  <a:lnTo>
                    <a:pt x="48983" y="18078"/>
                  </a:lnTo>
                  <a:cubicBezTo>
                    <a:pt x="48670" y="17948"/>
                    <a:pt x="48435" y="17817"/>
                    <a:pt x="48200" y="17739"/>
                  </a:cubicBezTo>
                  <a:cubicBezTo>
                    <a:pt x="47861" y="17635"/>
                    <a:pt x="47626" y="17557"/>
                    <a:pt x="47365" y="17478"/>
                  </a:cubicBezTo>
                  <a:lnTo>
                    <a:pt x="46999" y="17374"/>
                  </a:lnTo>
                  <a:cubicBezTo>
                    <a:pt x="46973" y="17374"/>
                    <a:pt x="46947" y="17348"/>
                    <a:pt x="46921" y="17348"/>
                  </a:cubicBezTo>
                  <a:cubicBezTo>
                    <a:pt x="46895" y="17348"/>
                    <a:pt x="46843" y="17322"/>
                    <a:pt x="46791" y="17322"/>
                  </a:cubicBezTo>
                  <a:cubicBezTo>
                    <a:pt x="46217" y="17217"/>
                    <a:pt x="45616" y="17113"/>
                    <a:pt x="45042" y="17087"/>
                  </a:cubicBezTo>
                  <a:cubicBezTo>
                    <a:pt x="44703" y="17061"/>
                    <a:pt x="44442" y="17035"/>
                    <a:pt x="44207" y="17035"/>
                  </a:cubicBezTo>
                  <a:lnTo>
                    <a:pt x="43633" y="17035"/>
                  </a:lnTo>
                  <a:cubicBezTo>
                    <a:pt x="42511" y="17113"/>
                    <a:pt x="41415" y="17296"/>
                    <a:pt x="40371" y="17609"/>
                  </a:cubicBezTo>
                  <a:lnTo>
                    <a:pt x="40345" y="17609"/>
                  </a:lnTo>
                  <a:lnTo>
                    <a:pt x="40241" y="17635"/>
                  </a:lnTo>
                  <a:lnTo>
                    <a:pt x="40058" y="17687"/>
                  </a:lnTo>
                  <a:cubicBezTo>
                    <a:pt x="39928" y="17739"/>
                    <a:pt x="39797" y="17765"/>
                    <a:pt x="39693" y="17817"/>
                  </a:cubicBezTo>
                  <a:cubicBezTo>
                    <a:pt x="39379" y="17948"/>
                    <a:pt x="39145" y="18026"/>
                    <a:pt x="38910" y="18131"/>
                  </a:cubicBezTo>
                  <a:cubicBezTo>
                    <a:pt x="38362" y="18366"/>
                    <a:pt x="37866" y="18574"/>
                    <a:pt x="37422" y="18809"/>
                  </a:cubicBezTo>
                  <a:cubicBezTo>
                    <a:pt x="37083" y="18992"/>
                    <a:pt x="36822" y="19148"/>
                    <a:pt x="36587" y="19279"/>
                  </a:cubicBezTo>
                  <a:lnTo>
                    <a:pt x="36561" y="19279"/>
                  </a:lnTo>
                  <a:lnTo>
                    <a:pt x="36352" y="19409"/>
                  </a:lnTo>
                  <a:lnTo>
                    <a:pt x="36300" y="19462"/>
                  </a:lnTo>
                  <a:lnTo>
                    <a:pt x="36222" y="19488"/>
                  </a:lnTo>
                  <a:lnTo>
                    <a:pt x="36196" y="19514"/>
                  </a:lnTo>
                  <a:lnTo>
                    <a:pt x="36118" y="19566"/>
                  </a:lnTo>
                  <a:cubicBezTo>
                    <a:pt x="35622" y="19879"/>
                    <a:pt x="35204" y="20218"/>
                    <a:pt x="34787" y="20531"/>
                  </a:cubicBezTo>
                  <a:cubicBezTo>
                    <a:pt x="34291" y="20949"/>
                    <a:pt x="33873" y="21340"/>
                    <a:pt x="33482" y="21706"/>
                  </a:cubicBezTo>
                  <a:cubicBezTo>
                    <a:pt x="33299" y="21862"/>
                    <a:pt x="33116" y="22045"/>
                    <a:pt x="32934" y="22254"/>
                  </a:cubicBezTo>
                  <a:cubicBezTo>
                    <a:pt x="32908" y="22280"/>
                    <a:pt x="32882" y="22280"/>
                    <a:pt x="32882" y="22306"/>
                  </a:cubicBezTo>
                  <a:lnTo>
                    <a:pt x="32803" y="22410"/>
                  </a:lnTo>
                  <a:cubicBezTo>
                    <a:pt x="32699" y="22489"/>
                    <a:pt x="32621" y="22593"/>
                    <a:pt x="32542" y="22697"/>
                  </a:cubicBezTo>
                  <a:cubicBezTo>
                    <a:pt x="32125" y="23167"/>
                    <a:pt x="31760" y="23715"/>
                    <a:pt x="31420" y="24263"/>
                  </a:cubicBezTo>
                  <a:cubicBezTo>
                    <a:pt x="31368" y="24394"/>
                    <a:pt x="31290" y="24524"/>
                    <a:pt x="31211" y="24629"/>
                  </a:cubicBezTo>
                  <a:cubicBezTo>
                    <a:pt x="31185" y="24655"/>
                    <a:pt x="31185" y="24707"/>
                    <a:pt x="31159" y="24733"/>
                  </a:cubicBezTo>
                  <a:cubicBezTo>
                    <a:pt x="31133" y="24759"/>
                    <a:pt x="31133" y="24785"/>
                    <a:pt x="31133" y="24811"/>
                  </a:cubicBezTo>
                  <a:cubicBezTo>
                    <a:pt x="31003" y="25046"/>
                    <a:pt x="30898" y="25307"/>
                    <a:pt x="30794" y="25594"/>
                  </a:cubicBezTo>
                  <a:cubicBezTo>
                    <a:pt x="30663" y="25933"/>
                    <a:pt x="30559" y="26220"/>
                    <a:pt x="30481" y="26481"/>
                  </a:cubicBezTo>
                  <a:cubicBezTo>
                    <a:pt x="30429" y="26612"/>
                    <a:pt x="30403" y="26742"/>
                    <a:pt x="30350" y="26873"/>
                  </a:cubicBezTo>
                  <a:cubicBezTo>
                    <a:pt x="30350" y="26873"/>
                    <a:pt x="30350" y="26899"/>
                    <a:pt x="30350" y="26925"/>
                  </a:cubicBezTo>
                  <a:cubicBezTo>
                    <a:pt x="30350" y="26925"/>
                    <a:pt x="30350" y="26951"/>
                    <a:pt x="30350" y="26951"/>
                  </a:cubicBezTo>
                  <a:cubicBezTo>
                    <a:pt x="30246" y="27447"/>
                    <a:pt x="30168" y="27943"/>
                    <a:pt x="30142" y="28439"/>
                  </a:cubicBezTo>
                  <a:cubicBezTo>
                    <a:pt x="30142" y="28595"/>
                    <a:pt x="30115" y="28752"/>
                    <a:pt x="30115" y="28908"/>
                  </a:cubicBezTo>
                  <a:cubicBezTo>
                    <a:pt x="30115" y="28934"/>
                    <a:pt x="30115" y="28934"/>
                    <a:pt x="30115" y="28960"/>
                  </a:cubicBezTo>
                  <a:lnTo>
                    <a:pt x="30115" y="29039"/>
                  </a:lnTo>
                  <a:cubicBezTo>
                    <a:pt x="30115" y="29274"/>
                    <a:pt x="30142" y="29456"/>
                    <a:pt x="30168" y="29639"/>
                  </a:cubicBezTo>
                  <a:cubicBezTo>
                    <a:pt x="30220" y="30030"/>
                    <a:pt x="30298" y="30422"/>
                    <a:pt x="30403" y="30813"/>
                  </a:cubicBezTo>
                  <a:cubicBezTo>
                    <a:pt x="30403" y="30865"/>
                    <a:pt x="30403" y="30892"/>
                    <a:pt x="30429" y="30944"/>
                  </a:cubicBezTo>
                  <a:cubicBezTo>
                    <a:pt x="30429" y="30970"/>
                    <a:pt x="30455" y="31022"/>
                    <a:pt x="30481" y="31048"/>
                  </a:cubicBezTo>
                  <a:cubicBezTo>
                    <a:pt x="30507" y="31126"/>
                    <a:pt x="30533" y="31231"/>
                    <a:pt x="30585" y="31335"/>
                  </a:cubicBezTo>
                  <a:cubicBezTo>
                    <a:pt x="30637" y="31492"/>
                    <a:pt x="30742" y="31701"/>
                    <a:pt x="30846" y="31909"/>
                  </a:cubicBezTo>
                  <a:cubicBezTo>
                    <a:pt x="30898" y="32040"/>
                    <a:pt x="30977" y="32170"/>
                    <a:pt x="31055" y="32275"/>
                  </a:cubicBezTo>
                  <a:cubicBezTo>
                    <a:pt x="31055" y="32327"/>
                    <a:pt x="31107" y="32379"/>
                    <a:pt x="31133" y="32431"/>
                  </a:cubicBezTo>
                  <a:cubicBezTo>
                    <a:pt x="31133" y="32457"/>
                    <a:pt x="31159" y="32457"/>
                    <a:pt x="31185" y="32483"/>
                  </a:cubicBezTo>
                  <a:cubicBezTo>
                    <a:pt x="31238" y="32562"/>
                    <a:pt x="31290" y="32640"/>
                    <a:pt x="31316" y="32666"/>
                  </a:cubicBezTo>
                  <a:cubicBezTo>
                    <a:pt x="31499" y="32953"/>
                    <a:pt x="31733" y="33240"/>
                    <a:pt x="31994" y="33501"/>
                  </a:cubicBezTo>
                  <a:cubicBezTo>
                    <a:pt x="32020" y="33553"/>
                    <a:pt x="32073" y="33579"/>
                    <a:pt x="32099" y="33632"/>
                  </a:cubicBezTo>
                  <a:cubicBezTo>
                    <a:pt x="32125" y="33632"/>
                    <a:pt x="32151" y="33658"/>
                    <a:pt x="32177" y="33658"/>
                  </a:cubicBezTo>
                  <a:lnTo>
                    <a:pt x="32334" y="33788"/>
                  </a:lnTo>
                  <a:cubicBezTo>
                    <a:pt x="32464" y="33893"/>
                    <a:pt x="32621" y="33997"/>
                    <a:pt x="32803" y="34101"/>
                  </a:cubicBezTo>
                  <a:lnTo>
                    <a:pt x="32882" y="34154"/>
                  </a:lnTo>
                  <a:cubicBezTo>
                    <a:pt x="32934" y="34206"/>
                    <a:pt x="32986" y="34232"/>
                    <a:pt x="33064" y="34258"/>
                  </a:cubicBezTo>
                  <a:lnTo>
                    <a:pt x="33143" y="34310"/>
                  </a:lnTo>
                  <a:lnTo>
                    <a:pt x="33169" y="34310"/>
                  </a:lnTo>
                  <a:cubicBezTo>
                    <a:pt x="33299" y="34388"/>
                    <a:pt x="33456" y="34441"/>
                    <a:pt x="33638" y="34519"/>
                  </a:cubicBezTo>
                  <a:cubicBezTo>
                    <a:pt x="33821" y="34571"/>
                    <a:pt x="33899" y="34597"/>
                    <a:pt x="34004" y="34623"/>
                  </a:cubicBezTo>
                  <a:cubicBezTo>
                    <a:pt x="34056" y="34649"/>
                    <a:pt x="34108" y="34675"/>
                    <a:pt x="34186" y="34702"/>
                  </a:cubicBezTo>
                  <a:lnTo>
                    <a:pt x="34343" y="34702"/>
                  </a:lnTo>
                  <a:lnTo>
                    <a:pt x="34447" y="34728"/>
                  </a:lnTo>
                  <a:cubicBezTo>
                    <a:pt x="34656" y="34754"/>
                    <a:pt x="34891" y="34780"/>
                    <a:pt x="35126" y="34780"/>
                  </a:cubicBezTo>
                  <a:lnTo>
                    <a:pt x="35465" y="34780"/>
                  </a:lnTo>
                  <a:cubicBezTo>
                    <a:pt x="35804" y="34754"/>
                    <a:pt x="36144" y="34702"/>
                    <a:pt x="36457" y="34597"/>
                  </a:cubicBezTo>
                  <a:lnTo>
                    <a:pt x="36587" y="34571"/>
                  </a:lnTo>
                  <a:cubicBezTo>
                    <a:pt x="36613" y="34571"/>
                    <a:pt x="36613" y="34545"/>
                    <a:pt x="36639" y="34545"/>
                  </a:cubicBezTo>
                  <a:lnTo>
                    <a:pt x="36979" y="34414"/>
                  </a:lnTo>
                  <a:cubicBezTo>
                    <a:pt x="37214" y="34310"/>
                    <a:pt x="37396" y="34206"/>
                    <a:pt x="37579" y="34127"/>
                  </a:cubicBezTo>
                  <a:lnTo>
                    <a:pt x="37657" y="34075"/>
                  </a:lnTo>
                  <a:lnTo>
                    <a:pt x="37709" y="34049"/>
                  </a:lnTo>
                  <a:lnTo>
                    <a:pt x="37735" y="34049"/>
                  </a:lnTo>
                  <a:lnTo>
                    <a:pt x="37840" y="33971"/>
                  </a:lnTo>
                  <a:lnTo>
                    <a:pt x="37866" y="33945"/>
                  </a:lnTo>
                  <a:cubicBezTo>
                    <a:pt x="38127" y="33788"/>
                    <a:pt x="38310" y="33632"/>
                    <a:pt x="38466" y="33501"/>
                  </a:cubicBezTo>
                  <a:cubicBezTo>
                    <a:pt x="38727" y="33292"/>
                    <a:pt x="38936" y="33084"/>
                    <a:pt x="39119" y="32901"/>
                  </a:cubicBezTo>
                  <a:lnTo>
                    <a:pt x="39353" y="32666"/>
                  </a:lnTo>
                  <a:lnTo>
                    <a:pt x="39406" y="32614"/>
                  </a:lnTo>
                  <a:cubicBezTo>
                    <a:pt x="39406" y="32614"/>
                    <a:pt x="39406" y="32588"/>
                    <a:pt x="39406" y="32588"/>
                  </a:cubicBezTo>
                  <a:lnTo>
                    <a:pt x="39484" y="32509"/>
                  </a:lnTo>
                  <a:cubicBezTo>
                    <a:pt x="39875" y="32040"/>
                    <a:pt x="40215" y="31570"/>
                    <a:pt x="40554" y="31048"/>
                  </a:cubicBezTo>
                  <a:cubicBezTo>
                    <a:pt x="40763" y="30709"/>
                    <a:pt x="40945" y="30396"/>
                    <a:pt x="41128" y="30083"/>
                  </a:cubicBezTo>
                  <a:cubicBezTo>
                    <a:pt x="41180" y="29978"/>
                    <a:pt x="41284" y="29743"/>
                    <a:pt x="41441" y="29456"/>
                  </a:cubicBezTo>
                  <a:cubicBezTo>
                    <a:pt x="41728" y="28830"/>
                    <a:pt x="41963" y="28282"/>
                    <a:pt x="42146" y="27734"/>
                  </a:cubicBezTo>
                  <a:cubicBezTo>
                    <a:pt x="42381" y="27082"/>
                    <a:pt x="42589" y="26481"/>
                    <a:pt x="42720" y="25907"/>
                  </a:cubicBezTo>
                  <a:cubicBezTo>
                    <a:pt x="42720" y="25881"/>
                    <a:pt x="42746" y="25855"/>
                    <a:pt x="42746" y="25829"/>
                  </a:cubicBezTo>
                  <a:cubicBezTo>
                    <a:pt x="42746" y="25803"/>
                    <a:pt x="42772" y="25751"/>
                    <a:pt x="42772" y="25725"/>
                  </a:cubicBezTo>
                  <a:lnTo>
                    <a:pt x="42772" y="25672"/>
                  </a:lnTo>
                  <a:cubicBezTo>
                    <a:pt x="42798" y="25542"/>
                    <a:pt x="42824" y="25411"/>
                    <a:pt x="42850" y="25281"/>
                  </a:cubicBezTo>
                  <a:cubicBezTo>
                    <a:pt x="42902" y="24968"/>
                    <a:pt x="42955" y="24681"/>
                    <a:pt x="42981" y="24446"/>
                  </a:cubicBezTo>
                  <a:cubicBezTo>
                    <a:pt x="43085" y="23767"/>
                    <a:pt x="43137" y="23167"/>
                    <a:pt x="43163" y="22593"/>
                  </a:cubicBezTo>
                  <a:cubicBezTo>
                    <a:pt x="43163" y="22254"/>
                    <a:pt x="43163" y="21993"/>
                    <a:pt x="43163" y="21758"/>
                  </a:cubicBezTo>
                  <a:lnTo>
                    <a:pt x="43163" y="21367"/>
                  </a:lnTo>
                  <a:lnTo>
                    <a:pt x="43163" y="21314"/>
                  </a:lnTo>
                  <a:cubicBezTo>
                    <a:pt x="43163" y="21314"/>
                    <a:pt x="43163" y="21314"/>
                    <a:pt x="43163" y="21288"/>
                  </a:cubicBezTo>
                  <a:lnTo>
                    <a:pt x="43163" y="21106"/>
                  </a:lnTo>
                  <a:cubicBezTo>
                    <a:pt x="43085" y="19957"/>
                    <a:pt x="42902" y="18809"/>
                    <a:pt x="42641" y="17687"/>
                  </a:cubicBezTo>
                  <a:lnTo>
                    <a:pt x="42563" y="17374"/>
                  </a:lnTo>
                  <a:cubicBezTo>
                    <a:pt x="42902" y="17322"/>
                    <a:pt x="43268" y="17296"/>
                    <a:pt x="43633" y="17269"/>
                  </a:cubicBezTo>
                  <a:lnTo>
                    <a:pt x="44155" y="17269"/>
                  </a:lnTo>
                  <a:cubicBezTo>
                    <a:pt x="44390" y="17269"/>
                    <a:pt x="44651" y="17269"/>
                    <a:pt x="44964" y="17296"/>
                  </a:cubicBezTo>
                  <a:cubicBezTo>
                    <a:pt x="45147" y="17296"/>
                    <a:pt x="45329" y="17348"/>
                    <a:pt x="45512" y="17348"/>
                  </a:cubicBezTo>
                  <a:cubicBezTo>
                    <a:pt x="46556" y="21680"/>
                    <a:pt x="46112" y="26194"/>
                    <a:pt x="44259" y="30239"/>
                  </a:cubicBezTo>
                  <a:cubicBezTo>
                    <a:pt x="42902" y="33136"/>
                    <a:pt x="41441" y="35015"/>
                    <a:pt x="39693" y="36189"/>
                  </a:cubicBezTo>
                  <a:cubicBezTo>
                    <a:pt x="38587" y="36919"/>
                    <a:pt x="36937" y="37705"/>
                    <a:pt x="35077" y="37705"/>
                  </a:cubicBezTo>
                  <a:cubicBezTo>
                    <a:pt x="34743" y="37705"/>
                    <a:pt x="34402" y="37680"/>
                    <a:pt x="34056" y="37624"/>
                  </a:cubicBezTo>
                  <a:cubicBezTo>
                    <a:pt x="30298" y="36972"/>
                    <a:pt x="27402" y="33632"/>
                    <a:pt x="27167" y="29691"/>
                  </a:cubicBezTo>
                  <a:cubicBezTo>
                    <a:pt x="26880" y="25229"/>
                    <a:pt x="29333" y="20740"/>
                    <a:pt x="33717" y="17661"/>
                  </a:cubicBezTo>
                  <a:cubicBezTo>
                    <a:pt x="37000" y="15339"/>
                    <a:pt x="40683" y="14107"/>
                    <a:pt x="44175" y="14107"/>
                  </a:cubicBezTo>
                  <a:close/>
                  <a:moveTo>
                    <a:pt x="53676" y="44236"/>
                  </a:moveTo>
                  <a:cubicBezTo>
                    <a:pt x="53791" y="44236"/>
                    <a:pt x="53919" y="44294"/>
                    <a:pt x="54071" y="44383"/>
                  </a:cubicBezTo>
                  <a:cubicBezTo>
                    <a:pt x="54254" y="44514"/>
                    <a:pt x="54567" y="44696"/>
                    <a:pt x="54385" y="44957"/>
                  </a:cubicBezTo>
                  <a:cubicBezTo>
                    <a:pt x="54306" y="45114"/>
                    <a:pt x="54176" y="45296"/>
                    <a:pt x="54071" y="45453"/>
                  </a:cubicBezTo>
                  <a:cubicBezTo>
                    <a:pt x="53889" y="45740"/>
                    <a:pt x="53706" y="46027"/>
                    <a:pt x="53523" y="46314"/>
                  </a:cubicBezTo>
                  <a:cubicBezTo>
                    <a:pt x="53393" y="46236"/>
                    <a:pt x="53262" y="46132"/>
                    <a:pt x="53132" y="46053"/>
                  </a:cubicBezTo>
                  <a:cubicBezTo>
                    <a:pt x="52975" y="45949"/>
                    <a:pt x="52793" y="45818"/>
                    <a:pt x="52584" y="45688"/>
                  </a:cubicBezTo>
                  <a:cubicBezTo>
                    <a:pt x="52741" y="45453"/>
                    <a:pt x="52897" y="45192"/>
                    <a:pt x="53054" y="44957"/>
                  </a:cubicBezTo>
                  <a:lnTo>
                    <a:pt x="53341" y="44461"/>
                  </a:lnTo>
                  <a:cubicBezTo>
                    <a:pt x="53448" y="44301"/>
                    <a:pt x="53555" y="44236"/>
                    <a:pt x="53676" y="44236"/>
                  </a:cubicBezTo>
                  <a:close/>
                  <a:moveTo>
                    <a:pt x="51995" y="45812"/>
                  </a:moveTo>
                  <a:cubicBezTo>
                    <a:pt x="52294" y="45812"/>
                    <a:pt x="52677" y="46098"/>
                    <a:pt x="52845" y="46210"/>
                  </a:cubicBezTo>
                  <a:cubicBezTo>
                    <a:pt x="53080" y="46340"/>
                    <a:pt x="53315" y="46523"/>
                    <a:pt x="53550" y="46706"/>
                  </a:cubicBezTo>
                  <a:cubicBezTo>
                    <a:pt x="53915" y="46993"/>
                    <a:pt x="53445" y="47619"/>
                    <a:pt x="53210" y="47958"/>
                  </a:cubicBezTo>
                  <a:lnTo>
                    <a:pt x="53210" y="47984"/>
                  </a:lnTo>
                  <a:cubicBezTo>
                    <a:pt x="53002" y="47723"/>
                    <a:pt x="52793" y="47489"/>
                    <a:pt x="52532" y="47280"/>
                  </a:cubicBezTo>
                  <a:cubicBezTo>
                    <a:pt x="52140" y="46993"/>
                    <a:pt x="51723" y="46784"/>
                    <a:pt x="51253" y="46680"/>
                  </a:cubicBezTo>
                  <a:cubicBezTo>
                    <a:pt x="51410" y="46445"/>
                    <a:pt x="51540" y="46210"/>
                    <a:pt x="51697" y="45975"/>
                  </a:cubicBezTo>
                  <a:cubicBezTo>
                    <a:pt x="51771" y="45856"/>
                    <a:pt x="51876" y="45812"/>
                    <a:pt x="51995" y="45812"/>
                  </a:cubicBezTo>
                  <a:close/>
                  <a:moveTo>
                    <a:pt x="50337" y="46848"/>
                  </a:moveTo>
                  <a:cubicBezTo>
                    <a:pt x="50978" y="46848"/>
                    <a:pt x="51625" y="47017"/>
                    <a:pt x="52193" y="47358"/>
                  </a:cubicBezTo>
                  <a:cubicBezTo>
                    <a:pt x="53810" y="48324"/>
                    <a:pt x="54202" y="50516"/>
                    <a:pt x="53262" y="52055"/>
                  </a:cubicBezTo>
                  <a:cubicBezTo>
                    <a:pt x="52588" y="53084"/>
                    <a:pt x="51478" y="53644"/>
                    <a:pt x="50347" y="53644"/>
                  </a:cubicBezTo>
                  <a:cubicBezTo>
                    <a:pt x="49728" y="53644"/>
                    <a:pt x="49102" y="53476"/>
                    <a:pt x="48539" y="53125"/>
                  </a:cubicBezTo>
                  <a:cubicBezTo>
                    <a:pt x="46947" y="52107"/>
                    <a:pt x="46504" y="49994"/>
                    <a:pt x="47469" y="48402"/>
                  </a:cubicBezTo>
                  <a:cubicBezTo>
                    <a:pt x="48101" y="47371"/>
                    <a:pt x="49210" y="46848"/>
                    <a:pt x="50337" y="46848"/>
                  </a:cubicBezTo>
                  <a:close/>
                  <a:moveTo>
                    <a:pt x="50367" y="44773"/>
                  </a:moveTo>
                  <a:cubicBezTo>
                    <a:pt x="51116" y="44773"/>
                    <a:pt x="51872" y="44918"/>
                    <a:pt x="52584" y="45218"/>
                  </a:cubicBezTo>
                  <a:lnTo>
                    <a:pt x="52349" y="45610"/>
                  </a:lnTo>
                  <a:cubicBezTo>
                    <a:pt x="52234" y="45571"/>
                    <a:pt x="52134" y="45547"/>
                    <a:pt x="52027" y="45547"/>
                  </a:cubicBezTo>
                  <a:cubicBezTo>
                    <a:pt x="51988" y="45547"/>
                    <a:pt x="51947" y="45550"/>
                    <a:pt x="51905" y="45557"/>
                  </a:cubicBezTo>
                  <a:cubicBezTo>
                    <a:pt x="51436" y="45688"/>
                    <a:pt x="51227" y="46236"/>
                    <a:pt x="50966" y="46627"/>
                  </a:cubicBezTo>
                  <a:cubicBezTo>
                    <a:pt x="50799" y="46605"/>
                    <a:pt x="50631" y="46594"/>
                    <a:pt x="50464" y="46594"/>
                  </a:cubicBezTo>
                  <a:cubicBezTo>
                    <a:pt x="49276" y="46594"/>
                    <a:pt x="48123" y="47151"/>
                    <a:pt x="47391" y="48089"/>
                  </a:cubicBezTo>
                  <a:cubicBezTo>
                    <a:pt x="46086" y="49785"/>
                    <a:pt x="46686" y="52212"/>
                    <a:pt x="48356" y="53386"/>
                  </a:cubicBezTo>
                  <a:cubicBezTo>
                    <a:pt x="48965" y="53753"/>
                    <a:pt x="49645" y="53931"/>
                    <a:pt x="50318" y="53931"/>
                  </a:cubicBezTo>
                  <a:cubicBezTo>
                    <a:pt x="51464" y="53931"/>
                    <a:pt x="52591" y="53417"/>
                    <a:pt x="53315" y="52447"/>
                  </a:cubicBezTo>
                  <a:cubicBezTo>
                    <a:pt x="54254" y="51194"/>
                    <a:pt x="54254" y="49472"/>
                    <a:pt x="53367" y="48219"/>
                  </a:cubicBezTo>
                  <a:cubicBezTo>
                    <a:pt x="53550" y="47906"/>
                    <a:pt x="54045" y="47410"/>
                    <a:pt x="53993" y="47019"/>
                  </a:cubicBezTo>
                  <a:cubicBezTo>
                    <a:pt x="53941" y="46836"/>
                    <a:pt x="53863" y="46653"/>
                    <a:pt x="53706" y="46523"/>
                  </a:cubicBezTo>
                  <a:lnTo>
                    <a:pt x="53967" y="46105"/>
                  </a:lnTo>
                  <a:cubicBezTo>
                    <a:pt x="56133" y="48037"/>
                    <a:pt x="56472" y="51272"/>
                    <a:pt x="54776" y="53569"/>
                  </a:cubicBezTo>
                  <a:lnTo>
                    <a:pt x="54776" y="53595"/>
                  </a:lnTo>
                  <a:cubicBezTo>
                    <a:pt x="53702" y="55032"/>
                    <a:pt x="52046" y="55761"/>
                    <a:pt x="50374" y="55761"/>
                  </a:cubicBezTo>
                  <a:cubicBezTo>
                    <a:pt x="49282" y="55761"/>
                    <a:pt x="48183" y="55450"/>
                    <a:pt x="47234" y="54821"/>
                  </a:cubicBezTo>
                  <a:cubicBezTo>
                    <a:pt x="44938" y="53308"/>
                    <a:pt x="44259" y="50229"/>
                    <a:pt x="45382" y="47828"/>
                  </a:cubicBezTo>
                  <a:cubicBezTo>
                    <a:pt x="46318" y="45859"/>
                    <a:pt x="48318" y="44773"/>
                    <a:pt x="50367" y="44773"/>
                  </a:cubicBezTo>
                  <a:close/>
                  <a:moveTo>
                    <a:pt x="24707" y="314"/>
                  </a:moveTo>
                  <a:cubicBezTo>
                    <a:pt x="29151" y="314"/>
                    <a:pt x="33481" y="1790"/>
                    <a:pt x="37031" y="4482"/>
                  </a:cubicBezTo>
                  <a:cubicBezTo>
                    <a:pt x="40267" y="6936"/>
                    <a:pt x="42824" y="10171"/>
                    <a:pt x="44442" y="13903"/>
                  </a:cubicBezTo>
                  <a:cubicBezTo>
                    <a:pt x="44336" y="13900"/>
                    <a:pt x="44229" y="13899"/>
                    <a:pt x="44122" y="13899"/>
                  </a:cubicBezTo>
                  <a:cubicBezTo>
                    <a:pt x="43185" y="13899"/>
                    <a:pt x="42251" y="14000"/>
                    <a:pt x="41337" y="14164"/>
                  </a:cubicBezTo>
                  <a:cubicBezTo>
                    <a:pt x="41206" y="13773"/>
                    <a:pt x="41024" y="13459"/>
                    <a:pt x="40867" y="13146"/>
                  </a:cubicBezTo>
                  <a:cubicBezTo>
                    <a:pt x="40736" y="12911"/>
                    <a:pt x="40606" y="12677"/>
                    <a:pt x="40449" y="12442"/>
                  </a:cubicBezTo>
                  <a:lnTo>
                    <a:pt x="40319" y="12233"/>
                  </a:lnTo>
                  <a:cubicBezTo>
                    <a:pt x="40319" y="12207"/>
                    <a:pt x="40293" y="12181"/>
                    <a:pt x="40293" y="12155"/>
                  </a:cubicBezTo>
                  <a:cubicBezTo>
                    <a:pt x="40267" y="12129"/>
                    <a:pt x="40267" y="12102"/>
                    <a:pt x="40241" y="12102"/>
                  </a:cubicBezTo>
                  <a:cubicBezTo>
                    <a:pt x="40241" y="12076"/>
                    <a:pt x="40241" y="12076"/>
                    <a:pt x="40215" y="12076"/>
                  </a:cubicBezTo>
                  <a:lnTo>
                    <a:pt x="40188" y="11998"/>
                  </a:lnTo>
                  <a:cubicBezTo>
                    <a:pt x="39536" y="11059"/>
                    <a:pt x="38858" y="10145"/>
                    <a:pt x="38075" y="9310"/>
                  </a:cubicBezTo>
                  <a:cubicBezTo>
                    <a:pt x="37657" y="8841"/>
                    <a:pt x="37266" y="8449"/>
                    <a:pt x="36848" y="8084"/>
                  </a:cubicBezTo>
                  <a:lnTo>
                    <a:pt x="36848" y="8058"/>
                  </a:lnTo>
                  <a:lnTo>
                    <a:pt x="36796" y="8005"/>
                  </a:lnTo>
                  <a:lnTo>
                    <a:pt x="36744" y="7953"/>
                  </a:lnTo>
                  <a:lnTo>
                    <a:pt x="36718" y="7953"/>
                  </a:lnTo>
                  <a:lnTo>
                    <a:pt x="36692" y="7927"/>
                  </a:lnTo>
                  <a:lnTo>
                    <a:pt x="36431" y="7718"/>
                  </a:lnTo>
                  <a:cubicBezTo>
                    <a:pt x="36222" y="7536"/>
                    <a:pt x="36013" y="7353"/>
                    <a:pt x="35804" y="7196"/>
                  </a:cubicBezTo>
                  <a:cubicBezTo>
                    <a:pt x="34917" y="6492"/>
                    <a:pt x="34004" y="5866"/>
                    <a:pt x="33012" y="5318"/>
                  </a:cubicBezTo>
                  <a:cubicBezTo>
                    <a:pt x="32856" y="5239"/>
                    <a:pt x="32725" y="5161"/>
                    <a:pt x="32568" y="5083"/>
                  </a:cubicBezTo>
                  <a:lnTo>
                    <a:pt x="32542" y="5057"/>
                  </a:lnTo>
                  <a:lnTo>
                    <a:pt x="32516" y="5057"/>
                  </a:lnTo>
                  <a:lnTo>
                    <a:pt x="32438" y="5004"/>
                  </a:lnTo>
                  <a:cubicBezTo>
                    <a:pt x="32177" y="4900"/>
                    <a:pt x="31942" y="4770"/>
                    <a:pt x="31707" y="4665"/>
                  </a:cubicBezTo>
                  <a:cubicBezTo>
                    <a:pt x="31159" y="4430"/>
                    <a:pt x="30663" y="4248"/>
                    <a:pt x="30220" y="4091"/>
                  </a:cubicBezTo>
                  <a:cubicBezTo>
                    <a:pt x="29620" y="3882"/>
                    <a:pt x="29098" y="3726"/>
                    <a:pt x="28576" y="3595"/>
                  </a:cubicBezTo>
                  <a:lnTo>
                    <a:pt x="28498" y="3569"/>
                  </a:lnTo>
                  <a:lnTo>
                    <a:pt x="28393" y="3543"/>
                  </a:lnTo>
                  <a:lnTo>
                    <a:pt x="28028" y="3465"/>
                  </a:lnTo>
                  <a:cubicBezTo>
                    <a:pt x="27793" y="3439"/>
                    <a:pt x="27506" y="3386"/>
                    <a:pt x="27245" y="3334"/>
                  </a:cubicBezTo>
                  <a:cubicBezTo>
                    <a:pt x="26645" y="3256"/>
                    <a:pt x="26045" y="3204"/>
                    <a:pt x="25470" y="3178"/>
                  </a:cubicBezTo>
                  <a:lnTo>
                    <a:pt x="24427" y="3178"/>
                  </a:lnTo>
                  <a:cubicBezTo>
                    <a:pt x="24296" y="3178"/>
                    <a:pt x="24192" y="3178"/>
                    <a:pt x="24061" y="3204"/>
                  </a:cubicBezTo>
                  <a:cubicBezTo>
                    <a:pt x="22887" y="3282"/>
                    <a:pt x="21739" y="3465"/>
                    <a:pt x="20590" y="3752"/>
                  </a:cubicBezTo>
                  <a:cubicBezTo>
                    <a:pt x="20225" y="3830"/>
                    <a:pt x="19912" y="3934"/>
                    <a:pt x="19625" y="4013"/>
                  </a:cubicBezTo>
                  <a:lnTo>
                    <a:pt x="19547" y="4013"/>
                  </a:lnTo>
                  <a:lnTo>
                    <a:pt x="19468" y="4039"/>
                  </a:lnTo>
                  <a:lnTo>
                    <a:pt x="19077" y="4169"/>
                  </a:lnTo>
                  <a:cubicBezTo>
                    <a:pt x="18477" y="4378"/>
                    <a:pt x="17929" y="4587"/>
                    <a:pt x="17433" y="4822"/>
                  </a:cubicBezTo>
                  <a:cubicBezTo>
                    <a:pt x="16311" y="5291"/>
                    <a:pt x="15215" y="5866"/>
                    <a:pt x="14171" y="6492"/>
                  </a:cubicBezTo>
                  <a:lnTo>
                    <a:pt x="14145" y="6492"/>
                  </a:lnTo>
                  <a:lnTo>
                    <a:pt x="14119" y="6518"/>
                  </a:lnTo>
                  <a:lnTo>
                    <a:pt x="13910" y="6675"/>
                  </a:lnTo>
                  <a:lnTo>
                    <a:pt x="13545" y="6909"/>
                  </a:lnTo>
                  <a:cubicBezTo>
                    <a:pt x="13284" y="7092"/>
                    <a:pt x="13049" y="7249"/>
                    <a:pt x="12814" y="7431"/>
                  </a:cubicBezTo>
                  <a:cubicBezTo>
                    <a:pt x="12266" y="7823"/>
                    <a:pt x="11822" y="8188"/>
                    <a:pt x="11405" y="8527"/>
                  </a:cubicBezTo>
                  <a:cubicBezTo>
                    <a:pt x="10857" y="8997"/>
                    <a:pt x="10387" y="9415"/>
                    <a:pt x="9969" y="9832"/>
                  </a:cubicBezTo>
                  <a:cubicBezTo>
                    <a:pt x="9761" y="10041"/>
                    <a:pt x="9552" y="10250"/>
                    <a:pt x="9343" y="10485"/>
                  </a:cubicBezTo>
                  <a:lnTo>
                    <a:pt x="9317" y="10537"/>
                  </a:lnTo>
                  <a:lnTo>
                    <a:pt x="9239" y="10589"/>
                  </a:lnTo>
                  <a:lnTo>
                    <a:pt x="9239" y="10615"/>
                  </a:lnTo>
                  <a:lnTo>
                    <a:pt x="9213" y="10641"/>
                  </a:lnTo>
                  <a:lnTo>
                    <a:pt x="9187" y="10667"/>
                  </a:lnTo>
                  <a:lnTo>
                    <a:pt x="8926" y="10954"/>
                  </a:lnTo>
                  <a:cubicBezTo>
                    <a:pt x="8117" y="11868"/>
                    <a:pt x="7386" y="12859"/>
                    <a:pt x="6760" y="13903"/>
                  </a:cubicBezTo>
                  <a:cubicBezTo>
                    <a:pt x="6525" y="14242"/>
                    <a:pt x="6368" y="14529"/>
                    <a:pt x="6238" y="14790"/>
                  </a:cubicBezTo>
                  <a:cubicBezTo>
                    <a:pt x="6160" y="14895"/>
                    <a:pt x="6107" y="15025"/>
                    <a:pt x="6029" y="15130"/>
                  </a:cubicBezTo>
                  <a:cubicBezTo>
                    <a:pt x="6029" y="15156"/>
                    <a:pt x="6029" y="15156"/>
                    <a:pt x="6029" y="15182"/>
                  </a:cubicBezTo>
                  <a:cubicBezTo>
                    <a:pt x="6029" y="15182"/>
                    <a:pt x="6029" y="15208"/>
                    <a:pt x="6029" y="15208"/>
                  </a:cubicBezTo>
                  <a:cubicBezTo>
                    <a:pt x="6029" y="15208"/>
                    <a:pt x="6029" y="15234"/>
                    <a:pt x="6029" y="15234"/>
                  </a:cubicBezTo>
                  <a:lnTo>
                    <a:pt x="5977" y="15338"/>
                  </a:lnTo>
                  <a:cubicBezTo>
                    <a:pt x="5690" y="15912"/>
                    <a:pt x="5455" y="16434"/>
                    <a:pt x="5272" y="16930"/>
                  </a:cubicBezTo>
                  <a:cubicBezTo>
                    <a:pt x="5037" y="17583"/>
                    <a:pt x="4829" y="18157"/>
                    <a:pt x="4672" y="18705"/>
                  </a:cubicBezTo>
                  <a:lnTo>
                    <a:pt x="4672" y="18757"/>
                  </a:lnTo>
                  <a:cubicBezTo>
                    <a:pt x="4646" y="18861"/>
                    <a:pt x="4620" y="18992"/>
                    <a:pt x="4594" y="19096"/>
                  </a:cubicBezTo>
                  <a:cubicBezTo>
                    <a:pt x="4568" y="19122"/>
                    <a:pt x="4568" y="19148"/>
                    <a:pt x="4568" y="19174"/>
                  </a:cubicBezTo>
                  <a:cubicBezTo>
                    <a:pt x="4568" y="19227"/>
                    <a:pt x="4542" y="19253"/>
                    <a:pt x="4542" y="19279"/>
                  </a:cubicBezTo>
                  <a:cubicBezTo>
                    <a:pt x="4489" y="19540"/>
                    <a:pt x="4437" y="19853"/>
                    <a:pt x="4385" y="20166"/>
                  </a:cubicBezTo>
                  <a:cubicBezTo>
                    <a:pt x="4124" y="21627"/>
                    <a:pt x="4072" y="23089"/>
                    <a:pt x="4176" y="24550"/>
                  </a:cubicBezTo>
                  <a:cubicBezTo>
                    <a:pt x="4437" y="27760"/>
                    <a:pt x="5455" y="30839"/>
                    <a:pt x="7151" y="33553"/>
                  </a:cubicBezTo>
                  <a:cubicBezTo>
                    <a:pt x="7170" y="33592"/>
                    <a:pt x="7217" y="33616"/>
                    <a:pt x="7262" y="33616"/>
                  </a:cubicBezTo>
                  <a:cubicBezTo>
                    <a:pt x="7278" y="33616"/>
                    <a:pt x="7294" y="33613"/>
                    <a:pt x="7308" y="33606"/>
                  </a:cubicBezTo>
                  <a:lnTo>
                    <a:pt x="7334" y="33606"/>
                  </a:lnTo>
                  <a:cubicBezTo>
                    <a:pt x="7360" y="33579"/>
                    <a:pt x="7386" y="33553"/>
                    <a:pt x="7386" y="33527"/>
                  </a:cubicBezTo>
                  <a:cubicBezTo>
                    <a:pt x="8378" y="33031"/>
                    <a:pt x="9682" y="32927"/>
                    <a:pt x="10752" y="32823"/>
                  </a:cubicBezTo>
                  <a:cubicBezTo>
                    <a:pt x="11150" y="32789"/>
                    <a:pt x="11549" y="32771"/>
                    <a:pt x="11946" y="32771"/>
                  </a:cubicBezTo>
                  <a:cubicBezTo>
                    <a:pt x="12772" y="32771"/>
                    <a:pt x="13595" y="32847"/>
                    <a:pt x="14406" y="33005"/>
                  </a:cubicBezTo>
                  <a:cubicBezTo>
                    <a:pt x="16232" y="33318"/>
                    <a:pt x="18007" y="34310"/>
                    <a:pt x="19677" y="35015"/>
                  </a:cubicBezTo>
                  <a:cubicBezTo>
                    <a:pt x="21060" y="35641"/>
                    <a:pt x="22469" y="36189"/>
                    <a:pt x="23618" y="37207"/>
                  </a:cubicBezTo>
                  <a:cubicBezTo>
                    <a:pt x="24322" y="37859"/>
                    <a:pt x="25001" y="38564"/>
                    <a:pt x="25575" y="39294"/>
                  </a:cubicBezTo>
                  <a:cubicBezTo>
                    <a:pt x="26045" y="39869"/>
                    <a:pt x="27271" y="41043"/>
                    <a:pt x="26775" y="41800"/>
                  </a:cubicBezTo>
                  <a:cubicBezTo>
                    <a:pt x="26651" y="41654"/>
                    <a:pt x="26476" y="41575"/>
                    <a:pt x="26305" y="41575"/>
                  </a:cubicBezTo>
                  <a:cubicBezTo>
                    <a:pt x="26261" y="41575"/>
                    <a:pt x="26218" y="41580"/>
                    <a:pt x="26175" y="41591"/>
                  </a:cubicBezTo>
                  <a:cubicBezTo>
                    <a:pt x="25757" y="41695"/>
                    <a:pt x="25392" y="41982"/>
                    <a:pt x="25183" y="42348"/>
                  </a:cubicBezTo>
                  <a:cubicBezTo>
                    <a:pt x="25105" y="42504"/>
                    <a:pt x="25105" y="42713"/>
                    <a:pt x="25209" y="42870"/>
                  </a:cubicBezTo>
                  <a:cubicBezTo>
                    <a:pt x="25131" y="42904"/>
                    <a:pt x="25055" y="42920"/>
                    <a:pt x="24982" y="42920"/>
                  </a:cubicBezTo>
                  <a:cubicBezTo>
                    <a:pt x="24447" y="42920"/>
                    <a:pt x="24053" y="42085"/>
                    <a:pt x="23800" y="41695"/>
                  </a:cubicBezTo>
                  <a:cubicBezTo>
                    <a:pt x="23278" y="40886"/>
                    <a:pt x="22678" y="40156"/>
                    <a:pt x="22000" y="39503"/>
                  </a:cubicBezTo>
                  <a:cubicBezTo>
                    <a:pt x="21347" y="38955"/>
                    <a:pt x="20643" y="38512"/>
                    <a:pt x="19886" y="38146"/>
                  </a:cubicBezTo>
                  <a:cubicBezTo>
                    <a:pt x="19051" y="37676"/>
                    <a:pt x="18190" y="37285"/>
                    <a:pt x="17302" y="36920"/>
                  </a:cubicBezTo>
                  <a:cubicBezTo>
                    <a:pt x="15815" y="36319"/>
                    <a:pt x="14301" y="35615"/>
                    <a:pt x="12736" y="35380"/>
                  </a:cubicBezTo>
                  <a:cubicBezTo>
                    <a:pt x="12294" y="35306"/>
                    <a:pt x="11848" y="35270"/>
                    <a:pt x="11402" y="35270"/>
                  </a:cubicBezTo>
                  <a:cubicBezTo>
                    <a:pt x="10269" y="35270"/>
                    <a:pt x="9140" y="35505"/>
                    <a:pt x="8091" y="35954"/>
                  </a:cubicBezTo>
                  <a:cubicBezTo>
                    <a:pt x="5168" y="37337"/>
                    <a:pt x="4046" y="40677"/>
                    <a:pt x="4020" y="43705"/>
                  </a:cubicBezTo>
                  <a:cubicBezTo>
                    <a:pt x="3967" y="45531"/>
                    <a:pt x="4020" y="47358"/>
                    <a:pt x="4202" y="49185"/>
                  </a:cubicBezTo>
                  <a:cubicBezTo>
                    <a:pt x="4281" y="50020"/>
                    <a:pt x="4463" y="50855"/>
                    <a:pt x="4776" y="51664"/>
                  </a:cubicBezTo>
                  <a:cubicBezTo>
                    <a:pt x="5168" y="52499"/>
                    <a:pt x="5638" y="53308"/>
                    <a:pt x="6186" y="54065"/>
                  </a:cubicBezTo>
                  <a:cubicBezTo>
                    <a:pt x="6473" y="54482"/>
                    <a:pt x="6916" y="55004"/>
                    <a:pt x="6499" y="55448"/>
                  </a:cubicBezTo>
                  <a:cubicBezTo>
                    <a:pt x="6394" y="55291"/>
                    <a:pt x="6238" y="55213"/>
                    <a:pt x="6055" y="55213"/>
                  </a:cubicBezTo>
                  <a:cubicBezTo>
                    <a:pt x="5638" y="55265"/>
                    <a:pt x="5272" y="55474"/>
                    <a:pt x="5011" y="55787"/>
                  </a:cubicBezTo>
                  <a:cubicBezTo>
                    <a:pt x="4803" y="55970"/>
                    <a:pt x="4776" y="56283"/>
                    <a:pt x="4933" y="56492"/>
                  </a:cubicBezTo>
                  <a:cubicBezTo>
                    <a:pt x="4869" y="56509"/>
                    <a:pt x="4807" y="56517"/>
                    <a:pt x="4746" y="56517"/>
                  </a:cubicBezTo>
                  <a:cubicBezTo>
                    <a:pt x="3968" y="56517"/>
                    <a:pt x="3471" y="55194"/>
                    <a:pt x="3132" y="54613"/>
                  </a:cubicBezTo>
                  <a:cubicBezTo>
                    <a:pt x="2689" y="53778"/>
                    <a:pt x="2297" y="52943"/>
                    <a:pt x="1932" y="52055"/>
                  </a:cubicBezTo>
                  <a:cubicBezTo>
                    <a:pt x="1332" y="50516"/>
                    <a:pt x="1358" y="48819"/>
                    <a:pt x="1332" y="47175"/>
                  </a:cubicBezTo>
                  <a:cubicBezTo>
                    <a:pt x="1280" y="45375"/>
                    <a:pt x="1097" y="43470"/>
                    <a:pt x="1436" y="41669"/>
                  </a:cubicBezTo>
                  <a:cubicBezTo>
                    <a:pt x="1697" y="40521"/>
                    <a:pt x="2089" y="39399"/>
                    <a:pt x="2610" y="38355"/>
                  </a:cubicBezTo>
                  <a:cubicBezTo>
                    <a:pt x="2871" y="37833"/>
                    <a:pt x="3185" y="37337"/>
                    <a:pt x="3498" y="36841"/>
                  </a:cubicBezTo>
                  <a:cubicBezTo>
                    <a:pt x="3785" y="36267"/>
                    <a:pt x="4176" y="35771"/>
                    <a:pt x="4646" y="35328"/>
                  </a:cubicBezTo>
                  <a:lnTo>
                    <a:pt x="4646" y="35302"/>
                  </a:lnTo>
                  <a:cubicBezTo>
                    <a:pt x="4646" y="35302"/>
                    <a:pt x="4646" y="35276"/>
                    <a:pt x="4646" y="35276"/>
                  </a:cubicBezTo>
                  <a:cubicBezTo>
                    <a:pt x="4646" y="35276"/>
                    <a:pt x="4646" y="35250"/>
                    <a:pt x="4646" y="35250"/>
                  </a:cubicBezTo>
                  <a:lnTo>
                    <a:pt x="4646" y="35223"/>
                  </a:lnTo>
                  <a:cubicBezTo>
                    <a:pt x="4646" y="35197"/>
                    <a:pt x="4646" y="35171"/>
                    <a:pt x="4620" y="35171"/>
                  </a:cubicBezTo>
                  <a:cubicBezTo>
                    <a:pt x="1227" y="29822"/>
                    <a:pt x="262" y="23141"/>
                    <a:pt x="2036" y="17296"/>
                  </a:cubicBezTo>
                  <a:cubicBezTo>
                    <a:pt x="3367" y="12938"/>
                    <a:pt x="6290" y="8867"/>
                    <a:pt x="10204" y="5787"/>
                  </a:cubicBezTo>
                  <a:cubicBezTo>
                    <a:pt x="14432" y="2473"/>
                    <a:pt x="19260" y="542"/>
                    <a:pt x="23826" y="333"/>
                  </a:cubicBezTo>
                  <a:cubicBezTo>
                    <a:pt x="24120" y="320"/>
                    <a:pt x="24414" y="314"/>
                    <a:pt x="24707" y="314"/>
                  </a:cubicBezTo>
                  <a:close/>
                  <a:moveTo>
                    <a:pt x="43381" y="67130"/>
                  </a:moveTo>
                  <a:cubicBezTo>
                    <a:pt x="43961" y="67130"/>
                    <a:pt x="44578" y="67343"/>
                    <a:pt x="45094" y="67687"/>
                  </a:cubicBezTo>
                  <a:cubicBezTo>
                    <a:pt x="45747" y="68052"/>
                    <a:pt x="46138" y="68731"/>
                    <a:pt x="46191" y="69461"/>
                  </a:cubicBezTo>
                  <a:cubicBezTo>
                    <a:pt x="46191" y="70088"/>
                    <a:pt x="45773" y="70636"/>
                    <a:pt x="45382" y="71053"/>
                  </a:cubicBezTo>
                  <a:cubicBezTo>
                    <a:pt x="45016" y="71392"/>
                    <a:pt x="44651" y="71679"/>
                    <a:pt x="44259" y="71940"/>
                  </a:cubicBezTo>
                  <a:cubicBezTo>
                    <a:pt x="43836" y="72246"/>
                    <a:pt x="43180" y="72742"/>
                    <a:pt x="42615" y="72742"/>
                  </a:cubicBezTo>
                  <a:cubicBezTo>
                    <a:pt x="42553" y="72742"/>
                    <a:pt x="42492" y="72736"/>
                    <a:pt x="42433" y="72723"/>
                  </a:cubicBezTo>
                  <a:cubicBezTo>
                    <a:pt x="42459" y="72619"/>
                    <a:pt x="42459" y="72488"/>
                    <a:pt x="42433" y="72384"/>
                  </a:cubicBezTo>
                  <a:cubicBezTo>
                    <a:pt x="42354" y="72201"/>
                    <a:pt x="42224" y="72045"/>
                    <a:pt x="42067" y="71940"/>
                  </a:cubicBezTo>
                  <a:cubicBezTo>
                    <a:pt x="41916" y="71839"/>
                    <a:pt x="41742" y="71782"/>
                    <a:pt x="41575" y="71782"/>
                  </a:cubicBezTo>
                  <a:cubicBezTo>
                    <a:pt x="41484" y="71782"/>
                    <a:pt x="41394" y="71799"/>
                    <a:pt x="41311" y="71836"/>
                  </a:cubicBezTo>
                  <a:cubicBezTo>
                    <a:pt x="40789" y="70923"/>
                    <a:pt x="41284" y="69252"/>
                    <a:pt x="41624" y="68339"/>
                  </a:cubicBezTo>
                  <a:cubicBezTo>
                    <a:pt x="41960" y="67476"/>
                    <a:pt x="42641" y="67130"/>
                    <a:pt x="43381" y="67130"/>
                  </a:cubicBezTo>
                  <a:close/>
                  <a:moveTo>
                    <a:pt x="26217" y="41835"/>
                  </a:moveTo>
                  <a:cubicBezTo>
                    <a:pt x="26722" y="41835"/>
                    <a:pt x="27064" y="42657"/>
                    <a:pt x="27349" y="43052"/>
                  </a:cubicBezTo>
                  <a:cubicBezTo>
                    <a:pt x="27871" y="43757"/>
                    <a:pt x="28341" y="44461"/>
                    <a:pt x="28837" y="45166"/>
                  </a:cubicBezTo>
                  <a:cubicBezTo>
                    <a:pt x="29750" y="46471"/>
                    <a:pt x="30611" y="47802"/>
                    <a:pt x="31472" y="49159"/>
                  </a:cubicBezTo>
                  <a:cubicBezTo>
                    <a:pt x="33247" y="51925"/>
                    <a:pt x="34865" y="54795"/>
                    <a:pt x="36326" y="57744"/>
                  </a:cubicBezTo>
                  <a:cubicBezTo>
                    <a:pt x="38858" y="62963"/>
                    <a:pt x="41232" y="69540"/>
                    <a:pt x="38988" y="75255"/>
                  </a:cubicBezTo>
                  <a:cubicBezTo>
                    <a:pt x="38179" y="76220"/>
                    <a:pt x="37214" y="77029"/>
                    <a:pt x="36144" y="77681"/>
                  </a:cubicBezTo>
                  <a:cubicBezTo>
                    <a:pt x="38075" y="75542"/>
                    <a:pt x="39014" y="72723"/>
                    <a:pt x="38753" y="69853"/>
                  </a:cubicBezTo>
                  <a:cubicBezTo>
                    <a:pt x="38440" y="66747"/>
                    <a:pt x="37448" y="63694"/>
                    <a:pt x="36274" y="60824"/>
                  </a:cubicBezTo>
                  <a:cubicBezTo>
                    <a:pt x="34813" y="57327"/>
                    <a:pt x="32882" y="54039"/>
                    <a:pt x="30924" y="50803"/>
                  </a:cubicBezTo>
                  <a:cubicBezTo>
                    <a:pt x="30037" y="49394"/>
                    <a:pt x="29150" y="48010"/>
                    <a:pt x="28210" y="46627"/>
                  </a:cubicBezTo>
                  <a:cubicBezTo>
                    <a:pt x="27715" y="45897"/>
                    <a:pt x="27193" y="45166"/>
                    <a:pt x="26671" y="44409"/>
                  </a:cubicBezTo>
                  <a:lnTo>
                    <a:pt x="25836" y="43235"/>
                  </a:lnTo>
                  <a:cubicBezTo>
                    <a:pt x="25705" y="43052"/>
                    <a:pt x="25288" y="42609"/>
                    <a:pt x="25418" y="42374"/>
                  </a:cubicBezTo>
                  <a:cubicBezTo>
                    <a:pt x="25549" y="42191"/>
                    <a:pt x="25705" y="42034"/>
                    <a:pt x="25914" y="41930"/>
                  </a:cubicBezTo>
                  <a:cubicBezTo>
                    <a:pt x="26021" y="41864"/>
                    <a:pt x="26122" y="41835"/>
                    <a:pt x="26217" y="41835"/>
                  </a:cubicBezTo>
                  <a:close/>
                  <a:moveTo>
                    <a:pt x="11517" y="35532"/>
                  </a:moveTo>
                  <a:cubicBezTo>
                    <a:pt x="11635" y="35532"/>
                    <a:pt x="11755" y="35533"/>
                    <a:pt x="11874" y="35537"/>
                  </a:cubicBezTo>
                  <a:cubicBezTo>
                    <a:pt x="13623" y="35563"/>
                    <a:pt x="15163" y="36372"/>
                    <a:pt x="16754" y="36946"/>
                  </a:cubicBezTo>
                  <a:cubicBezTo>
                    <a:pt x="17720" y="37311"/>
                    <a:pt x="18633" y="37729"/>
                    <a:pt x="19521" y="38198"/>
                  </a:cubicBezTo>
                  <a:cubicBezTo>
                    <a:pt x="20460" y="38642"/>
                    <a:pt x="21347" y="39216"/>
                    <a:pt x="22130" y="39921"/>
                  </a:cubicBezTo>
                  <a:cubicBezTo>
                    <a:pt x="22704" y="40547"/>
                    <a:pt x="23252" y="41252"/>
                    <a:pt x="23722" y="41982"/>
                  </a:cubicBezTo>
                  <a:cubicBezTo>
                    <a:pt x="23957" y="42348"/>
                    <a:pt x="24218" y="42922"/>
                    <a:pt x="24661" y="43078"/>
                  </a:cubicBezTo>
                  <a:cubicBezTo>
                    <a:pt x="24764" y="43124"/>
                    <a:pt x="24872" y="43145"/>
                    <a:pt x="24979" y="43145"/>
                  </a:cubicBezTo>
                  <a:cubicBezTo>
                    <a:pt x="25115" y="43145"/>
                    <a:pt x="25249" y="43111"/>
                    <a:pt x="25366" y="43052"/>
                  </a:cubicBezTo>
                  <a:cubicBezTo>
                    <a:pt x="25470" y="43183"/>
                    <a:pt x="25575" y="43287"/>
                    <a:pt x="25653" y="43391"/>
                  </a:cubicBezTo>
                  <a:cubicBezTo>
                    <a:pt x="26201" y="44174"/>
                    <a:pt x="26749" y="44931"/>
                    <a:pt x="27271" y="45714"/>
                  </a:cubicBezTo>
                  <a:cubicBezTo>
                    <a:pt x="28263" y="47149"/>
                    <a:pt x="29228" y="48585"/>
                    <a:pt x="30142" y="50046"/>
                  </a:cubicBezTo>
                  <a:cubicBezTo>
                    <a:pt x="32099" y="53073"/>
                    <a:pt x="33873" y="56205"/>
                    <a:pt x="35413" y="59467"/>
                  </a:cubicBezTo>
                  <a:cubicBezTo>
                    <a:pt x="36796" y="62389"/>
                    <a:pt x="37788" y="65521"/>
                    <a:pt x="38336" y="68731"/>
                  </a:cubicBezTo>
                  <a:cubicBezTo>
                    <a:pt x="38884" y="72227"/>
                    <a:pt x="38023" y="75620"/>
                    <a:pt x="35387" y="78099"/>
                  </a:cubicBezTo>
                  <a:cubicBezTo>
                    <a:pt x="34042" y="78764"/>
                    <a:pt x="32575" y="79096"/>
                    <a:pt x="31102" y="79096"/>
                  </a:cubicBezTo>
                  <a:cubicBezTo>
                    <a:pt x="30031" y="79096"/>
                    <a:pt x="28956" y="78920"/>
                    <a:pt x="27923" y="78569"/>
                  </a:cubicBezTo>
                  <a:cubicBezTo>
                    <a:pt x="26566" y="78125"/>
                    <a:pt x="25288" y="77290"/>
                    <a:pt x="24113" y="76481"/>
                  </a:cubicBezTo>
                  <a:cubicBezTo>
                    <a:pt x="18320" y="72514"/>
                    <a:pt x="13962" y="66617"/>
                    <a:pt x="10022" y="60902"/>
                  </a:cubicBezTo>
                  <a:cubicBezTo>
                    <a:pt x="8926" y="59284"/>
                    <a:pt x="7882" y="57666"/>
                    <a:pt x="6838" y="56022"/>
                  </a:cubicBezTo>
                  <a:cubicBezTo>
                    <a:pt x="6786" y="55917"/>
                    <a:pt x="6708" y="55761"/>
                    <a:pt x="6629" y="55604"/>
                  </a:cubicBezTo>
                  <a:cubicBezTo>
                    <a:pt x="7386" y="54952"/>
                    <a:pt x="6420" y="53908"/>
                    <a:pt x="6003" y="53282"/>
                  </a:cubicBezTo>
                  <a:cubicBezTo>
                    <a:pt x="5403" y="52421"/>
                    <a:pt x="4933" y="51481"/>
                    <a:pt x="4646" y="50463"/>
                  </a:cubicBezTo>
                  <a:cubicBezTo>
                    <a:pt x="4437" y="49472"/>
                    <a:pt x="4333" y="48480"/>
                    <a:pt x="4281" y="47462"/>
                  </a:cubicBezTo>
                  <a:cubicBezTo>
                    <a:pt x="4202" y="46471"/>
                    <a:pt x="4255" y="45479"/>
                    <a:pt x="4281" y="44487"/>
                  </a:cubicBezTo>
                  <a:cubicBezTo>
                    <a:pt x="4281" y="43652"/>
                    <a:pt x="4281" y="42843"/>
                    <a:pt x="4359" y="42008"/>
                  </a:cubicBezTo>
                  <a:cubicBezTo>
                    <a:pt x="4568" y="40156"/>
                    <a:pt x="5429" y="38433"/>
                    <a:pt x="6760" y="37128"/>
                  </a:cubicBezTo>
                  <a:cubicBezTo>
                    <a:pt x="8104" y="35907"/>
                    <a:pt x="9768" y="35532"/>
                    <a:pt x="11517" y="35532"/>
                  </a:cubicBezTo>
                  <a:close/>
                  <a:moveTo>
                    <a:pt x="6035" y="55443"/>
                  </a:moveTo>
                  <a:cubicBezTo>
                    <a:pt x="6114" y="55443"/>
                    <a:pt x="6225" y="55520"/>
                    <a:pt x="6316" y="55657"/>
                  </a:cubicBezTo>
                  <a:cubicBezTo>
                    <a:pt x="6342" y="55683"/>
                    <a:pt x="6342" y="55683"/>
                    <a:pt x="6368" y="55709"/>
                  </a:cubicBezTo>
                  <a:cubicBezTo>
                    <a:pt x="6603" y="56048"/>
                    <a:pt x="6838" y="56387"/>
                    <a:pt x="7021" y="56779"/>
                  </a:cubicBezTo>
                  <a:lnTo>
                    <a:pt x="7673" y="57796"/>
                  </a:lnTo>
                  <a:cubicBezTo>
                    <a:pt x="8195" y="58605"/>
                    <a:pt x="8717" y="59414"/>
                    <a:pt x="9239" y="60197"/>
                  </a:cubicBezTo>
                  <a:cubicBezTo>
                    <a:pt x="10204" y="61606"/>
                    <a:pt x="11170" y="62989"/>
                    <a:pt x="12188" y="64373"/>
                  </a:cubicBezTo>
                  <a:cubicBezTo>
                    <a:pt x="16102" y="69670"/>
                    <a:pt x="20538" y="75124"/>
                    <a:pt x="26514" y="78229"/>
                  </a:cubicBezTo>
                  <a:cubicBezTo>
                    <a:pt x="27969" y="78979"/>
                    <a:pt x="29565" y="79356"/>
                    <a:pt x="31161" y="79356"/>
                  </a:cubicBezTo>
                  <a:cubicBezTo>
                    <a:pt x="32400" y="79356"/>
                    <a:pt x="33639" y="79129"/>
                    <a:pt x="34813" y="78673"/>
                  </a:cubicBezTo>
                  <a:cubicBezTo>
                    <a:pt x="36509" y="77995"/>
                    <a:pt x="37996" y="76899"/>
                    <a:pt x="39145" y="75516"/>
                  </a:cubicBezTo>
                  <a:cubicBezTo>
                    <a:pt x="39171" y="75489"/>
                    <a:pt x="39197" y="75463"/>
                    <a:pt x="39197" y="75437"/>
                  </a:cubicBezTo>
                  <a:lnTo>
                    <a:pt x="39197" y="75411"/>
                  </a:lnTo>
                  <a:cubicBezTo>
                    <a:pt x="40032" y="74419"/>
                    <a:pt x="40736" y="73323"/>
                    <a:pt x="41311" y="72175"/>
                  </a:cubicBezTo>
                  <a:cubicBezTo>
                    <a:pt x="41371" y="72066"/>
                    <a:pt x="41466" y="72024"/>
                    <a:pt x="41571" y="72024"/>
                  </a:cubicBezTo>
                  <a:cubicBezTo>
                    <a:pt x="41691" y="72024"/>
                    <a:pt x="41825" y="72079"/>
                    <a:pt x="41937" y="72149"/>
                  </a:cubicBezTo>
                  <a:cubicBezTo>
                    <a:pt x="42041" y="72227"/>
                    <a:pt x="42120" y="72306"/>
                    <a:pt x="42172" y="72436"/>
                  </a:cubicBezTo>
                  <a:cubicBezTo>
                    <a:pt x="42250" y="72593"/>
                    <a:pt x="42146" y="72749"/>
                    <a:pt x="42067" y="72880"/>
                  </a:cubicBezTo>
                  <a:cubicBezTo>
                    <a:pt x="40449" y="76011"/>
                    <a:pt x="38049" y="78751"/>
                    <a:pt x="34630" y="79900"/>
                  </a:cubicBezTo>
                  <a:cubicBezTo>
                    <a:pt x="33547" y="80269"/>
                    <a:pt x="32438" y="80436"/>
                    <a:pt x="31330" y="80436"/>
                  </a:cubicBezTo>
                  <a:cubicBezTo>
                    <a:pt x="28993" y="80436"/>
                    <a:pt x="26663" y="79693"/>
                    <a:pt x="24609" y="78543"/>
                  </a:cubicBezTo>
                  <a:lnTo>
                    <a:pt x="24635" y="78543"/>
                  </a:lnTo>
                  <a:cubicBezTo>
                    <a:pt x="18633" y="75176"/>
                    <a:pt x="14223" y="69487"/>
                    <a:pt x="10257" y="63981"/>
                  </a:cubicBezTo>
                  <a:cubicBezTo>
                    <a:pt x="9239" y="62598"/>
                    <a:pt x="8273" y="61215"/>
                    <a:pt x="7334" y="59780"/>
                  </a:cubicBezTo>
                  <a:cubicBezTo>
                    <a:pt x="6786" y="58945"/>
                    <a:pt x="6264" y="58110"/>
                    <a:pt x="5742" y="57274"/>
                  </a:cubicBezTo>
                  <a:cubicBezTo>
                    <a:pt x="5585" y="57014"/>
                    <a:pt x="4933" y="56309"/>
                    <a:pt x="5142" y="55970"/>
                  </a:cubicBezTo>
                  <a:cubicBezTo>
                    <a:pt x="5351" y="55709"/>
                    <a:pt x="5664" y="55500"/>
                    <a:pt x="6003" y="55448"/>
                  </a:cubicBezTo>
                  <a:cubicBezTo>
                    <a:pt x="6013" y="55444"/>
                    <a:pt x="6024" y="55443"/>
                    <a:pt x="6035" y="55443"/>
                  </a:cubicBezTo>
                  <a:close/>
                  <a:moveTo>
                    <a:pt x="35230" y="79978"/>
                  </a:moveTo>
                  <a:lnTo>
                    <a:pt x="35230" y="79978"/>
                  </a:lnTo>
                  <a:cubicBezTo>
                    <a:pt x="33064" y="81465"/>
                    <a:pt x="30507" y="82144"/>
                    <a:pt x="27923" y="82405"/>
                  </a:cubicBezTo>
                  <a:cubicBezTo>
                    <a:pt x="27881" y="82412"/>
                    <a:pt x="27840" y="82415"/>
                    <a:pt x="27798" y="82415"/>
                  </a:cubicBezTo>
                  <a:cubicBezTo>
                    <a:pt x="27685" y="82415"/>
                    <a:pt x="27575" y="82391"/>
                    <a:pt x="27480" y="82353"/>
                  </a:cubicBezTo>
                  <a:cubicBezTo>
                    <a:pt x="27375" y="82248"/>
                    <a:pt x="27323" y="82118"/>
                    <a:pt x="27297" y="81987"/>
                  </a:cubicBezTo>
                  <a:cubicBezTo>
                    <a:pt x="27245" y="81779"/>
                    <a:pt x="27297" y="81439"/>
                    <a:pt x="27558" y="81413"/>
                  </a:cubicBezTo>
                  <a:cubicBezTo>
                    <a:pt x="28889" y="81335"/>
                    <a:pt x="30194" y="81074"/>
                    <a:pt x="31446" y="80682"/>
                  </a:cubicBezTo>
                  <a:cubicBezTo>
                    <a:pt x="32334" y="80682"/>
                    <a:pt x="33195" y="80552"/>
                    <a:pt x="34056" y="80343"/>
                  </a:cubicBezTo>
                  <a:cubicBezTo>
                    <a:pt x="34447" y="80265"/>
                    <a:pt x="34839" y="80134"/>
                    <a:pt x="35230" y="79978"/>
                  </a:cubicBezTo>
                  <a:close/>
                  <a:moveTo>
                    <a:pt x="23992" y="80255"/>
                  </a:moveTo>
                  <a:cubicBezTo>
                    <a:pt x="24407" y="80255"/>
                    <a:pt x="24821" y="80313"/>
                    <a:pt x="25236" y="80422"/>
                  </a:cubicBezTo>
                  <a:cubicBezTo>
                    <a:pt x="25966" y="80578"/>
                    <a:pt x="26775" y="80682"/>
                    <a:pt x="27245" y="81283"/>
                  </a:cubicBezTo>
                  <a:cubicBezTo>
                    <a:pt x="26932" y="81648"/>
                    <a:pt x="26958" y="82196"/>
                    <a:pt x="27297" y="82535"/>
                  </a:cubicBezTo>
                  <a:cubicBezTo>
                    <a:pt x="27402" y="82614"/>
                    <a:pt x="27506" y="82666"/>
                    <a:pt x="27636" y="82666"/>
                  </a:cubicBezTo>
                  <a:cubicBezTo>
                    <a:pt x="27506" y="83240"/>
                    <a:pt x="26827" y="83631"/>
                    <a:pt x="26410" y="83918"/>
                  </a:cubicBezTo>
                  <a:cubicBezTo>
                    <a:pt x="25966" y="84258"/>
                    <a:pt x="25497" y="84519"/>
                    <a:pt x="25001" y="84753"/>
                  </a:cubicBezTo>
                  <a:cubicBezTo>
                    <a:pt x="24628" y="84918"/>
                    <a:pt x="24264" y="84998"/>
                    <a:pt x="23923" y="84998"/>
                  </a:cubicBezTo>
                  <a:cubicBezTo>
                    <a:pt x="23021" y="84998"/>
                    <a:pt x="22284" y="84438"/>
                    <a:pt x="22000" y="83396"/>
                  </a:cubicBezTo>
                  <a:cubicBezTo>
                    <a:pt x="21634" y="82170"/>
                    <a:pt x="22026" y="80552"/>
                    <a:pt x="23435" y="80291"/>
                  </a:cubicBezTo>
                  <a:cubicBezTo>
                    <a:pt x="23621" y="80267"/>
                    <a:pt x="23807" y="80255"/>
                    <a:pt x="23992" y="80255"/>
                  </a:cubicBezTo>
                  <a:close/>
                  <a:moveTo>
                    <a:pt x="24721" y="1"/>
                  </a:moveTo>
                  <a:cubicBezTo>
                    <a:pt x="24423" y="1"/>
                    <a:pt x="24125" y="7"/>
                    <a:pt x="23826" y="20"/>
                  </a:cubicBezTo>
                  <a:cubicBezTo>
                    <a:pt x="19207" y="229"/>
                    <a:pt x="14328" y="2186"/>
                    <a:pt x="10048" y="5526"/>
                  </a:cubicBezTo>
                  <a:cubicBezTo>
                    <a:pt x="6081" y="8632"/>
                    <a:pt x="3132" y="12781"/>
                    <a:pt x="1802" y="17165"/>
                  </a:cubicBezTo>
                  <a:cubicBezTo>
                    <a:pt x="1" y="23037"/>
                    <a:pt x="940" y="29769"/>
                    <a:pt x="4359" y="35171"/>
                  </a:cubicBezTo>
                  <a:cubicBezTo>
                    <a:pt x="3524" y="35902"/>
                    <a:pt x="2976" y="37050"/>
                    <a:pt x="2454" y="37990"/>
                  </a:cubicBezTo>
                  <a:cubicBezTo>
                    <a:pt x="1906" y="39060"/>
                    <a:pt x="1462" y="40208"/>
                    <a:pt x="1201" y="41382"/>
                  </a:cubicBezTo>
                  <a:cubicBezTo>
                    <a:pt x="758" y="43470"/>
                    <a:pt x="993" y="45740"/>
                    <a:pt x="1045" y="47828"/>
                  </a:cubicBezTo>
                  <a:cubicBezTo>
                    <a:pt x="1071" y="48637"/>
                    <a:pt x="1097" y="49472"/>
                    <a:pt x="1201" y="50255"/>
                  </a:cubicBezTo>
                  <a:cubicBezTo>
                    <a:pt x="1332" y="51220"/>
                    <a:pt x="1619" y="52160"/>
                    <a:pt x="2062" y="53047"/>
                  </a:cubicBezTo>
                  <a:cubicBezTo>
                    <a:pt x="2480" y="53986"/>
                    <a:pt x="2950" y="54900"/>
                    <a:pt x="3524" y="55787"/>
                  </a:cubicBezTo>
                  <a:cubicBezTo>
                    <a:pt x="3872" y="56309"/>
                    <a:pt x="4129" y="56758"/>
                    <a:pt x="4687" y="56758"/>
                  </a:cubicBezTo>
                  <a:cubicBezTo>
                    <a:pt x="4800" y="56758"/>
                    <a:pt x="4924" y="56740"/>
                    <a:pt x="5063" y="56700"/>
                  </a:cubicBezTo>
                  <a:lnTo>
                    <a:pt x="5090" y="56753"/>
                  </a:lnTo>
                  <a:cubicBezTo>
                    <a:pt x="5611" y="57588"/>
                    <a:pt x="6107" y="58397"/>
                    <a:pt x="6629" y="59206"/>
                  </a:cubicBezTo>
                  <a:cubicBezTo>
                    <a:pt x="7569" y="60667"/>
                    <a:pt x="8560" y="62102"/>
                    <a:pt x="9578" y="63511"/>
                  </a:cubicBezTo>
                  <a:cubicBezTo>
                    <a:pt x="13492" y="69044"/>
                    <a:pt x="17824" y="74602"/>
                    <a:pt x="23644" y="78256"/>
                  </a:cubicBezTo>
                  <a:cubicBezTo>
                    <a:pt x="25705" y="79613"/>
                    <a:pt x="28106" y="80448"/>
                    <a:pt x="30585" y="80656"/>
                  </a:cubicBezTo>
                  <a:cubicBezTo>
                    <a:pt x="29567" y="80917"/>
                    <a:pt x="28550" y="81074"/>
                    <a:pt x="27506" y="81152"/>
                  </a:cubicBezTo>
                  <a:lnTo>
                    <a:pt x="27454" y="81152"/>
                  </a:lnTo>
                  <a:lnTo>
                    <a:pt x="27454" y="81126"/>
                  </a:lnTo>
                  <a:cubicBezTo>
                    <a:pt x="26984" y="80474"/>
                    <a:pt x="26358" y="80395"/>
                    <a:pt x="25627" y="80239"/>
                  </a:cubicBezTo>
                  <a:cubicBezTo>
                    <a:pt x="25098" y="80080"/>
                    <a:pt x="24558" y="80005"/>
                    <a:pt x="24013" y="80005"/>
                  </a:cubicBezTo>
                  <a:cubicBezTo>
                    <a:pt x="23751" y="80005"/>
                    <a:pt x="23489" y="80022"/>
                    <a:pt x="23226" y="80056"/>
                  </a:cubicBezTo>
                  <a:cubicBezTo>
                    <a:pt x="21739" y="80343"/>
                    <a:pt x="21452" y="82196"/>
                    <a:pt x="21739" y="83423"/>
                  </a:cubicBezTo>
                  <a:cubicBezTo>
                    <a:pt x="21993" y="84526"/>
                    <a:pt x="22852" y="85267"/>
                    <a:pt x="23893" y="85267"/>
                  </a:cubicBezTo>
                  <a:cubicBezTo>
                    <a:pt x="24133" y="85267"/>
                    <a:pt x="24382" y="85228"/>
                    <a:pt x="24635" y="85145"/>
                  </a:cubicBezTo>
                  <a:cubicBezTo>
                    <a:pt x="25340" y="84910"/>
                    <a:pt x="25992" y="84571"/>
                    <a:pt x="26593" y="84127"/>
                  </a:cubicBezTo>
                  <a:cubicBezTo>
                    <a:pt x="27088" y="83762"/>
                    <a:pt x="27819" y="83318"/>
                    <a:pt x="27897" y="82640"/>
                  </a:cubicBezTo>
                  <a:lnTo>
                    <a:pt x="27976" y="82640"/>
                  </a:lnTo>
                  <a:cubicBezTo>
                    <a:pt x="30951" y="82379"/>
                    <a:pt x="33873" y="81491"/>
                    <a:pt x="36222" y="79534"/>
                  </a:cubicBezTo>
                  <a:cubicBezTo>
                    <a:pt x="36222" y="79534"/>
                    <a:pt x="36222" y="79508"/>
                    <a:pt x="36222" y="79508"/>
                  </a:cubicBezTo>
                  <a:cubicBezTo>
                    <a:pt x="38910" y="78125"/>
                    <a:pt x="40893" y="75698"/>
                    <a:pt x="42302" y="73036"/>
                  </a:cubicBezTo>
                  <a:lnTo>
                    <a:pt x="42302" y="73010"/>
                  </a:lnTo>
                  <a:cubicBezTo>
                    <a:pt x="42302" y="73010"/>
                    <a:pt x="42302" y="72984"/>
                    <a:pt x="42328" y="72958"/>
                  </a:cubicBezTo>
                  <a:cubicBezTo>
                    <a:pt x="42426" y="72988"/>
                    <a:pt x="42523" y="73001"/>
                    <a:pt x="42620" y="73001"/>
                  </a:cubicBezTo>
                  <a:cubicBezTo>
                    <a:pt x="43120" y="73001"/>
                    <a:pt x="43605" y="72651"/>
                    <a:pt x="43998" y="72410"/>
                  </a:cubicBezTo>
                  <a:cubicBezTo>
                    <a:pt x="44651" y="72045"/>
                    <a:pt x="45225" y="71575"/>
                    <a:pt x="45747" y="71053"/>
                  </a:cubicBezTo>
                  <a:cubicBezTo>
                    <a:pt x="46765" y="69905"/>
                    <a:pt x="46556" y="68522"/>
                    <a:pt x="45408" y="67582"/>
                  </a:cubicBezTo>
                  <a:cubicBezTo>
                    <a:pt x="44849" y="67133"/>
                    <a:pt x="44099" y="66847"/>
                    <a:pt x="43383" y="66847"/>
                  </a:cubicBezTo>
                  <a:cubicBezTo>
                    <a:pt x="42727" y="66847"/>
                    <a:pt x="42100" y="67087"/>
                    <a:pt x="41676" y="67661"/>
                  </a:cubicBezTo>
                  <a:cubicBezTo>
                    <a:pt x="41258" y="68261"/>
                    <a:pt x="41102" y="69044"/>
                    <a:pt x="40971" y="69748"/>
                  </a:cubicBezTo>
                  <a:cubicBezTo>
                    <a:pt x="40841" y="70531"/>
                    <a:pt x="40632" y="71262"/>
                    <a:pt x="41076" y="71993"/>
                  </a:cubicBezTo>
                  <a:lnTo>
                    <a:pt x="41102" y="71993"/>
                  </a:lnTo>
                  <a:cubicBezTo>
                    <a:pt x="41076" y="72019"/>
                    <a:pt x="41076" y="72019"/>
                    <a:pt x="41076" y="72045"/>
                  </a:cubicBezTo>
                  <a:lnTo>
                    <a:pt x="41076" y="72071"/>
                  </a:lnTo>
                  <a:cubicBezTo>
                    <a:pt x="40632" y="72958"/>
                    <a:pt x="40084" y="73819"/>
                    <a:pt x="39484" y="74602"/>
                  </a:cubicBezTo>
                  <a:cubicBezTo>
                    <a:pt x="40423" y="71758"/>
                    <a:pt x="40241" y="68809"/>
                    <a:pt x="39588" y="65886"/>
                  </a:cubicBezTo>
                  <a:cubicBezTo>
                    <a:pt x="38805" y="62468"/>
                    <a:pt x="37422" y="59206"/>
                    <a:pt x="35830" y="56126"/>
                  </a:cubicBezTo>
                  <a:cubicBezTo>
                    <a:pt x="34186" y="52969"/>
                    <a:pt x="32360" y="49915"/>
                    <a:pt x="30350" y="46941"/>
                  </a:cubicBezTo>
                  <a:cubicBezTo>
                    <a:pt x="29333" y="45375"/>
                    <a:pt x="28237" y="43835"/>
                    <a:pt x="27114" y="42295"/>
                  </a:cubicBezTo>
                  <a:cubicBezTo>
                    <a:pt x="27062" y="42191"/>
                    <a:pt x="26984" y="42087"/>
                    <a:pt x="26932" y="41982"/>
                  </a:cubicBezTo>
                  <a:cubicBezTo>
                    <a:pt x="27454" y="41330"/>
                    <a:pt x="27036" y="40834"/>
                    <a:pt x="26645" y="40234"/>
                  </a:cubicBezTo>
                  <a:cubicBezTo>
                    <a:pt x="26045" y="39399"/>
                    <a:pt x="25392" y="38616"/>
                    <a:pt x="24688" y="37885"/>
                  </a:cubicBezTo>
                  <a:cubicBezTo>
                    <a:pt x="24061" y="37207"/>
                    <a:pt x="23357" y="36607"/>
                    <a:pt x="22600" y="36111"/>
                  </a:cubicBezTo>
                  <a:cubicBezTo>
                    <a:pt x="21869" y="35693"/>
                    <a:pt x="21139" y="35354"/>
                    <a:pt x="20382" y="35041"/>
                  </a:cubicBezTo>
                  <a:cubicBezTo>
                    <a:pt x="19468" y="34623"/>
                    <a:pt x="18503" y="34232"/>
                    <a:pt x="17563" y="33814"/>
                  </a:cubicBezTo>
                  <a:cubicBezTo>
                    <a:pt x="16702" y="33397"/>
                    <a:pt x="15789" y="33057"/>
                    <a:pt x="14849" y="32797"/>
                  </a:cubicBezTo>
                  <a:cubicBezTo>
                    <a:pt x="13890" y="32592"/>
                    <a:pt x="12930" y="32484"/>
                    <a:pt x="11958" y="32484"/>
                  </a:cubicBezTo>
                  <a:cubicBezTo>
                    <a:pt x="11688" y="32484"/>
                    <a:pt x="11416" y="32492"/>
                    <a:pt x="11144" y="32509"/>
                  </a:cubicBezTo>
                  <a:cubicBezTo>
                    <a:pt x="10413" y="32562"/>
                    <a:pt x="9709" y="32640"/>
                    <a:pt x="9004" y="32770"/>
                  </a:cubicBezTo>
                  <a:cubicBezTo>
                    <a:pt x="8404" y="32849"/>
                    <a:pt x="7804" y="33005"/>
                    <a:pt x="7256" y="33240"/>
                  </a:cubicBezTo>
                  <a:cubicBezTo>
                    <a:pt x="5611" y="30604"/>
                    <a:pt x="4646" y="27603"/>
                    <a:pt x="4411" y="24524"/>
                  </a:cubicBezTo>
                  <a:cubicBezTo>
                    <a:pt x="4307" y="23063"/>
                    <a:pt x="4359" y="21627"/>
                    <a:pt x="4594" y="20192"/>
                  </a:cubicBezTo>
                  <a:cubicBezTo>
                    <a:pt x="4646" y="19853"/>
                    <a:pt x="4724" y="19566"/>
                    <a:pt x="4776" y="19305"/>
                  </a:cubicBezTo>
                  <a:lnTo>
                    <a:pt x="4776" y="19279"/>
                  </a:lnTo>
                  <a:cubicBezTo>
                    <a:pt x="4776" y="19227"/>
                    <a:pt x="4776" y="19201"/>
                    <a:pt x="4803" y="19148"/>
                  </a:cubicBezTo>
                  <a:cubicBezTo>
                    <a:pt x="4829" y="19044"/>
                    <a:pt x="4855" y="18914"/>
                    <a:pt x="4881" y="18809"/>
                  </a:cubicBezTo>
                  <a:lnTo>
                    <a:pt x="4881" y="18757"/>
                  </a:lnTo>
                  <a:cubicBezTo>
                    <a:pt x="5037" y="18209"/>
                    <a:pt x="5220" y="17635"/>
                    <a:pt x="5481" y="16982"/>
                  </a:cubicBezTo>
                  <a:cubicBezTo>
                    <a:pt x="5664" y="16487"/>
                    <a:pt x="5899" y="15991"/>
                    <a:pt x="6160" y="15417"/>
                  </a:cubicBezTo>
                  <a:lnTo>
                    <a:pt x="6212" y="15338"/>
                  </a:lnTo>
                  <a:cubicBezTo>
                    <a:pt x="6238" y="15286"/>
                    <a:pt x="6264" y="15234"/>
                    <a:pt x="6264" y="15208"/>
                  </a:cubicBezTo>
                  <a:lnTo>
                    <a:pt x="6447" y="14869"/>
                  </a:lnTo>
                  <a:cubicBezTo>
                    <a:pt x="6577" y="14608"/>
                    <a:pt x="6734" y="14347"/>
                    <a:pt x="6968" y="14007"/>
                  </a:cubicBezTo>
                  <a:cubicBezTo>
                    <a:pt x="7595" y="12964"/>
                    <a:pt x="8325" y="11998"/>
                    <a:pt x="9108" y="11059"/>
                  </a:cubicBezTo>
                  <a:cubicBezTo>
                    <a:pt x="9187" y="10980"/>
                    <a:pt x="9265" y="10902"/>
                    <a:pt x="9343" y="10824"/>
                  </a:cubicBezTo>
                  <a:lnTo>
                    <a:pt x="9369" y="10798"/>
                  </a:lnTo>
                  <a:lnTo>
                    <a:pt x="9474" y="10667"/>
                  </a:lnTo>
                  <a:lnTo>
                    <a:pt x="9526" y="10615"/>
                  </a:lnTo>
                  <a:cubicBezTo>
                    <a:pt x="9735" y="10406"/>
                    <a:pt x="9943" y="10197"/>
                    <a:pt x="10152" y="9989"/>
                  </a:cubicBezTo>
                  <a:cubicBezTo>
                    <a:pt x="10570" y="9571"/>
                    <a:pt x="11013" y="9128"/>
                    <a:pt x="11561" y="8684"/>
                  </a:cubicBezTo>
                  <a:cubicBezTo>
                    <a:pt x="11979" y="8319"/>
                    <a:pt x="12423" y="7953"/>
                    <a:pt x="12944" y="7588"/>
                  </a:cubicBezTo>
                  <a:cubicBezTo>
                    <a:pt x="13179" y="7405"/>
                    <a:pt x="13414" y="7249"/>
                    <a:pt x="13675" y="7066"/>
                  </a:cubicBezTo>
                  <a:lnTo>
                    <a:pt x="14040" y="6831"/>
                  </a:lnTo>
                  <a:lnTo>
                    <a:pt x="14197" y="6727"/>
                  </a:lnTo>
                  <a:lnTo>
                    <a:pt x="14301" y="6648"/>
                  </a:lnTo>
                  <a:cubicBezTo>
                    <a:pt x="15319" y="6022"/>
                    <a:pt x="16415" y="5474"/>
                    <a:pt x="17511" y="4978"/>
                  </a:cubicBezTo>
                  <a:cubicBezTo>
                    <a:pt x="18007" y="4770"/>
                    <a:pt x="18529" y="4561"/>
                    <a:pt x="19129" y="4352"/>
                  </a:cubicBezTo>
                  <a:cubicBezTo>
                    <a:pt x="19260" y="4300"/>
                    <a:pt x="19390" y="4274"/>
                    <a:pt x="19547" y="4222"/>
                  </a:cubicBezTo>
                  <a:lnTo>
                    <a:pt x="19599" y="4195"/>
                  </a:lnTo>
                  <a:lnTo>
                    <a:pt x="19677" y="4169"/>
                  </a:lnTo>
                  <a:cubicBezTo>
                    <a:pt x="19938" y="4091"/>
                    <a:pt x="20251" y="4013"/>
                    <a:pt x="20617" y="3908"/>
                  </a:cubicBezTo>
                  <a:cubicBezTo>
                    <a:pt x="21765" y="3647"/>
                    <a:pt x="22913" y="3465"/>
                    <a:pt x="24061" y="3386"/>
                  </a:cubicBezTo>
                  <a:lnTo>
                    <a:pt x="25418" y="3386"/>
                  </a:lnTo>
                  <a:cubicBezTo>
                    <a:pt x="26018" y="3413"/>
                    <a:pt x="26593" y="3465"/>
                    <a:pt x="27167" y="3543"/>
                  </a:cubicBezTo>
                  <a:cubicBezTo>
                    <a:pt x="27454" y="3569"/>
                    <a:pt x="27715" y="3621"/>
                    <a:pt x="27950" y="3674"/>
                  </a:cubicBezTo>
                  <a:lnTo>
                    <a:pt x="28341" y="3752"/>
                  </a:lnTo>
                  <a:lnTo>
                    <a:pt x="28367" y="3752"/>
                  </a:lnTo>
                  <a:lnTo>
                    <a:pt x="28445" y="3778"/>
                  </a:lnTo>
                  <a:cubicBezTo>
                    <a:pt x="28967" y="3908"/>
                    <a:pt x="29489" y="4065"/>
                    <a:pt x="30089" y="4248"/>
                  </a:cubicBezTo>
                  <a:cubicBezTo>
                    <a:pt x="30533" y="4404"/>
                    <a:pt x="31029" y="4613"/>
                    <a:pt x="31551" y="4848"/>
                  </a:cubicBezTo>
                  <a:cubicBezTo>
                    <a:pt x="31786" y="4952"/>
                    <a:pt x="32047" y="5057"/>
                    <a:pt x="32281" y="5161"/>
                  </a:cubicBezTo>
                  <a:lnTo>
                    <a:pt x="32386" y="5213"/>
                  </a:lnTo>
                  <a:lnTo>
                    <a:pt x="32464" y="5265"/>
                  </a:lnTo>
                  <a:lnTo>
                    <a:pt x="32856" y="5474"/>
                  </a:lnTo>
                  <a:cubicBezTo>
                    <a:pt x="33821" y="6022"/>
                    <a:pt x="34734" y="6648"/>
                    <a:pt x="35596" y="7327"/>
                  </a:cubicBezTo>
                  <a:cubicBezTo>
                    <a:pt x="35830" y="7484"/>
                    <a:pt x="36013" y="7640"/>
                    <a:pt x="36222" y="7849"/>
                  </a:cubicBezTo>
                  <a:lnTo>
                    <a:pt x="36483" y="8058"/>
                  </a:lnTo>
                  <a:lnTo>
                    <a:pt x="36535" y="8110"/>
                  </a:lnTo>
                  <a:lnTo>
                    <a:pt x="36561" y="8136"/>
                  </a:lnTo>
                  <a:cubicBezTo>
                    <a:pt x="36587" y="8162"/>
                    <a:pt x="36613" y="8162"/>
                    <a:pt x="36613" y="8188"/>
                  </a:cubicBezTo>
                  <a:cubicBezTo>
                    <a:pt x="37031" y="8553"/>
                    <a:pt x="37422" y="8945"/>
                    <a:pt x="37840" y="9415"/>
                  </a:cubicBezTo>
                  <a:cubicBezTo>
                    <a:pt x="38623" y="10250"/>
                    <a:pt x="39301" y="11137"/>
                    <a:pt x="39928" y="12076"/>
                  </a:cubicBezTo>
                  <a:cubicBezTo>
                    <a:pt x="39928" y="12102"/>
                    <a:pt x="39980" y="12155"/>
                    <a:pt x="40006" y="12207"/>
                  </a:cubicBezTo>
                  <a:cubicBezTo>
                    <a:pt x="40032" y="12259"/>
                    <a:pt x="40032" y="12259"/>
                    <a:pt x="40058" y="12285"/>
                  </a:cubicBezTo>
                  <a:cubicBezTo>
                    <a:pt x="40110" y="12363"/>
                    <a:pt x="40136" y="12442"/>
                    <a:pt x="40188" y="12520"/>
                  </a:cubicBezTo>
                  <a:cubicBezTo>
                    <a:pt x="40345" y="12755"/>
                    <a:pt x="40476" y="12990"/>
                    <a:pt x="40606" y="13225"/>
                  </a:cubicBezTo>
                  <a:cubicBezTo>
                    <a:pt x="40736" y="13459"/>
                    <a:pt x="40919" y="13799"/>
                    <a:pt x="41050" y="14112"/>
                  </a:cubicBezTo>
                  <a:cubicBezTo>
                    <a:pt x="38362" y="14660"/>
                    <a:pt x="35804" y="15782"/>
                    <a:pt x="33560" y="17400"/>
                  </a:cubicBezTo>
                  <a:cubicBezTo>
                    <a:pt x="29098" y="20531"/>
                    <a:pt x="26619" y="25124"/>
                    <a:pt x="26906" y="29665"/>
                  </a:cubicBezTo>
                  <a:cubicBezTo>
                    <a:pt x="27141" y="33736"/>
                    <a:pt x="30142" y="37155"/>
                    <a:pt x="34004" y="37833"/>
                  </a:cubicBezTo>
                  <a:cubicBezTo>
                    <a:pt x="34373" y="37895"/>
                    <a:pt x="34737" y="37923"/>
                    <a:pt x="35093" y="37923"/>
                  </a:cubicBezTo>
                  <a:cubicBezTo>
                    <a:pt x="36999" y="37923"/>
                    <a:pt x="38680" y="37119"/>
                    <a:pt x="39823" y="36372"/>
                  </a:cubicBezTo>
                  <a:cubicBezTo>
                    <a:pt x="41650" y="35171"/>
                    <a:pt x="43111" y="33240"/>
                    <a:pt x="44494" y="30317"/>
                  </a:cubicBezTo>
                  <a:cubicBezTo>
                    <a:pt x="46347" y="26246"/>
                    <a:pt x="46817" y="21706"/>
                    <a:pt x="45799" y="17348"/>
                  </a:cubicBezTo>
                  <a:lnTo>
                    <a:pt x="45799" y="17348"/>
                  </a:lnTo>
                  <a:cubicBezTo>
                    <a:pt x="46086" y="17400"/>
                    <a:pt x="46399" y="17452"/>
                    <a:pt x="46712" y="17504"/>
                  </a:cubicBezTo>
                  <a:lnTo>
                    <a:pt x="46765" y="17504"/>
                  </a:lnTo>
                  <a:lnTo>
                    <a:pt x="46843" y="17530"/>
                  </a:lnTo>
                  <a:cubicBezTo>
                    <a:pt x="46999" y="17583"/>
                    <a:pt x="47130" y="17609"/>
                    <a:pt x="47260" y="17661"/>
                  </a:cubicBezTo>
                  <a:cubicBezTo>
                    <a:pt x="47495" y="17713"/>
                    <a:pt x="47730" y="17791"/>
                    <a:pt x="48043" y="17896"/>
                  </a:cubicBezTo>
                  <a:cubicBezTo>
                    <a:pt x="48278" y="18000"/>
                    <a:pt x="48539" y="18105"/>
                    <a:pt x="48826" y="18235"/>
                  </a:cubicBezTo>
                  <a:lnTo>
                    <a:pt x="49218" y="18418"/>
                  </a:lnTo>
                  <a:lnTo>
                    <a:pt x="49426" y="18522"/>
                  </a:lnTo>
                  <a:lnTo>
                    <a:pt x="49505" y="18548"/>
                  </a:lnTo>
                  <a:cubicBezTo>
                    <a:pt x="50601" y="19148"/>
                    <a:pt x="51618" y="19905"/>
                    <a:pt x="52506" y="20766"/>
                  </a:cubicBezTo>
                  <a:cubicBezTo>
                    <a:pt x="53471" y="21732"/>
                    <a:pt x="54254" y="22854"/>
                    <a:pt x="54854" y="24081"/>
                  </a:cubicBezTo>
                  <a:cubicBezTo>
                    <a:pt x="55533" y="25411"/>
                    <a:pt x="55976" y="26821"/>
                    <a:pt x="56211" y="28282"/>
                  </a:cubicBezTo>
                  <a:cubicBezTo>
                    <a:pt x="56498" y="29796"/>
                    <a:pt x="56577" y="31361"/>
                    <a:pt x="56446" y="32927"/>
                  </a:cubicBezTo>
                  <a:cubicBezTo>
                    <a:pt x="56237" y="36032"/>
                    <a:pt x="55246" y="38955"/>
                    <a:pt x="53210" y="42374"/>
                  </a:cubicBezTo>
                  <a:cubicBezTo>
                    <a:pt x="52871" y="42922"/>
                    <a:pt x="52845" y="43626"/>
                    <a:pt x="53132" y="44200"/>
                  </a:cubicBezTo>
                  <a:lnTo>
                    <a:pt x="53106" y="44253"/>
                  </a:lnTo>
                  <a:lnTo>
                    <a:pt x="52688" y="44905"/>
                  </a:lnTo>
                  <a:cubicBezTo>
                    <a:pt x="51938" y="44583"/>
                    <a:pt x="51142" y="44428"/>
                    <a:pt x="50353" y="44428"/>
                  </a:cubicBezTo>
                  <a:cubicBezTo>
                    <a:pt x="48263" y="44428"/>
                    <a:pt x="46222" y="45518"/>
                    <a:pt x="45199" y="47489"/>
                  </a:cubicBezTo>
                  <a:cubicBezTo>
                    <a:pt x="43816" y="50150"/>
                    <a:pt x="44677" y="53438"/>
                    <a:pt x="47182" y="55082"/>
                  </a:cubicBezTo>
                  <a:cubicBezTo>
                    <a:pt x="48109" y="55694"/>
                    <a:pt x="49147" y="55977"/>
                    <a:pt x="50183" y="55977"/>
                  </a:cubicBezTo>
                  <a:cubicBezTo>
                    <a:pt x="51975" y="55977"/>
                    <a:pt x="53758" y="55129"/>
                    <a:pt x="54933" y="53673"/>
                  </a:cubicBezTo>
                  <a:cubicBezTo>
                    <a:pt x="56838" y="51299"/>
                    <a:pt x="56290" y="47802"/>
                    <a:pt x="54098" y="45818"/>
                  </a:cubicBezTo>
                  <a:lnTo>
                    <a:pt x="54437" y="45244"/>
                  </a:lnTo>
                  <a:cubicBezTo>
                    <a:pt x="54463" y="45192"/>
                    <a:pt x="54515" y="45140"/>
                    <a:pt x="54567" y="45088"/>
                  </a:cubicBezTo>
                  <a:lnTo>
                    <a:pt x="54593" y="45088"/>
                  </a:lnTo>
                  <a:cubicBezTo>
                    <a:pt x="54854" y="45088"/>
                    <a:pt x="55141" y="45036"/>
                    <a:pt x="55376" y="44931"/>
                  </a:cubicBezTo>
                  <a:cubicBezTo>
                    <a:pt x="55663" y="44801"/>
                    <a:pt x="55898" y="44592"/>
                    <a:pt x="56029" y="44331"/>
                  </a:cubicBezTo>
                  <a:cubicBezTo>
                    <a:pt x="56968" y="42843"/>
                    <a:pt x="57751" y="41252"/>
                    <a:pt x="58456" y="39634"/>
                  </a:cubicBezTo>
                  <a:cubicBezTo>
                    <a:pt x="59030" y="38146"/>
                    <a:pt x="59473" y="36607"/>
                    <a:pt x="59708" y="35041"/>
                  </a:cubicBezTo>
                  <a:cubicBezTo>
                    <a:pt x="60204" y="32040"/>
                    <a:pt x="60047" y="28987"/>
                    <a:pt x="59265" y="26038"/>
                  </a:cubicBezTo>
                  <a:cubicBezTo>
                    <a:pt x="58482" y="23011"/>
                    <a:pt x="56890" y="20271"/>
                    <a:pt x="54646" y="18078"/>
                  </a:cubicBezTo>
                  <a:cubicBezTo>
                    <a:pt x="52610" y="16173"/>
                    <a:pt x="50105" y="14816"/>
                    <a:pt x="47391" y="14190"/>
                  </a:cubicBezTo>
                  <a:cubicBezTo>
                    <a:pt x="46530" y="14007"/>
                    <a:pt x="45642" y="13903"/>
                    <a:pt x="44755" y="13877"/>
                  </a:cubicBezTo>
                  <a:cubicBezTo>
                    <a:pt x="43111" y="10041"/>
                    <a:pt x="40528" y="6727"/>
                    <a:pt x="37214" y="4222"/>
                  </a:cubicBezTo>
                  <a:cubicBezTo>
                    <a:pt x="33615" y="1480"/>
                    <a:pt x="29235" y="1"/>
                    <a:pt x="247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4081401" y="1388952"/>
              <a:ext cx="99775" cy="258894"/>
            </a:xfrm>
            <a:custGeom>
              <a:rect b="b" l="l" r="r" t="t"/>
              <a:pathLst>
                <a:path extrusionOk="0" h="6640" w="2559">
                  <a:moveTo>
                    <a:pt x="2528" y="0"/>
                  </a:moveTo>
                  <a:cubicBezTo>
                    <a:pt x="2521" y="0"/>
                    <a:pt x="2514" y="3"/>
                    <a:pt x="2506" y="11"/>
                  </a:cubicBezTo>
                  <a:cubicBezTo>
                    <a:pt x="1149" y="1786"/>
                    <a:pt x="1" y="4343"/>
                    <a:pt x="79" y="6639"/>
                  </a:cubicBezTo>
                  <a:lnTo>
                    <a:pt x="105" y="6639"/>
                  </a:lnTo>
                  <a:cubicBezTo>
                    <a:pt x="445" y="4213"/>
                    <a:pt x="1410" y="2177"/>
                    <a:pt x="2558" y="37"/>
                  </a:cubicBezTo>
                  <a:cubicBezTo>
                    <a:pt x="2558" y="19"/>
                    <a:pt x="2545" y="0"/>
                    <a:pt x="2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3975584" y="1356825"/>
              <a:ext cx="14309" cy="20353"/>
            </a:xfrm>
            <a:custGeom>
              <a:rect b="b" l="l" r="r" t="t"/>
              <a:pathLst>
                <a:path extrusionOk="0" h="522" w="367">
                  <a:moveTo>
                    <a:pt x="314" y="0"/>
                  </a:moveTo>
                  <a:cubicBezTo>
                    <a:pt x="131" y="131"/>
                    <a:pt x="1" y="313"/>
                    <a:pt x="1" y="522"/>
                  </a:cubicBezTo>
                  <a:lnTo>
                    <a:pt x="27" y="522"/>
                  </a:lnTo>
                  <a:cubicBezTo>
                    <a:pt x="157" y="365"/>
                    <a:pt x="262" y="209"/>
                    <a:pt x="340" y="26"/>
                  </a:cubicBezTo>
                  <a:cubicBezTo>
                    <a:pt x="366" y="0"/>
                    <a:pt x="314" y="0"/>
                    <a:pt x="3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3367121" y="1416829"/>
              <a:ext cx="142275" cy="126484"/>
            </a:xfrm>
            <a:custGeom>
              <a:rect b="b" l="l" r="r" t="t"/>
              <a:pathLst>
                <a:path extrusionOk="0" h="3244" w="3649">
                  <a:moveTo>
                    <a:pt x="26" y="1"/>
                  </a:moveTo>
                  <a:cubicBezTo>
                    <a:pt x="26" y="1"/>
                    <a:pt x="0" y="1"/>
                    <a:pt x="26" y="27"/>
                  </a:cubicBezTo>
                  <a:cubicBezTo>
                    <a:pt x="1462" y="810"/>
                    <a:pt x="2688" y="1906"/>
                    <a:pt x="3601" y="3237"/>
                  </a:cubicBezTo>
                  <a:cubicBezTo>
                    <a:pt x="3607" y="3242"/>
                    <a:pt x="3612" y="3244"/>
                    <a:pt x="3617" y="3244"/>
                  </a:cubicBezTo>
                  <a:cubicBezTo>
                    <a:pt x="3636" y="3244"/>
                    <a:pt x="3648" y="3210"/>
                    <a:pt x="3628" y="3210"/>
                  </a:cubicBezTo>
                  <a:cubicBezTo>
                    <a:pt x="2923" y="1645"/>
                    <a:pt x="1592" y="601"/>
                    <a:pt x="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4029506" y="31079"/>
              <a:ext cx="599354" cy="560637"/>
            </a:xfrm>
            <a:custGeom>
              <a:rect b="b" l="l" r="r" t="t"/>
              <a:pathLst>
                <a:path extrusionOk="0" h="14379" w="15372">
                  <a:moveTo>
                    <a:pt x="15319" y="0"/>
                  </a:moveTo>
                  <a:cubicBezTo>
                    <a:pt x="11718" y="1070"/>
                    <a:pt x="8482" y="3288"/>
                    <a:pt x="5794" y="5872"/>
                  </a:cubicBezTo>
                  <a:cubicBezTo>
                    <a:pt x="3315" y="8246"/>
                    <a:pt x="1097" y="11117"/>
                    <a:pt x="1" y="14379"/>
                  </a:cubicBezTo>
                  <a:lnTo>
                    <a:pt x="27" y="14379"/>
                  </a:lnTo>
                  <a:cubicBezTo>
                    <a:pt x="2819" y="7803"/>
                    <a:pt x="8769" y="2662"/>
                    <a:pt x="15345" y="104"/>
                  </a:cubicBezTo>
                  <a:cubicBezTo>
                    <a:pt x="15371" y="78"/>
                    <a:pt x="15345" y="0"/>
                    <a:pt x="15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3419015" y="17628"/>
              <a:ext cx="29554" cy="10410"/>
            </a:xfrm>
            <a:custGeom>
              <a:rect b="b" l="l" r="r" t="t"/>
              <a:pathLst>
                <a:path extrusionOk="0" h="267" w="758">
                  <a:moveTo>
                    <a:pt x="633" y="1"/>
                  </a:moveTo>
                  <a:cubicBezTo>
                    <a:pt x="406" y="1"/>
                    <a:pt x="186" y="81"/>
                    <a:pt x="26" y="241"/>
                  </a:cubicBezTo>
                  <a:cubicBezTo>
                    <a:pt x="0" y="241"/>
                    <a:pt x="0" y="267"/>
                    <a:pt x="26" y="267"/>
                  </a:cubicBezTo>
                  <a:cubicBezTo>
                    <a:pt x="261" y="241"/>
                    <a:pt x="522" y="162"/>
                    <a:pt x="731" y="58"/>
                  </a:cubicBezTo>
                  <a:cubicBezTo>
                    <a:pt x="757" y="58"/>
                    <a:pt x="757" y="6"/>
                    <a:pt x="731" y="6"/>
                  </a:cubicBezTo>
                  <a:cubicBezTo>
                    <a:pt x="698" y="3"/>
                    <a:pt x="666" y="1"/>
                    <a:pt x="6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2770900" y="594120"/>
              <a:ext cx="416179" cy="127848"/>
            </a:xfrm>
            <a:custGeom>
              <a:rect b="b" l="l" r="r" t="t"/>
              <a:pathLst>
                <a:path extrusionOk="0" h="3279" w="10674">
                  <a:moveTo>
                    <a:pt x="8642" y="1"/>
                  </a:moveTo>
                  <a:cubicBezTo>
                    <a:pt x="7419" y="1"/>
                    <a:pt x="6172" y="245"/>
                    <a:pt x="5011" y="564"/>
                  </a:cubicBezTo>
                  <a:cubicBezTo>
                    <a:pt x="3210" y="1086"/>
                    <a:pt x="1357" y="1921"/>
                    <a:pt x="0" y="3252"/>
                  </a:cubicBezTo>
                  <a:lnTo>
                    <a:pt x="0" y="3278"/>
                  </a:lnTo>
                  <a:cubicBezTo>
                    <a:pt x="2661" y="1300"/>
                    <a:pt x="5876" y="233"/>
                    <a:pt x="9163" y="233"/>
                  </a:cubicBezTo>
                  <a:cubicBezTo>
                    <a:pt x="9648" y="233"/>
                    <a:pt x="10135" y="256"/>
                    <a:pt x="10621" y="303"/>
                  </a:cubicBezTo>
                  <a:cubicBezTo>
                    <a:pt x="10647" y="303"/>
                    <a:pt x="10674" y="251"/>
                    <a:pt x="10621" y="251"/>
                  </a:cubicBezTo>
                  <a:cubicBezTo>
                    <a:pt x="9982" y="75"/>
                    <a:pt x="9315" y="1"/>
                    <a:pt x="86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1965814" y="1286605"/>
              <a:ext cx="119816" cy="345373"/>
            </a:xfrm>
            <a:custGeom>
              <a:rect b="b" l="l" r="r" t="t"/>
              <a:pathLst>
                <a:path extrusionOk="0" h="8858" w="3073">
                  <a:moveTo>
                    <a:pt x="3046" y="0"/>
                  </a:moveTo>
                  <a:cubicBezTo>
                    <a:pt x="2759" y="3106"/>
                    <a:pt x="1481" y="6081"/>
                    <a:pt x="19" y="8795"/>
                  </a:cubicBezTo>
                  <a:cubicBezTo>
                    <a:pt x="0" y="8833"/>
                    <a:pt x="23" y="8857"/>
                    <a:pt x="47" y="8857"/>
                  </a:cubicBezTo>
                  <a:cubicBezTo>
                    <a:pt x="56" y="8857"/>
                    <a:pt x="64" y="8854"/>
                    <a:pt x="71" y="8847"/>
                  </a:cubicBezTo>
                  <a:cubicBezTo>
                    <a:pt x="1715" y="6237"/>
                    <a:pt x="2968" y="3106"/>
                    <a:pt x="30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2290671" y="1799702"/>
              <a:ext cx="135373" cy="84959"/>
            </a:xfrm>
            <a:custGeom>
              <a:rect b="b" l="l" r="r" t="t"/>
              <a:pathLst>
                <a:path extrusionOk="0" h="2179" w="3472">
                  <a:moveTo>
                    <a:pt x="2927" y="1"/>
                  </a:moveTo>
                  <a:cubicBezTo>
                    <a:pt x="1604" y="1"/>
                    <a:pt x="393" y="865"/>
                    <a:pt x="1" y="2159"/>
                  </a:cubicBezTo>
                  <a:cubicBezTo>
                    <a:pt x="1" y="2172"/>
                    <a:pt x="1" y="2178"/>
                    <a:pt x="4" y="2178"/>
                  </a:cubicBezTo>
                  <a:cubicBezTo>
                    <a:pt x="7" y="2178"/>
                    <a:pt x="14" y="2172"/>
                    <a:pt x="27" y="2159"/>
                  </a:cubicBezTo>
                  <a:cubicBezTo>
                    <a:pt x="757" y="958"/>
                    <a:pt x="2036" y="202"/>
                    <a:pt x="3445" y="123"/>
                  </a:cubicBezTo>
                  <a:cubicBezTo>
                    <a:pt x="3471" y="123"/>
                    <a:pt x="3471" y="45"/>
                    <a:pt x="3445" y="45"/>
                  </a:cubicBezTo>
                  <a:cubicBezTo>
                    <a:pt x="3272" y="15"/>
                    <a:pt x="3099" y="1"/>
                    <a:pt x="29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2162475" y="1958738"/>
              <a:ext cx="86519" cy="69636"/>
            </a:xfrm>
            <a:custGeom>
              <a:rect b="b" l="l" r="r" t="t"/>
              <a:pathLst>
                <a:path extrusionOk="0" h="1786" w="2219">
                  <a:moveTo>
                    <a:pt x="2189" y="0"/>
                  </a:moveTo>
                  <a:cubicBezTo>
                    <a:pt x="2182" y="0"/>
                    <a:pt x="2174" y="3"/>
                    <a:pt x="2167" y="11"/>
                  </a:cubicBezTo>
                  <a:cubicBezTo>
                    <a:pt x="1671" y="846"/>
                    <a:pt x="914" y="1472"/>
                    <a:pt x="1" y="1759"/>
                  </a:cubicBezTo>
                  <a:lnTo>
                    <a:pt x="1" y="1785"/>
                  </a:lnTo>
                  <a:cubicBezTo>
                    <a:pt x="1044" y="1655"/>
                    <a:pt x="1932" y="1107"/>
                    <a:pt x="2219" y="37"/>
                  </a:cubicBezTo>
                  <a:cubicBezTo>
                    <a:pt x="2219" y="18"/>
                    <a:pt x="2206" y="0"/>
                    <a:pt x="21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2072917" y="1932927"/>
              <a:ext cx="8149" cy="15050"/>
            </a:xfrm>
            <a:custGeom>
              <a:rect b="b" l="l" r="r" t="t"/>
              <a:pathLst>
                <a:path extrusionOk="0" h="386" w="209">
                  <a:moveTo>
                    <a:pt x="170" y="1"/>
                  </a:moveTo>
                  <a:cubicBezTo>
                    <a:pt x="163" y="1"/>
                    <a:pt x="157" y="7"/>
                    <a:pt x="157" y="20"/>
                  </a:cubicBezTo>
                  <a:cubicBezTo>
                    <a:pt x="52" y="99"/>
                    <a:pt x="52" y="255"/>
                    <a:pt x="0" y="386"/>
                  </a:cubicBezTo>
                  <a:cubicBezTo>
                    <a:pt x="131" y="307"/>
                    <a:pt x="209" y="151"/>
                    <a:pt x="183" y="20"/>
                  </a:cubicBezTo>
                  <a:cubicBezTo>
                    <a:pt x="183" y="7"/>
                    <a:pt x="176" y="1"/>
                    <a:pt x="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2660015" y="1285319"/>
              <a:ext cx="127029" cy="92913"/>
            </a:xfrm>
            <a:custGeom>
              <a:rect b="b" l="l" r="r" t="t"/>
              <a:pathLst>
                <a:path extrusionOk="0" h="2383" w="3258">
                  <a:moveTo>
                    <a:pt x="3226" y="0"/>
                  </a:moveTo>
                  <a:cubicBezTo>
                    <a:pt x="3221" y="0"/>
                    <a:pt x="3216" y="2"/>
                    <a:pt x="3211" y="7"/>
                  </a:cubicBezTo>
                  <a:cubicBezTo>
                    <a:pt x="2219" y="895"/>
                    <a:pt x="1149" y="1704"/>
                    <a:pt x="1" y="2356"/>
                  </a:cubicBezTo>
                  <a:lnTo>
                    <a:pt x="1" y="2382"/>
                  </a:lnTo>
                  <a:cubicBezTo>
                    <a:pt x="1279" y="1912"/>
                    <a:pt x="2402" y="1103"/>
                    <a:pt x="3237" y="33"/>
                  </a:cubicBezTo>
                  <a:cubicBezTo>
                    <a:pt x="3258" y="33"/>
                    <a:pt x="3245" y="0"/>
                    <a:pt x="32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2517549" y="2584864"/>
              <a:ext cx="54976" cy="75095"/>
            </a:xfrm>
            <a:custGeom>
              <a:rect b="b" l="l" r="r" t="t"/>
              <a:pathLst>
                <a:path extrusionOk="0" h="1926" w="1410">
                  <a:moveTo>
                    <a:pt x="1357" y="1"/>
                  </a:moveTo>
                  <a:cubicBezTo>
                    <a:pt x="470" y="236"/>
                    <a:pt x="131" y="1097"/>
                    <a:pt x="0" y="1906"/>
                  </a:cubicBezTo>
                  <a:cubicBezTo>
                    <a:pt x="0" y="1919"/>
                    <a:pt x="7" y="1925"/>
                    <a:pt x="13" y="1925"/>
                  </a:cubicBezTo>
                  <a:cubicBezTo>
                    <a:pt x="20" y="1925"/>
                    <a:pt x="26" y="1919"/>
                    <a:pt x="26" y="1906"/>
                  </a:cubicBezTo>
                  <a:cubicBezTo>
                    <a:pt x="339" y="1227"/>
                    <a:pt x="809" y="575"/>
                    <a:pt x="1383" y="53"/>
                  </a:cubicBezTo>
                  <a:cubicBezTo>
                    <a:pt x="1409" y="27"/>
                    <a:pt x="1383" y="1"/>
                    <a:pt x="13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 name="Google Shape;267;p11"/>
          <p:cNvGrpSpPr/>
          <p:nvPr/>
        </p:nvGrpSpPr>
        <p:grpSpPr>
          <a:xfrm rot="-921274">
            <a:off x="3641977" y="-108596"/>
            <a:ext cx="796605" cy="499320"/>
            <a:chOff x="-3919425" y="-1567975"/>
            <a:chExt cx="1359113" cy="851906"/>
          </a:xfrm>
        </p:grpSpPr>
        <p:sp>
          <p:nvSpPr>
            <p:cNvPr id="268" name="Google Shape;268;p11"/>
            <p:cNvSpPr/>
            <p:nvPr/>
          </p:nvSpPr>
          <p:spPr>
            <a:xfrm>
              <a:off x="-3902459" y="-1396068"/>
              <a:ext cx="792969" cy="662561"/>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3296172" y="-1550063"/>
              <a:ext cx="701932" cy="64660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3257628" y="-1387496"/>
              <a:ext cx="658778" cy="482910"/>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2995393" y="-1494376"/>
              <a:ext cx="291614" cy="194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3891641" y="-1273344"/>
              <a:ext cx="782151" cy="539838"/>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3762060" y="-1222860"/>
              <a:ext cx="319339" cy="211041"/>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3919425" y="-1567975"/>
              <a:ext cx="1359113" cy="851906"/>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2885852" y="-1200337"/>
              <a:ext cx="237642" cy="175394"/>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3850024" y="-1214761"/>
              <a:ext cx="166645" cy="168241"/>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3668007" y="-1235806"/>
              <a:ext cx="30917" cy="15606"/>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2929065" y="-1020744"/>
              <a:ext cx="33991" cy="13183"/>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 name="Google Shape;279;p11"/>
          <p:cNvSpPr/>
          <p:nvPr/>
        </p:nvSpPr>
        <p:spPr>
          <a:xfrm>
            <a:off x="1668292" y="1974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0" name="Google Shape;280;p11"/>
          <p:cNvGrpSpPr/>
          <p:nvPr/>
        </p:nvGrpSpPr>
        <p:grpSpPr>
          <a:xfrm>
            <a:off x="468596" y="646183"/>
            <a:ext cx="491373" cy="475994"/>
            <a:chOff x="-1830642" y="-1141753"/>
            <a:chExt cx="1178635" cy="1141747"/>
          </a:xfrm>
        </p:grpSpPr>
        <p:sp>
          <p:nvSpPr>
            <p:cNvPr id="281" name="Google Shape;281;p11"/>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11"/>
          <p:cNvGrpSpPr/>
          <p:nvPr/>
        </p:nvGrpSpPr>
        <p:grpSpPr>
          <a:xfrm rot="-5097423">
            <a:off x="6621388" y="344882"/>
            <a:ext cx="427963" cy="409438"/>
            <a:chOff x="4058550" y="928275"/>
            <a:chExt cx="427975" cy="409450"/>
          </a:xfrm>
        </p:grpSpPr>
        <p:sp>
          <p:nvSpPr>
            <p:cNvPr id="293" name="Google Shape;293;p11"/>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 name="Google Shape;296;p11"/>
          <p:cNvGrpSpPr/>
          <p:nvPr/>
        </p:nvGrpSpPr>
        <p:grpSpPr>
          <a:xfrm rot="5714365">
            <a:off x="8084296" y="3949877"/>
            <a:ext cx="690813" cy="660911"/>
            <a:chOff x="4058550" y="928275"/>
            <a:chExt cx="427975" cy="409450"/>
          </a:xfrm>
        </p:grpSpPr>
        <p:sp>
          <p:nvSpPr>
            <p:cNvPr id="297" name="Google Shape;297;p11"/>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 name="Google Shape;300;p11"/>
          <p:cNvSpPr/>
          <p:nvPr/>
        </p:nvSpPr>
        <p:spPr>
          <a:xfrm>
            <a:off x="3671880" y="46372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5363992" y="4530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11"/>
          <p:cNvGrpSpPr/>
          <p:nvPr/>
        </p:nvGrpSpPr>
        <p:grpSpPr>
          <a:xfrm>
            <a:off x="6067500" y="4507863"/>
            <a:ext cx="299475" cy="452025"/>
            <a:chOff x="2302950" y="4431025"/>
            <a:chExt cx="299475" cy="452025"/>
          </a:xfrm>
        </p:grpSpPr>
        <p:sp>
          <p:nvSpPr>
            <p:cNvPr id="303" name="Google Shape;303;p11"/>
            <p:cNvSpPr/>
            <p:nvPr/>
          </p:nvSpPr>
          <p:spPr>
            <a:xfrm>
              <a:off x="2368825" y="4436850"/>
              <a:ext cx="227725" cy="236925"/>
            </a:xfrm>
            <a:custGeom>
              <a:rect b="b" l="l" r="r" t="t"/>
              <a:pathLst>
                <a:path extrusionOk="0" h="9477" w="9109">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2307500" y="4615050"/>
              <a:ext cx="232950" cy="262200"/>
            </a:xfrm>
            <a:custGeom>
              <a:rect b="b" l="l" r="r" t="t"/>
              <a:pathLst>
                <a:path extrusionOk="0" h="10488" w="9318">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2440600" y="4446725"/>
              <a:ext cx="155950" cy="227050"/>
            </a:xfrm>
            <a:custGeom>
              <a:rect b="b" l="l" r="r" t="t"/>
              <a:pathLst>
                <a:path extrusionOk="0" h="9082" w="6238">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2423625" y="4475650"/>
              <a:ext cx="86800" cy="92525"/>
            </a:xfrm>
            <a:custGeom>
              <a:rect b="b" l="l" r="r" t="t"/>
              <a:pathLst>
                <a:path extrusionOk="0" h="3701" w="3472">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2379275" y="4614550"/>
              <a:ext cx="13725" cy="2725"/>
            </a:xfrm>
            <a:custGeom>
              <a:rect b="b" l="l" r="r" t="t"/>
              <a:pathLst>
                <a:path extrusionOk="0" h="109" w="549">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2354475" y="4622875"/>
              <a:ext cx="185975" cy="254475"/>
            </a:xfrm>
            <a:custGeom>
              <a:rect b="b" l="l" r="r" t="t"/>
              <a:pathLst>
                <a:path extrusionOk="0" h="10179" w="7439">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2341425" y="4722200"/>
              <a:ext cx="69850" cy="80375"/>
            </a:xfrm>
            <a:custGeom>
              <a:rect b="b" l="l" r="r" t="t"/>
              <a:pathLst>
                <a:path extrusionOk="0" h="3215" w="2794">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2302950" y="4431025"/>
              <a:ext cx="299475" cy="452025"/>
            </a:xfrm>
            <a:custGeom>
              <a:rect b="b" l="l" r="r" t="t"/>
              <a:pathLst>
                <a:path extrusionOk="0" h="18081" w="11979">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2557375" y="4487550"/>
              <a:ext cx="26775" cy="99750"/>
            </a:xfrm>
            <a:custGeom>
              <a:rect b="b" l="l" r="r" t="t"/>
              <a:pathLst>
                <a:path extrusionOk="0" h="3990" w="1071">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2321200" y="4756125"/>
              <a:ext cx="22225" cy="80100"/>
            </a:xfrm>
            <a:custGeom>
              <a:rect b="b" l="l" r="r" t="t"/>
              <a:pathLst>
                <a:path extrusionOk="0" h="3204" w="889">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2336225" y="4740175"/>
              <a:ext cx="5875" cy="10600"/>
            </a:xfrm>
            <a:custGeom>
              <a:rect b="b" l="l" r="r" t="t"/>
              <a:pathLst>
                <a:path extrusionOk="0" h="424" w="235">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2552150" y="4591725"/>
              <a:ext cx="5250" cy="10950"/>
            </a:xfrm>
            <a:custGeom>
              <a:rect b="b" l="l" r="r" t="t"/>
              <a:pathLst>
                <a:path extrusionOk="0" h="438" w="21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15" name="Shape 31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316" name="Shape 316"/>
        <p:cNvGrpSpPr/>
        <p:nvPr/>
      </p:nvGrpSpPr>
      <p:grpSpPr>
        <a:xfrm>
          <a:off x="0" y="0"/>
          <a:ext cx="0" cy="0"/>
          <a:chOff x="0" y="0"/>
          <a:chExt cx="0" cy="0"/>
        </a:xfrm>
      </p:grpSpPr>
      <p:sp>
        <p:nvSpPr>
          <p:cNvPr id="317" name="Google Shape;317;p13"/>
          <p:cNvSpPr txBox="1"/>
          <p:nvPr>
            <p:ph idx="1" type="subTitle"/>
          </p:nvPr>
        </p:nvSpPr>
        <p:spPr>
          <a:xfrm>
            <a:off x="1933413" y="2010925"/>
            <a:ext cx="1984800" cy="468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318" name="Google Shape;318;p13"/>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13"/>
          <p:cNvSpPr txBox="1"/>
          <p:nvPr>
            <p:ph idx="2" type="title"/>
          </p:nvPr>
        </p:nvSpPr>
        <p:spPr>
          <a:xfrm>
            <a:off x="1933413" y="1565125"/>
            <a:ext cx="2411700" cy="445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l">
              <a:spcBef>
                <a:spcPts val="0"/>
              </a:spcBef>
              <a:spcAft>
                <a:spcPts val="0"/>
              </a:spcAft>
              <a:buSzPts val="2200"/>
              <a:buNone/>
              <a:defRPr sz="2200"/>
            </a:lvl2pPr>
            <a:lvl3pPr lvl="2" rtl="0" algn="l">
              <a:spcBef>
                <a:spcPts val="0"/>
              </a:spcBef>
              <a:spcAft>
                <a:spcPts val="0"/>
              </a:spcAft>
              <a:buSzPts val="2200"/>
              <a:buNone/>
              <a:defRPr sz="2200"/>
            </a:lvl3pPr>
            <a:lvl4pPr lvl="3" rtl="0" algn="l">
              <a:spcBef>
                <a:spcPts val="0"/>
              </a:spcBef>
              <a:spcAft>
                <a:spcPts val="0"/>
              </a:spcAft>
              <a:buSzPts val="2200"/>
              <a:buNone/>
              <a:defRPr sz="2200"/>
            </a:lvl4pPr>
            <a:lvl5pPr lvl="4" rtl="0" algn="l">
              <a:spcBef>
                <a:spcPts val="0"/>
              </a:spcBef>
              <a:spcAft>
                <a:spcPts val="0"/>
              </a:spcAft>
              <a:buSzPts val="2200"/>
              <a:buNone/>
              <a:defRPr sz="2200"/>
            </a:lvl5pPr>
            <a:lvl6pPr lvl="5" rtl="0" algn="l">
              <a:spcBef>
                <a:spcPts val="0"/>
              </a:spcBef>
              <a:spcAft>
                <a:spcPts val="0"/>
              </a:spcAft>
              <a:buSzPts val="2200"/>
              <a:buNone/>
              <a:defRPr sz="2200"/>
            </a:lvl6pPr>
            <a:lvl7pPr lvl="6" rtl="0" algn="l">
              <a:spcBef>
                <a:spcPts val="0"/>
              </a:spcBef>
              <a:spcAft>
                <a:spcPts val="0"/>
              </a:spcAft>
              <a:buSzPts val="2200"/>
              <a:buNone/>
              <a:defRPr sz="2200"/>
            </a:lvl7pPr>
            <a:lvl8pPr lvl="7" rtl="0" algn="l">
              <a:spcBef>
                <a:spcPts val="0"/>
              </a:spcBef>
              <a:spcAft>
                <a:spcPts val="0"/>
              </a:spcAft>
              <a:buSzPts val="2200"/>
              <a:buNone/>
              <a:defRPr sz="2200"/>
            </a:lvl8pPr>
            <a:lvl9pPr lvl="8" rtl="0" algn="l">
              <a:spcBef>
                <a:spcPts val="0"/>
              </a:spcBef>
              <a:spcAft>
                <a:spcPts val="0"/>
              </a:spcAft>
              <a:buSzPts val="2200"/>
              <a:buNone/>
              <a:defRPr sz="2200"/>
            </a:lvl9pPr>
          </a:lstStyle>
          <a:p/>
        </p:txBody>
      </p:sp>
      <p:sp>
        <p:nvSpPr>
          <p:cNvPr id="320" name="Google Shape;320;p13"/>
          <p:cNvSpPr txBox="1"/>
          <p:nvPr>
            <p:ph hasCustomPrompt="1" idx="3" type="title"/>
          </p:nvPr>
        </p:nvSpPr>
        <p:spPr>
          <a:xfrm>
            <a:off x="980822" y="1733568"/>
            <a:ext cx="837900" cy="57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21" name="Google Shape;321;p13"/>
          <p:cNvSpPr txBox="1"/>
          <p:nvPr>
            <p:ph idx="4" type="subTitle"/>
          </p:nvPr>
        </p:nvSpPr>
        <p:spPr>
          <a:xfrm>
            <a:off x="5751478" y="2010925"/>
            <a:ext cx="1984800" cy="468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322" name="Google Shape;322;p13"/>
          <p:cNvSpPr txBox="1"/>
          <p:nvPr>
            <p:ph idx="5" type="title"/>
          </p:nvPr>
        </p:nvSpPr>
        <p:spPr>
          <a:xfrm>
            <a:off x="5751478" y="1565125"/>
            <a:ext cx="2411700" cy="445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l">
              <a:spcBef>
                <a:spcPts val="0"/>
              </a:spcBef>
              <a:spcAft>
                <a:spcPts val="0"/>
              </a:spcAft>
              <a:buSzPts val="2200"/>
              <a:buNone/>
              <a:defRPr sz="2200"/>
            </a:lvl2pPr>
            <a:lvl3pPr lvl="2" rtl="0" algn="l">
              <a:spcBef>
                <a:spcPts val="0"/>
              </a:spcBef>
              <a:spcAft>
                <a:spcPts val="0"/>
              </a:spcAft>
              <a:buSzPts val="2200"/>
              <a:buNone/>
              <a:defRPr sz="2200"/>
            </a:lvl3pPr>
            <a:lvl4pPr lvl="3" rtl="0" algn="l">
              <a:spcBef>
                <a:spcPts val="0"/>
              </a:spcBef>
              <a:spcAft>
                <a:spcPts val="0"/>
              </a:spcAft>
              <a:buSzPts val="2200"/>
              <a:buNone/>
              <a:defRPr sz="2200"/>
            </a:lvl4pPr>
            <a:lvl5pPr lvl="4" rtl="0" algn="l">
              <a:spcBef>
                <a:spcPts val="0"/>
              </a:spcBef>
              <a:spcAft>
                <a:spcPts val="0"/>
              </a:spcAft>
              <a:buSzPts val="2200"/>
              <a:buNone/>
              <a:defRPr sz="2200"/>
            </a:lvl5pPr>
            <a:lvl6pPr lvl="5" rtl="0" algn="l">
              <a:spcBef>
                <a:spcPts val="0"/>
              </a:spcBef>
              <a:spcAft>
                <a:spcPts val="0"/>
              </a:spcAft>
              <a:buSzPts val="2200"/>
              <a:buNone/>
              <a:defRPr sz="2200"/>
            </a:lvl6pPr>
            <a:lvl7pPr lvl="6" rtl="0" algn="l">
              <a:spcBef>
                <a:spcPts val="0"/>
              </a:spcBef>
              <a:spcAft>
                <a:spcPts val="0"/>
              </a:spcAft>
              <a:buSzPts val="2200"/>
              <a:buNone/>
              <a:defRPr sz="2200"/>
            </a:lvl7pPr>
            <a:lvl8pPr lvl="7" rtl="0" algn="l">
              <a:spcBef>
                <a:spcPts val="0"/>
              </a:spcBef>
              <a:spcAft>
                <a:spcPts val="0"/>
              </a:spcAft>
              <a:buSzPts val="2200"/>
              <a:buNone/>
              <a:defRPr sz="2200"/>
            </a:lvl8pPr>
            <a:lvl9pPr lvl="8" rtl="0" algn="l">
              <a:spcBef>
                <a:spcPts val="0"/>
              </a:spcBef>
              <a:spcAft>
                <a:spcPts val="0"/>
              </a:spcAft>
              <a:buSzPts val="2200"/>
              <a:buNone/>
              <a:defRPr sz="2200"/>
            </a:lvl9pPr>
          </a:lstStyle>
          <a:p/>
        </p:txBody>
      </p:sp>
      <p:sp>
        <p:nvSpPr>
          <p:cNvPr id="323" name="Google Shape;323;p13"/>
          <p:cNvSpPr txBox="1"/>
          <p:nvPr>
            <p:ph hasCustomPrompt="1" idx="6" type="title"/>
          </p:nvPr>
        </p:nvSpPr>
        <p:spPr>
          <a:xfrm>
            <a:off x="4798887" y="1733568"/>
            <a:ext cx="837900" cy="57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24" name="Google Shape;324;p13"/>
          <p:cNvSpPr txBox="1"/>
          <p:nvPr>
            <p:ph idx="7" type="subTitle"/>
          </p:nvPr>
        </p:nvSpPr>
        <p:spPr>
          <a:xfrm>
            <a:off x="1933413" y="3630750"/>
            <a:ext cx="1984800" cy="468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325" name="Google Shape;325;p13"/>
          <p:cNvSpPr txBox="1"/>
          <p:nvPr>
            <p:ph idx="8" type="title"/>
          </p:nvPr>
        </p:nvSpPr>
        <p:spPr>
          <a:xfrm>
            <a:off x="1933413" y="3184950"/>
            <a:ext cx="2411700" cy="445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l">
              <a:spcBef>
                <a:spcPts val="0"/>
              </a:spcBef>
              <a:spcAft>
                <a:spcPts val="0"/>
              </a:spcAft>
              <a:buSzPts val="2200"/>
              <a:buNone/>
              <a:defRPr sz="2200"/>
            </a:lvl2pPr>
            <a:lvl3pPr lvl="2" rtl="0" algn="l">
              <a:spcBef>
                <a:spcPts val="0"/>
              </a:spcBef>
              <a:spcAft>
                <a:spcPts val="0"/>
              </a:spcAft>
              <a:buSzPts val="2200"/>
              <a:buNone/>
              <a:defRPr sz="2200"/>
            </a:lvl3pPr>
            <a:lvl4pPr lvl="3" rtl="0" algn="l">
              <a:spcBef>
                <a:spcPts val="0"/>
              </a:spcBef>
              <a:spcAft>
                <a:spcPts val="0"/>
              </a:spcAft>
              <a:buSzPts val="2200"/>
              <a:buNone/>
              <a:defRPr sz="2200"/>
            </a:lvl4pPr>
            <a:lvl5pPr lvl="4" rtl="0" algn="l">
              <a:spcBef>
                <a:spcPts val="0"/>
              </a:spcBef>
              <a:spcAft>
                <a:spcPts val="0"/>
              </a:spcAft>
              <a:buSzPts val="2200"/>
              <a:buNone/>
              <a:defRPr sz="2200"/>
            </a:lvl5pPr>
            <a:lvl6pPr lvl="5" rtl="0" algn="l">
              <a:spcBef>
                <a:spcPts val="0"/>
              </a:spcBef>
              <a:spcAft>
                <a:spcPts val="0"/>
              </a:spcAft>
              <a:buSzPts val="2200"/>
              <a:buNone/>
              <a:defRPr sz="2200"/>
            </a:lvl6pPr>
            <a:lvl7pPr lvl="6" rtl="0" algn="l">
              <a:spcBef>
                <a:spcPts val="0"/>
              </a:spcBef>
              <a:spcAft>
                <a:spcPts val="0"/>
              </a:spcAft>
              <a:buSzPts val="2200"/>
              <a:buNone/>
              <a:defRPr sz="2200"/>
            </a:lvl7pPr>
            <a:lvl8pPr lvl="7" rtl="0" algn="l">
              <a:spcBef>
                <a:spcPts val="0"/>
              </a:spcBef>
              <a:spcAft>
                <a:spcPts val="0"/>
              </a:spcAft>
              <a:buSzPts val="2200"/>
              <a:buNone/>
              <a:defRPr sz="2200"/>
            </a:lvl8pPr>
            <a:lvl9pPr lvl="8" rtl="0" algn="l">
              <a:spcBef>
                <a:spcPts val="0"/>
              </a:spcBef>
              <a:spcAft>
                <a:spcPts val="0"/>
              </a:spcAft>
              <a:buSzPts val="2200"/>
              <a:buNone/>
              <a:defRPr sz="2200"/>
            </a:lvl9pPr>
          </a:lstStyle>
          <a:p/>
        </p:txBody>
      </p:sp>
      <p:sp>
        <p:nvSpPr>
          <p:cNvPr id="326" name="Google Shape;326;p13"/>
          <p:cNvSpPr txBox="1"/>
          <p:nvPr>
            <p:ph hasCustomPrompt="1" idx="9" type="title"/>
          </p:nvPr>
        </p:nvSpPr>
        <p:spPr>
          <a:xfrm>
            <a:off x="980822" y="3353393"/>
            <a:ext cx="837900" cy="57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27" name="Google Shape;327;p13"/>
          <p:cNvSpPr txBox="1"/>
          <p:nvPr>
            <p:ph idx="13" type="subTitle"/>
          </p:nvPr>
        </p:nvSpPr>
        <p:spPr>
          <a:xfrm>
            <a:off x="5751478" y="3630750"/>
            <a:ext cx="1984800" cy="468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328" name="Google Shape;328;p13"/>
          <p:cNvSpPr txBox="1"/>
          <p:nvPr>
            <p:ph idx="14" type="title"/>
          </p:nvPr>
        </p:nvSpPr>
        <p:spPr>
          <a:xfrm>
            <a:off x="5751478" y="3184950"/>
            <a:ext cx="2411700" cy="445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l">
              <a:spcBef>
                <a:spcPts val="0"/>
              </a:spcBef>
              <a:spcAft>
                <a:spcPts val="0"/>
              </a:spcAft>
              <a:buSzPts val="2200"/>
              <a:buNone/>
              <a:defRPr sz="2200"/>
            </a:lvl2pPr>
            <a:lvl3pPr lvl="2" rtl="0" algn="l">
              <a:spcBef>
                <a:spcPts val="0"/>
              </a:spcBef>
              <a:spcAft>
                <a:spcPts val="0"/>
              </a:spcAft>
              <a:buSzPts val="2200"/>
              <a:buNone/>
              <a:defRPr sz="2200"/>
            </a:lvl3pPr>
            <a:lvl4pPr lvl="3" rtl="0" algn="l">
              <a:spcBef>
                <a:spcPts val="0"/>
              </a:spcBef>
              <a:spcAft>
                <a:spcPts val="0"/>
              </a:spcAft>
              <a:buSzPts val="2200"/>
              <a:buNone/>
              <a:defRPr sz="2200"/>
            </a:lvl4pPr>
            <a:lvl5pPr lvl="4" rtl="0" algn="l">
              <a:spcBef>
                <a:spcPts val="0"/>
              </a:spcBef>
              <a:spcAft>
                <a:spcPts val="0"/>
              </a:spcAft>
              <a:buSzPts val="2200"/>
              <a:buNone/>
              <a:defRPr sz="2200"/>
            </a:lvl5pPr>
            <a:lvl6pPr lvl="5" rtl="0" algn="l">
              <a:spcBef>
                <a:spcPts val="0"/>
              </a:spcBef>
              <a:spcAft>
                <a:spcPts val="0"/>
              </a:spcAft>
              <a:buSzPts val="2200"/>
              <a:buNone/>
              <a:defRPr sz="2200"/>
            </a:lvl6pPr>
            <a:lvl7pPr lvl="6" rtl="0" algn="l">
              <a:spcBef>
                <a:spcPts val="0"/>
              </a:spcBef>
              <a:spcAft>
                <a:spcPts val="0"/>
              </a:spcAft>
              <a:buSzPts val="2200"/>
              <a:buNone/>
              <a:defRPr sz="2200"/>
            </a:lvl7pPr>
            <a:lvl8pPr lvl="7" rtl="0" algn="l">
              <a:spcBef>
                <a:spcPts val="0"/>
              </a:spcBef>
              <a:spcAft>
                <a:spcPts val="0"/>
              </a:spcAft>
              <a:buSzPts val="2200"/>
              <a:buNone/>
              <a:defRPr sz="2200"/>
            </a:lvl8pPr>
            <a:lvl9pPr lvl="8" rtl="0" algn="l">
              <a:spcBef>
                <a:spcPts val="0"/>
              </a:spcBef>
              <a:spcAft>
                <a:spcPts val="0"/>
              </a:spcAft>
              <a:buSzPts val="2200"/>
              <a:buNone/>
              <a:defRPr sz="2200"/>
            </a:lvl9pPr>
          </a:lstStyle>
          <a:p/>
        </p:txBody>
      </p:sp>
      <p:sp>
        <p:nvSpPr>
          <p:cNvPr id="329" name="Google Shape;329;p13"/>
          <p:cNvSpPr txBox="1"/>
          <p:nvPr>
            <p:ph hasCustomPrompt="1" idx="15" type="title"/>
          </p:nvPr>
        </p:nvSpPr>
        <p:spPr>
          <a:xfrm>
            <a:off x="4798887" y="3353393"/>
            <a:ext cx="837900" cy="57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30" name="Google Shape;330;p13"/>
          <p:cNvSpPr/>
          <p:nvPr/>
        </p:nvSpPr>
        <p:spPr>
          <a:xfrm>
            <a:off x="3042817" y="47073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1" name="Google Shape;331;p13"/>
          <p:cNvGrpSpPr/>
          <p:nvPr/>
        </p:nvGrpSpPr>
        <p:grpSpPr>
          <a:xfrm rot="-2700000">
            <a:off x="396811" y="4399721"/>
            <a:ext cx="427971" cy="409446"/>
            <a:chOff x="4058550" y="928275"/>
            <a:chExt cx="427975" cy="409450"/>
          </a:xfrm>
        </p:grpSpPr>
        <p:sp>
          <p:nvSpPr>
            <p:cNvPr id="332" name="Google Shape;332;p13"/>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13"/>
          <p:cNvSpPr/>
          <p:nvPr/>
        </p:nvSpPr>
        <p:spPr>
          <a:xfrm>
            <a:off x="7824842" y="2374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a:off x="263192" y="3564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8526142" y="29917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456092" y="28674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6308467" y="47477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 name="Google Shape;340;p13"/>
          <p:cNvGrpSpPr/>
          <p:nvPr/>
        </p:nvGrpSpPr>
        <p:grpSpPr>
          <a:xfrm>
            <a:off x="7850964" y="4060720"/>
            <a:ext cx="553958" cy="536621"/>
            <a:chOff x="-1830642" y="-1141753"/>
            <a:chExt cx="1178635" cy="1141747"/>
          </a:xfrm>
        </p:grpSpPr>
        <p:sp>
          <p:nvSpPr>
            <p:cNvPr id="341" name="Google Shape;341;p13"/>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5">
    <p:spTree>
      <p:nvGrpSpPr>
        <p:cNvPr id="352" name="Shape 352"/>
        <p:cNvGrpSpPr/>
        <p:nvPr/>
      </p:nvGrpSpPr>
      <p:grpSpPr>
        <a:xfrm>
          <a:off x="0" y="0"/>
          <a:ext cx="0" cy="0"/>
          <a:chOff x="0" y="0"/>
          <a:chExt cx="0" cy="0"/>
        </a:xfrm>
      </p:grpSpPr>
      <p:sp>
        <p:nvSpPr>
          <p:cNvPr id="353" name="Google Shape;353;p14"/>
          <p:cNvSpPr txBox="1"/>
          <p:nvPr>
            <p:ph idx="1" type="subTitle"/>
          </p:nvPr>
        </p:nvSpPr>
        <p:spPr>
          <a:xfrm>
            <a:off x="714300" y="1777875"/>
            <a:ext cx="3248700" cy="227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595959"/>
              </a:buClr>
              <a:buSzPts val="1400"/>
              <a:buFont typeface="Anaheim"/>
              <a:buChar char="●"/>
              <a:defRPr sz="1400"/>
            </a:lvl1pPr>
            <a:lvl2pPr lvl="1" rtl="0">
              <a:lnSpc>
                <a:spcPct val="100000"/>
              </a:lnSpc>
              <a:spcBef>
                <a:spcPts val="0"/>
              </a:spcBef>
              <a:spcAft>
                <a:spcPts val="0"/>
              </a:spcAft>
              <a:buClr>
                <a:srgbClr val="595959"/>
              </a:buClr>
              <a:buSzPts val="1400"/>
              <a:buFont typeface="Anaheim"/>
              <a:buChar char="○"/>
              <a:defRPr sz="1200"/>
            </a:lvl2pPr>
            <a:lvl3pPr lvl="2" rtl="0">
              <a:lnSpc>
                <a:spcPct val="100000"/>
              </a:lnSpc>
              <a:spcBef>
                <a:spcPts val="0"/>
              </a:spcBef>
              <a:spcAft>
                <a:spcPts val="0"/>
              </a:spcAft>
              <a:buClr>
                <a:srgbClr val="595959"/>
              </a:buClr>
              <a:buSzPts val="1400"/>
              <a:buFont typeface="Anaheim"/>
              <a:buChar char="■"/>
              <a:defRPr sz="1200"/>
            </a:lvl3pPr>
            <a:lvl4pPr lvl="3" rtl="0">
              <a:lnSpc>
                <a:spcPct val="100000"/>
              </a:lnSpc>
              <a:spcBef>
                <a:spcPts val="0"/>
              </a:spcBef>
              <a:spcAft>
                <a:spcPts val="0"/>
              </a:spcAft>
              <a:buClr>
                <a:srgbClr val="595959"/>
              </a:buClr>
              <a:buSzPts val="1400"/>
              <a:buFont typeface="Anaheim"/>
              <a:buChar char="●"/>
              <a:defRPr sz="1200"/>
            </a:lvl4pPr>
            <a:lvl5pPr lvl="4" rtl="0">
              <a:lnSpc>
                <a:spcPct val="100000"/>
              </a:lnSpc>
              <a:spcBef>
                <a:spcPts val="0"/>
              </a:spcBef>
              <a:spcAft>
                <a:spcPts val="0"/>
              </a:spcAft>
              <a:buClr>
                <a:srgbClr val="595959"/>
              </a:buClr>
              <a:buSzPts val="1400"/>
              <a:buFont typeface="Anaheim"/>
              <a:buChar char="○"/>
              <a:defRPr sz="1200"/>
            </a:lvl5pPr>
            <a:lvl6pPr lvl="5" rtl="0">
              <a:lnSpc>
                <a:spcPct val="100000"/>
              </a:lnSpc>
              <a:spcBef>
                <a:spcPts val="0"/>
              </a:spcBef>
              <a:spcAft>
                <a:spcPts val="0"/>
              </a:spcAft>
              <a:buClr>
                <a:srgbClr val="595959"/>
              </a:buClr>
              <a:buSzPts val="1400"/>
              <a:buFont typeface="Anaheim"/>
              <a:buChar char="■"/>
              <a:defRPr sz="1200"/>
            </a:lvl6pPr>
            <a:lvl7pPr lvl="6" rtl="0">
              <a:lnSpc>
                <a:spcPct val="100000"/>
              </a:lnSpc>
              <a:spcBef>
                <a:spcPts val="0"/>
              </a:spcBef>
              <a:spcAft>
                <a:spcPts val="0"/>
              </a:spcAft>
              <a:buClr>
                <a:srgbClr val="595959"/>
              </a:buClr>
              <a:buSzPts val="1400"/>
              <a:buFont typeface="Anaheim"/>
              <a:buChar char="●"/>
              <a:defRPr sz="1200"/>
            </a:lvl7pPr>
            <a:lvl8pPr lvl="7" rtl="0">
              <a:lnSpc>
                <a:spcPct val="100000"/>
              </a:lnSpc>
              <a:spcBef>
                <a:spcPts val="0"/>
              </a:spcBef>
              <a:spcAft>
                <a:spcPts val="0"/>
              </a:spcAft>
              <a:buClr>
                <a:srgbClr val="595959"/>
              </a:buClr>
              <a:buSzPts val="1400"/>
              <a:buFont typeface="Anaheim"/>
              <a:buChar char="○"/>
              <a:defRPr sz="1200"/>
            </a:lvl8pPr>
            <a:lvl9pPr lvl="8" rtl="0">
              <a:lnSpc>
                <a:spcPct val="100000"/>
              </a:lnSpc>
              <a:spcBef>
                <a:spcPts val="0"/>
              </a:spcBef>
              <a:spcAft>
                <a:spcPts val="0"/>
              </a:spcAft>
              <a:buClr>
                <a:srgbClr val="595959"/>
              </a:buClr>
              <a:buSzPts val="1400"/>
              <a:buFont typeface="Anaheim"/>
              <a:buChar char="■"/>
              <a:defRPr sz="1200"/>
            </a:lvl9pPr>
          </a:lstStyle>
          <a:p/>
        </p:txBody>
      </p:sp>
      <p:sp>
        <p:nvSpPr>
          <p:cNvPr id="354" name="Google Shape;354;p14"/>
          <p:cNvSpPr txBox="1"/>
          <p:nvPr>
            <p:ph type="title"/>
          </p:nvPr>
        </p:nvSpPr>
        <p:spPr>
          <a:xfrm>
            <a:off x="714300" y="1030400"/>
            <a:ext cx="3180300" cy="468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5" name="Google Shape;355;p14"/>
          <p:cNvSpPr/>
          <p:nvPr/>
        </p:nvSpPr>
        <p:spPr>
          <a:xfrm>
            <a:off x="3509717" y="14076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232167" y="7198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 name="Google Shape;357;p14"/>
          <p:cNvGrpSpPr/>
          <p:nvPr/>
        </p:nvGrpSpPr>
        <p:grpSpPr>
          <a:xfrm rot="-4948024">
            <a:off x="4166561" y="344868"/>
            <a:ext cx="427988" cy="409463"/>
            <a:chOff x="4058550" y="928275"/>
            <a:chExt cx="427975" cy="409450"/>
          </a:xfrm>
        </p:grpSpPr>
        <p:sp>
          <p:nvSpPr>
            <p:cNvPr id="358" name="Google Shape;358;p14"/>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4"/>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14"/>
          <p:cNvGrpSpPr/>
          <p:nvPr/>
        </p:nvGrpSpPr>
        <p:grpSpPr>
          <a:xfrm rot="2700000">
            <a:off x="577568" y="-114508"/>
            <a:ext cx="690770" cy="660869"/>
            <a:chOff x="4058550" y="928275"/>
            <a:chExt cx="427975" cy="409450"/>
          </a:xfrm>
        </p:grpSpPr>
        <p:sp>
          <p:nvSpPr>
            <p:cNvPr id="362" name="Google Shape;362;p14"/>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4"/>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4"/>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 name="Google Shape;365;p14"/>
          <p:cNvSpPr/>
          <p:nvPr/>
        </p:nvSpPr>
        <p:spPr>
          <a:xfrm>
            <a:off x="992242" y="475326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_1">
    <p:spTree>
      <p:nvGrpSpPr>
        <p:cNvPr id="366" name="Shape 366"/>
        <p:cNvGrpSpPr/>
        <p:nvPr/>
      </p:nvGrpSpPr>
      <p:grpSpPr>
        <a:xfrm>
          <a:off x="0" y="0"/>
          <a:ext cx="0" cy="0"/>
          <a:chOff x="0" y="0"/>
          <a:chExt cx="0" cy="0"/>
        </a:xfrm>
      </p:grpSpPr>
      <p:sp>
        <p:nvSpPr>
          <p:cNvPr id="367" name="Google Shape;367;p15"/>
          <p:cNvSpPr txBox="1"/>
          <p:nvPr>
            <p:ph idx="1" type="subTitle"/>
          </p:nvPr>
        </p:nvSpPr>
        <p:spPr>
          <a:xfrm>
            <a:off x="5855938" y="2617025"/>
            <a:ext cx="2276400" cy="1077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595959"/>
              </a:buClr>
              <a:buSzPts val="1400"/>
              <a:buFont typeface="Anaheim"/>
              <a:buChar char="●"/>
              <a:defRPr sz="1400"/>
            </a:lvl1pPr>
            <a:lvl2pPr lvl="1" rtl="0">
              <a:lnSpc>
                <a:spcPct val="100000"/>
              </a:lnSpc>
              <a:spcBef>
                <a:spcPts val="0"/>
              </a:spcBef>
              <a:spcAft>
                <a:spcPts val="0"/>
              </a:spcAft>
              <a:buClr>
                <a:srgbClr val="595959"/>
              </a:buClr>
              <a:buSzPts val="1400"/>
              <a:buFont typeface="Anaheim"/>
              <a:buChar char="○"/>
              <a:defRPr sz="1200"/>
            </a:lvl2pPr>
            <a:lvl3pPr lvl="2" rtl="0">
              <a:lnSpc>
                <a:spcPct val="100000"/>
              </a:lnSpc>
              <a:spcBef>
                <a:spcPts val="0"/>
              </a:spcBef>
              <a:spcAft>
                <a:spcPts val="0"/>
              </a:spcAft>
              <a:buClr>
                <a:srgbClr val="595959"/>
              </a:buClr>
              <a:buSzPts val="1400"/>
              <a:buFont typeface="Anaheim"/>
              <a:buChar char="■"/>
              <a:defRPr sz="1200"/>
            </a:lvl3pPr>
            <a:lvl4pPr lvl="3" rtl="0">
              <a:lnSpc>
                <a:spcPct val="100000"/>
              </a:lnSpc>
              <a:spcBef>
                <a:spcPts val="0"/>
              </a:spcBef>
              <a:spcAft>
                <a:spcPts val="0"/>
              </a:spcAft>
              <a:buClr>
                <a:srgbClr val="595959"/>
              </a:buClr>
              <a:buSzPts val="1400"/>
              <a:buFont typeface="Anaheim"/>
              <a:buChar char="●"/>
              <a:defRPr sz="1200"/>
            </a:lvl4pPr>
            <a:lvl5pPr lvl="4" rtl="0">
              <a:lnSpc>
                <a:spcPct val="100000"/>
              </a:lnSpc>
              <a:spcBef>
                <a:spcPts val="0"/>
              </a:spcBef>
              <a:spcAft>
                <a:spcPts val="0"/>
              </a:spcAft>
              <a:buClr>
                <a:srgbClr val="595959"/>
              </a:buClr>
              <a:buSzPts val="1400"/>
              <a:buFont typeface="Anaheim"/>
              <a:buChar char="○"/>
              <a:defRPr sz="1200"/>
            </a:lvl5pPr>
            <a:lvl6pPr lvl="5" rtl="0">
              <a:lnSpc>
                <a:spcPct val="100000"/>
              </a:lnSpc>
              <a:spcBef>
                <a:spcPts val="0"/>
              </a:spcBef>
              <a:spcAft>
                <a:spcPts val="0"/>
              </a:spcAft>
              <a:buClr>
                <a:srgbClr val="595959"/>
              </a:buClr>
              <a:buSzPts val="1400"/>
              <a:buFont typeface="Anaheim"/>
              <a:buChar char="■"/>
              <a:defRPr sz="1200"/>
            </a:lvl6pPr>
            <a:lvl7pPr lvl="6" rtl="0">
              <a:lnSpc>
                <a:spcPct val="100000"/>
              </a:lnSpc>
              <a:spcBef>
                <a:spcPts val="0"/>
              </a:spcBef>
              <a:spcAft>
                <a:spcPts val="0"/>
              </a:spcAft>
              <a:buClr>
                <a:srgbClr val="595959"/>
              </a:buClr>
              <a:buSzPts val="1400"/>
              <a:buFont typeface="Anaheim"/>
              <a:buChar char="●"/>
              <a:defRPr sz="1200"/>
            </a:lvl7pPr>
            <a:lvl8pPr lvl="7" rtl="0">
              <a:lnSpc>
                <a:spcPct val="100000"/>
              </a:lnSpc>
              <a:spcBef>
                <a:spcPts val="0"/>
              </a:spcBef>
              <a:spcAft>
                <a:spcPts val="0"/>
              </a:spcAft>
              <a:buClr>
                <a:srgbClr val="595959"/>
              </a:buClr>
              <a:buSzPts val="1400"/>
              <a:buFont typeface="Anaheim"/>
              <a:buChar char="○"/>
              <a:defRPr sz="1200"/>
            </a:lvl8pPr>
            <a:lvl9pPr lvl="8" rtl="0">
              <a:lnSpc>
                <a:spcPct val="100000"/>
              </a:lnSpc>
              <a:spcBef>
                <a:spcPts val="0"/>
              </a:spcBef>
              <a:spcAft>
                <a:spcPts val="0"/>
              </a:spcAft>
              <a:buClr>
                <a:srgbClr val="595959"/>
              </a:buClr>
              <a:buSzPts val="1400"/>
              <a:buFont typeface="Anaheim"/>
              <a:buChar char="■"/>
              <a:defRPr sz="1200"/>
            </a:lvl9pPr>
          </a:lstStyle>
          <a:p/>
        </p:txBody>
      </p:sp>
      <p:sp>
        <p:nvSpPr>
          <p:cNvPr id="368" name="Google Shape;368;p15"/>
          <p:cNvSpPr txBox="1"/>
          <p:nvPr>
            <p:ph type="title"/>
          </p:nvPr>
        </p:nvSpPr>
        <p:spPr>
          <a:xfrm>
            <a:off x="5855938" y="1448575"/>
            <a:ext cx="2276400" cy="1077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9" name="Google Shape;369;p15"/>
          <p:cNvSpPr/>
          <p:nvPr/>
        </p:nvSpPr>
        <p:spPr>
          <a:xfrm>
            <a:off x="2214317" y="36886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 name="Google Shape;370;p15"/>
          <p:cNvGrpSpPr/>
          <p:nvPr/>
        </p:nvGrpSpPr>
        <p:grpSpPr>
          <a:xfrm rot="-4948024">
            <a:off x="492473" y="260743"/>
            <a:ext cx="427988" cy="409463"/>
            <a:chOff x="4058550" y="928275"/>
            <a:chExt cx="427975" cy="409450"/>
          </a:xfrm>
        </p:grpSpPr>
        <p:sp>
          <p:nvSpPr>
            <p:cNvPr id="371" name="Google Shape;371;p1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15"/>
          <p:cNvSpPr/>
          <p:nvPr/>
        </p:nvSpPr>
        <p:spPr>
          <a:xfrm>
            <a:off x="6631042" y="28313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 name="Google Shape;375;p15"/>
          <p:cNvGrpSpPr/>
          <p:nvPr/>
        </p:nvGrpSpPr>
        <p:grpSpPr>
          <a:xfrm>
            <a:off x="7789585" y="-93073"/>
            <a:ext cx="690794" cy="660893"/>
            <a:chOff x="4058550" y="928275"/>
            <a:chExt cx="427975" cy="409450"/>
          </a:xfrm>
        </p:grpSpPr>
        <p:sp>
          <p:nvSpPr>
            <p:cNvPr id="376" name="Google Shape;376;p1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 name="Google Shape;379;p15"/>
          <p:cNvSpPr/>
          <p:nvPr/>
        </p:nvSpPr>
        <p:spPr>
          <a:xfrm>
            <a:off x="8480367" y="9174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5"/>
          <p:cNvSpPr/>
          <p:nvPr/>
        </p:nvSpPr>
        <p:spPr>
          <a:xfrm>
            <a:off x="175017" y="12994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5_1_1">
    <p:spTree>
      <p:nvGrpSpPr>
        <p:cNvPr id="381" name="Shape 381"/>
        <p:cNvGrpSpPr/>
        <p:nvPr/>
      </p:nvGrpSpPr>
      <p:grpSpPr>
        <a:xfrm>
          <a:off x="0" y="0"/>
          <a:ext cx="0" cy="0"/>
          <a:chOff x="0" y="0"/>
          <a:chExt cx="0" cy="0"/>
        </a:xfrm>
      </p:grpSpPr>
      <p:sp>
        <p:nvSpPr>
          <p:cNvPr id="382" name="Google Shape;382;p16"/>
          <p:cNvSpPr txBox="1"/>
          <p:nvPr>
            <p:ph idx="1" type="subTitle"/>
          </p:nvPr>
        </p:nvSpPr>
        <p:spPr>
          <a:xfrm>
            <a:off x="714300" y="1248900"/>
            <a:ext cx="7715400" cy="335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sz="1400"/>
            </a:lvl1pPr>
            <a:lvl2pPr lvl="1" rtl="0">
              <a:lnSpc>
                <a:spcPct val="100000"/>
              </a:lnSpc>
              <a:spcBef>
                <a:spcPts val="0"/>
              </a:spcBef>
              <a:spcAft>
                <a:spcPts val="0"/>
              </a:spcAft>
              <a:buSzPts val="1200"/>
              <a:buChar char="○"/>
              <a:defRPr sz="1200"/>
            </a:lvl2pPr>
            <a:lvl3pPr lvl="2" rtl="0">
              <a:lnSpc>
                <a:spcPct val="100000"/>
              </a:lnSpc>
              <a:spcBef>
                <a:spcPts val="0"/>
              </a:spcBef>
              <a:spcAft>
                <a:spcPts val="0"/>
              </a:spcAft>
              <a:buSzPts val="1200"/>
              <a:buChar char="■"/>
              <a:defRPr sz="1200"/>
            </a:lvl3pPr>
            <a:lvl4pPr lvl="3" rtl="0">
              <a:lnSpc>
                <a:spcPct val="100000"/>
              </a:lnSpc>
              <a:spcBef>
                <a:spcPts val="0"/>
              </a:spcBef>
              <a:spcAft>
                <a:spcPts val="0"/>
              </a:spcAft>
              <a:buSzPts val="1200"/>
              <a:buChar char="●"/>
              <a:defRPr sz="1200"/>
            </a:lvl4pPr>
            <a:lvl5pPr lvl="4" rtl="0">
              <a:lnSpc>
                <a:spcPct val="100000"/>
              </a:lnSpc>
              <a:spcBef>
                <a:spcPts val="0"/>
              </a:spcBef>
              <a:spcAft>
                <a:spcPts val="0"/>
              </a:spcAft>
              <a:buSzPts val="1200"/>
              <a:buChar char="○"/>
              <a:defRPr sz="1200"/>
            </a:lvl5pPr>
            <a:lvl6pPr lvl="5" rtl="0">
              <a:lnSpc>
                <a:spcPct val="100000"/>
              </a:lnSpc>
              <a:spcBef>
                <a:spcPts val="0"/>
              </a:spcBef>
              <a:spcAft>
                <a:spcPts val="0"/>
              </a:spcAft>
              <a:buSzPts val="1200"/>
              <a:buChar char="■"/>
              <a:defRPr sz="1200"/>
            </a:lvl6pPr>
            <a:lvl7pPr lvl="6" rtl="0">
              <a:lnSpc>
                <a:spcPct val="100000"/>
              </a:lnSpc>
              <a:spcBef>
                <a:spcPts val="0"/>
              </a:spcBef>
              <a:spcAft>
                <a:spcPts val="0"/>
              </a:spcAft>
              <a:buSzPts val="1200"/>
              <a:buChar char="●"/>
              <a:defRPr sz="1200"/>
            </a:lvl7pPr>
            <a:lvl8pPr lvl="7" rtl="0">
              <a:lnSpc>
                <a:spcPct val="100000"/>
              </a:lnSpc>
              <a:spcBef>
                <a:spcPts val="0"/>
              </a:spcBef>
              <a:spcAft>
                <a:spcPts val="0"/>
              </a:spcAft>
              <a:buSzPts val="1200"/>
              <a:buChar char="○"/>
              <a:defRPr sz="1200"/>
            </a:lvl8pPr>
            <a:lvl9pPr lvl="8" rtl="0">
              <a:lnSpc>
                <a:spcPct val="100000"/>
              </a:lnSpc>
              <a:spcBef>
                <a:spcPts val="0"/>
              </a:spcBef>
              <a:spcAft>
                <a:spcPts val="0"/>
              </a:spcAft>
              <a:buSzPts val="1200"/>
              <a:buChar char="■"/>
              <a:defRPr sz="1200"/>
            </a:lvl9pPr>
          </a:lstStyle>
          <a:p/>
        </p:txBody>
      </p:sp>
      <p:sp>
        <p:nvSpPr>
          <p:cNvPr id="383" name="Google Shape;383;p16"/>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4" name="Google Shape;384;p16"/>
          <p:cNvGrpSpPr/>
          <p:nvPr/>
        </p:nvGrpSpPr>
        <p:grpSpPr>
          <a:xfrm rot="1538468">
            <a:off x="8538687" y="1365817"/>
            <a:ext cx="690820" cy="660917"/>
            <a:chOff x="4058550" y="928275"/>
            <a:chExt cx="427975" cy="409450"/>
          </a:xfrm>
        </p:grpSpPr>
        <p:sp>
          <p:nvSpPr>
            <p:cNvPr id="385" name="Google Shape;385;p16"/>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16"/>
          <p:cNvGrpSpPr/>
          <p:nvPr/>
        </p:nvGrpSpPr>
        <p:grpSpPr>
          <a:xfrm rot="5714365">
            <a:off x="7165721" y="-273911"/>
            <a:ext cx="690813" cy="660911"/>
            <a:chOff x="4058550" y="928275"/>
            <a:chExt cx="427975" cy="409450"/>
          </a:xfrm>
        </p:grpSpPr>
        <p:sp>
          <p:nvSpPr>
            <p:cNvPr id="389" name="Google Shape;389;p16"/>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 name="Google Shape;392;p16"/>
          <p:cNvGrpSpPr/>
          <p:nvPr/>
        </p:nvGrpSpPr>
        <p:grpSpPr>
          <a:xfrm rot="-3706308">
            <a:off x="7832811" y="4399714"/>
            <a:ext cx="427989" cy="409464"/>
            <a:chOff x="4058550" y="928275"/>
            <a:chExt cx="427975" cy="409450"/>
          </a:xfrm>
        </p:grpSpPr>
        <p:sp>
          <p:nvSpPr>
            <p:cNvPr id="393" name="Google Shape;393;p16"/>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6" name="Google Shape;396;p16"/>
          <p:cNvSpPr/>
          <p:nvPr/>
        </p:nvSpPr>
        <p:spPr>
          <a:xfrm>
            <a:off x="8546242" y="3563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
          <p:cNvSpPr/>
          <p:nvPr/>
        </p:nvSpPr>
        <p:spPr>
          <a:xfrm>
            <a:off x="8633842" y="35606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a:off x="7071767" y="46966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a:off x="7765192" y="9771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400" name="Shape 400"/>
        <p:cNvGrpSpPr/>
        <p:nvPr/>
      </p:nvGrpSpPr>
      <p:grpSpPr>
        <a:xfrm>
          <a:off x="0" y="0"/>
          <a:ext cx="0" cy="0"/>
          <a:chOff x="0" y="0"/>
          <a:chExt cx="0" cy="0"/>
        </a:xfrm>
      </p:grpSpPr>
      <p:sp>
        <p:nvSpPr>
          <p:cNvPr id="401" name="Google Shape;401;p17"/>
          <p:cNvSpPr txBox="1"/>
          <p:nvPr>
            <p:ph idx="1" type="subTitle"/>
          </p:nvPr>
        </p:nvSpPr>
        <p:spPr>
          <a:xfrm>
            <a:off x="866700" y="3173975"/>
            <a:ext cx="2066400" cy="74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02" name="Google Shape;402;p17"/>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17"/>
          <p:cNvSpPr txBox="1"/>
          <p:nvPr>
            <p:ph idx="2" type="title"/>
          </p:nvPr>
        </p:nvSpPr>
        <p:spPr>
          <a:xfrm>
            <a:off x="866700" y="2709125"/>
            <a:ext cx="2066400" cy="38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04" name="Google Shape;404;p17"/>
          <p:cNvSpPr txBox="1"/>
          <p:nvPr>
            <p:ph idx="3" type="subTitle"/>
          </p:nvPr>
        </p:nvSpPr>
        <p:spPr>
          <a:xfrm>
            <a:off x="3538800" y="3173975"/>
            <a:ext cx="2066400" cy="74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05" name="Google Shape;405;p17"/>
          <p:cNvSpPr txBox="1"/>
          <p:nvPr>
            <p:ph idx="4" type="title"/>
          </p:nvPr>
        </p:nvSpPr>
        <p:spPr>
          <a:xfrm>
            <a:off x="3538800" y="2709125"/>
            <a:ext cx="2066400" cy="38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06" name="Google Shape;406;p17"/>
          <p:cNvSpPr txBox="1"/>
          <p:nvPr>
            <p:ph idx="5" type="subTitle"/>
          </p:nvPr>
        </p:nvSpPr>
        <p:spPr>
          <a:xfrm>
            <a:off x="6363300" y="3173975"/>
            <a:ext cx="2066400" cy="74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07" name="Google Shape;407;p17"/>
          <p:cNvSpPr txBox="1"/>
          <p:nvPr>
            <p:ph idx="6" type="title"/>
          </p:nvPr>
        </p:nvSpPr>
        <p:spPr>
          <a:xfrm>
            <a:off x="6363300" y="2709125"/>
            <a:ext cx="2066400" cy="38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grpSp>
        <p:nvGrpSpPr>
          <p:cNvPr id="408" name="Google Shape;408;p17"/>
          <p:cNvGrpSpPr/>
          <p:nvPr/>
        </p:nvGrpSpPr>
        <p:grpSpPr>
          <a:xfrm rot="1800044">
            <a:off x="8215566" y="4378449"/>
            <a:ext cx="299468" cy="452015"/>
            <a:chOff x="2302950" y="4431025"/>
            <a:chExt cx="299475" cy="452025"/>
          </a:xfrm>
        </p:grpSpPr>
        <p:sp>
          <p:nvSpPr>
            <p:cNvPr id="409" name="Google Shape;409;p17"/>
            <p:cNvSpPr/>
            <p:nvPr/>
          </p:nvSpPr>
          <p:spPr>
            <a:xfrm>
              <a:off x="2368825" y="4436850"/>
              <a:ext cx="227725" cy="236925"/>
            </a:xfrm>
            <a:custGeom>
              <a:rect b="b" l="l" r="r" t="t"/>
              <a:pathLst>
                <a:path extrusionOk="0" h="9477" w="9109">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2307500" y="4615050"/>
              <a:ext cx="232950" cy="262200"/>
            </a:xfrm>
            <a:custGeom>
              <a:rect b="b" l="l" r="r" t="t"/>
              <a:pathLst>
                <a:path extrusionOk="0" h="10488" w="9318">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2440600" y="4446725"/>
              <a:ext cx="155950" cy="227050"/>
            </a:xfrm>
            <a:custGeom>
              <a:rect b="b" l="l" r="r" t="t"/>
              <a:pathLst>
                <a:path extrusionOk="0" h="9082" w="6238">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2423625" y="4475650"/>
              <a:ext cx="86800" cy="92525"/>
            </a:xfrm>
            <a:custGeom>
              <a:rect b="b" l="l" r="r" t="t"/>
              <a:pathLst>
                <a:path extrusionOk="0" h="3701" w="3472">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2379275" y="4614550"/>
              <a:ext cx="13725" cy="2725"/>
            </a:xfrm>
            <a:custGeom>
              <a:rect b="b" l="l" r="r" t="t"/>
              <a:pathLst>
                <a:path extrusionOk="0" h="109" w="549">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2354475" y="4622875"/>
              <a:ext cx="185975" cy="254475"/>
            </a:xfrm>
            <a:custGeom>
              <a:rect b="b" l="l" r="r" t="t"/>
              <a:pathLst>
                <a:path extrusionOk="0" h="10179" w="7439">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
            <p:cNvSpPr/>
            <p:nvPr/>
          </p:nvSpPr>
          <p:spPr>
            <a:xfrm>
              <a:off x="2341425" y="4722200"/>
              <a:ext cx="69850" cy="80375"/>
            </a:xfrm>
            <a:custGeom>
              <a:rect b="b" l="l" r="r" t="t"/>
              <a:pathLst>
                <a:path extrusionOk="0" h="3215" w="2794">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7"/>
            <p:cNvSpPr/>
            <p:nvPr/>
          </p:nvSpPr>
          <p:spPr>
            <a:xfrm>
              <a:off x="2302950" y="4431025"/>
              <a:ext cx="299475" cy="452025"/>
            </a:xfrm>
            <a:custGeom>
              <a:rect b="b" l="l" r="r" t="t"/>
              <a:pathLst>
                <a:path extrusionOk="0" h="18081" w="11979">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2557375" y="4487550"/>
              <a:ext cx="26775" cy="99750"/>
            </a:xfrm>
            <a:custGeom>
              <a:rect b="b" l="l" r="r" t="t"/>
              <a:pathLst>
                <a:path extrusionOk="0" h="3990" w="1071">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2321200" y="4756125"/>
              <a:ext cx="22225" cy="80100"/>
            </a:xfrm>
            <a:custGeom>
              <a:rect b="b" l="l" r="r" t="t"/>
              <a:pathLst>
                <a:path extrusionOk="0" h="3204" w="889">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2336225" y="4740175"/>
              <a:ext cx="5875" cy="10600"/>
            </a:xfrm>
            <a:custGeom>
              <a:rect b="b" l="l" r="r" t="t"/>
              <a:pathLst>
                <a:path extrusionOk="0" h="424" w="235">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7"/>
            <p:cNvSpPr/>
            <p:nvPr/>
          </p:nvSpPr>
          <p:spPr>
            <a:xfrm>
              <a:off x="2552150" y="4591725"/>
              <a:ext cx="5250" cy="10950"/>
            </a:xfrm>
            <a:custGeom>
              <a:rect b="b" l="l" r="r" t="t"/>
              <a:pathLst>
                <a:path extrusionOk="0" h="438" w="21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 name="Google Shape;421;p17"/>
          <p:cNvGrpSpPr/>
          <p:nvPr/>
        </p:nvGrpSpPr>
        <p:grpSpPr>
          <a:xfrm rot="5245113">
            <a:off x="7641174" y="334227"/>
            <a:ext cx="690811" cy="660909"/>
            <a:chOff x="4058550" y="928275"/>
            <a:chExt cx="427975" cy="409450"/>
          </a:xfrm>
        </p:grpSpPr>
        <p:sp>
          <p:nvSpPr>
            <p:cNvPr id="422" name="Google Shape;422;p1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 name="Google Shape;425;p17"/>
          <p:cNvGrpSpPr/>
          <p:nvPr/>
        </p:nvGrpSpPr>
        <p:grpSpPr>
          <a:xfrm rot="1538468">
            <a:off x="1687337" y="410542"/>
            <a:ext cx="690820" cy="660917"/>
            <a:chOff x="4058550" y="928275"/>
            <a:chExt cx="427975" cy="409450"/>
          </a:xfrm>
        </p:grpSpPr>
        <p:sp>
          <p:nvSpPr>
            <p:cNvPr id="426" name="Google Shape;426;p1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17"/>
          <p:cNvGrpSpPr/>
          <p:nvPr/>
        </p:nvGrpSpPr>
        <p:grpSpPr>
          <a:xfrm rot="-3706308">
            <a:off x="448311" y="979314"/>
            <a:ext cx="427989" cy="409464"/>
            <a:chOff x="4058550" y="928275"/>
            <a:chExt cx="427975" cy="409450"/>
          </a:xfrm>
        </p:grpSpPr>
        <p:sp>
          <p:nvSpPr>
            <p:cNvPr id="430" name="Google Shape;430;p1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3" name="Google Shape;433;p17"/>
          <p:cNvSpPr/>
          <p:nvPr/>
        </p:nvSpPr>
        <p:spPr>
          <a:xfrm>
            <a:off x="886967" y="2936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p:nvPr/>
        </p:nvSpPr>
        <p:spPr>
          <a:xfrm>
            <a:off x="6472267" y="4868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p:nvPr/>
        </p:nvSpPr>
        <p:spPr>
          <a:xfrm>
            <a:off x="8548117" y="15127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7"/>
          <p:cNvSpPr/>
          <p:nvPr/>
        </p:nvSpPr>
        <p:spPr>
          <a:xfrm>
            <a:off x="617842" y="45078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7"/>
          <p:cNvSpPr/>
          <p:nvPr/>
        </p:nvSpPr>
        <p:spPr>
          <a:xfrm>
            <a:off x="4460417" y="44061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438" name="Shape 438"/>
        <p:cNvGrpSpPr/>
        <p:nvPr/>
      </p:nvGrpSpPr>
      <p:grpSpPr>
        <a:xfrm>
          <a:off x="0" y="0"/>
          <a:ext cx="0" cy="0"/>
          <a:chOff x="0" y="0"/>
          <a:chExt cx="0" cy="0"/>
        </a:xfrm>
      </p:grpSpPr>
      <p:sp>
        <p:nvSpPr>
          <p:cNvPr id="439" name="Google Shape;439;p18"/>
          <p:cNvSpPr txBox="1"/>
          <p:nvPr>
            <p:ph idx="1" type="subTitle"/>
          </p:nvPr>
        </p:nvSpPr>
        <p:spPr>
          <a:xfrm>
            <a:off x="2130156" y="3621184"/>
            <a:ext cx="2066400" cy="72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40" name="Google Shape;440;p18"/>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18"/>
          <p:cNvSpPr txBox="1"/>
          <p:nvPr>
            <p:ph idx="2" type="title"/>
          </p:nvPr>
        </p:nvSpPr>
        <p:spPr>
          <a:xfrm>
            <a:off x="2130156" y="3234184"/>
            <a:ext cx="2066400" cy="387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42" name="Google Shape;442;p18"/>
          <p:cNvSpPr txBox="1"/>
          <p:nvPr>
            <p:ph idx="3" type="subTitle"/>
          </p:nvPr>
        </p:nvSpPr>
        <p:spPr>
          <a:xfrm>
            <a:off x="2130156" y="1944632"/>
            <a:ext cx="2066400" cy="74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43" name="Google Shape;443;p18"/>
          <p:cNvSpPr txBox="1"/>
          <p:nvPr>
            <p:ph idx="4" type="title"/>
          </p:nvPr>
        </p:nvSpPr>
        <p:spPr>
          <a:xfrm>
            <a:off x="2130156" y="1557618"/>
            <a:ext cx="2066400" cy="387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44" name="Google Shape;444;p18"/>
          <p:cNvSpPr txBox="1"/>
          <p:nvPr>
            <p:ph idx="5" type="subTitle"/>
          </p:nvPr>
        </p:nvSpPr>
        <p:spPr>
          <a:xfrm>
            <a:off x="5993210" y="3621184"/>
            <a:ext cx="2066400" cy="72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45" name="Google Shape;445;p18"/>
          <p:cNvSpPr txBox="1"/>
          <p:nvPr>
            <p:ph idx="6" type="title"/>
          </p:nvPr>
        </p:nvSpPr>
        <p:spPr>
          <a:xfrm>
            <a:off x="5993210" y="3234184"/>
            <a:ext cx="2066400" cy="387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46" name="Google Shape;446;p18"/>
          <p:cNvSpPr txBox="1"/>
          <p:nvPr>
            <p:ph idx="7" type="subTitle"/>
          </p:nvPr>
        </p:nvSpPr>
        <p:spPr>
          <a:xfrm>
            <a:off x="5993210" y="1944646"/>
            <a:ext cx="2066400" cy="74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47" name="Google Shape;447;p18"/>
          <p:cNvSpPr txBox="1"/>
          <p:nvPr>
            <p:ph idx="8" type="title"/>
          </p:nvPr>
        </p:nvSpPr>
        <p:spPr>
          <a:xfrm>
            <a:off x="5993210" y="1557630"/>
            <a:ext cx="2066400" cy="387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grpSp>
        <p:nvGrpSpPr>
          <p:cNvPr id="448" name="Google Shape;448;p18"/>
          <p:cNvGrpSpPr/>
          <p:nvPr/>
        </p:nvGrpSpPr>
        <p:grpSpPr>
          <a:xfrm rot="5245113">
            <a:off x="6979399" y="-140798"/>
            <a:ext cx="690811" cy="660909"/>
            <a:chOff x="4058550" y="928275"/>
            <a:chExt cx="427975" cy="409450"/>
          </a:xfrm>
        </p:grpSpPr>
        <p:sp>
          <p:nvSpPr>
            <p:cNvPr id="449" name="Google Shape;449;p18"/>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8"/>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 name="Google Shape;452;p18"/>
          <p:cNvGrpSpPr/>
          <p:nvPr/>
        </p:nvGrpSpPr>
        <p:grpSpPr>
          <a:xfrm rot="1538468">
            <a:off x="8538687" y="683867"/>
            <a:ext cx="690820" cy="660917"/>
            <a:chOff x="4058550" y="928275"/>
            <a:chExt cx="427975" cy="409450"/>
          </a:xfrm>
        </p:grpSpPr>
        <p:sp>
          <p:nvSpPr>
            <p:cNvPr id="453" name="Google Shape;453;p18"/>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8"/>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 name="Google Shape;456;p18"/>
          <p:cNvGrpSpPr/>
          <p:nvPr/>
        </p:nvGrpSpPr>
        <p:grpSpPr>
          <a:xfrm rot="5714365">
            <a:off x="1203071" y="-47011"/>
            <a:ext cx="690813" cy="660911"/>
            <a:chOff x="4058550" y="928275"/>
            <a:chExt cx="427975" cy="409450"/>
          </a:xfrm>
        </p:grpSpPr>
        <p:sp>
          <p:nvSpPr>
            <p:cNvPr id="457" name="Google Shape;457;p18"/>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8"/>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8"/>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 name="Google Shape;460;p18"/>
          <p:cNvGrpSpPr/>
          <p:nvPr/>
        </p:nvGrpSpPr>
        <p:grpSpPr>
          <a:xfrm rot="-3706308">
            <a:off x="-199164" y="2097539"/>
            <a:ext cx="427989" cy="409464"/>
            <a:chOff x="4058550" y="928275"/>
            <a:chExt cx="427975" cy="409450"/>
          </a:xfrm>
        </p:grpSpPr>
        <p:sp>
          <p:nvSpPr>
            <p:cNvPr id="461" name="Google Shape;461;p18"/>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4" name="Google Shape;464;p18"/>
          <p:cNvSpPr/>
          <p:nvPr/>
        </p:nvSpPr>
        <p:spPr>
          <a:xfrm>
            <a:off x="296417" y="2936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8"/>
          <p:cNvSpPr/>
          <p:nvPr/>
        </p:nvSpPr>
        <p:spPr>
          <a:xfrm>
            <a:off x="714292" y="13541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8"/>
          <p:cNvSpPr/>
          <p:nvPr/>
        </p:nvSpPr>
        <p:spPr>
          <a:xfrm>
            <a:off x="8106030" y="2936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8"/>
          <p:cNvSpPr/>
          <p:nvPr/>
        </p:nvSpPr>
        <p:spPr>
          <a:xfrm>
            <a:off x="8652892" y="20169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
    <p:spTree>
      <p:nvGrpSpPr>
        <p:cNvPr id="468" name="Shape 468"/>
        <p:cNvGrpSpPr/>
        <p:nvPr/>
      </p:nvGrpSpPr>
      <p:grpSpPr>
        <a:xfrm>
          <a:off x="0" y="0"/>
          <a:ext cx="0" cy="0"/>
          <a:chOff x="0" y="0"/>
          <a:chExt cx="0" cy="0"/>
        </a:xfrm>
      </p:grpSpPr>
      <p:sp>
        <p:nvSpPr>
          <p:cNvPr id="469" name="Google Shape;469;p19"/>
          <p:cNvSpPr txBox="1"/>
          <p:nvPr>
            <p:ph idx="1" type="subTitle"/>
          </p:nvPr>
        </p:nvSpPr>
        <p:spPr>
          <a:xfrm>
            <a:off x="1019100" y="2146513"/>
            <a:ext cx="2066400" cy="4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70" name="Google Shape;470;p19"/>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1" name="Google Shape;471;p19"/>
          <p:cNvSpPr txBox="1"/>
          <p:nvPr>
            <p:ph idx="2" type="title"/>
          </p:nvPr>
        </p:nvSpPr>
        <p:spPr>
          <a:xfrm>
            <a:off x="1019100" y="1757863"/>
            <a:ext cx="20664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72" name="Google Shape;472;p19"/>
          <p:cNvSpPr txBox="1"/>
          <p:nvPr>
            <p:ph idx="3" type="subTitle"/>
          </p:nvPr>
        </p:nvSpPr>
        <p:spPr>
          <a:xfrm>
            <a:off x="3538800" y="2146513"/>
            <a:ext cx="2066400" cy="4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73" name="Google Shape;473;p19"/>
          <p:cNvSpPr txBox="1"/>
          <p:nvPr>
            <p:ph idx="4" type="title"/>
          </p:nvPr>
        </p:nvSpPr>
        <p:spPr>
          <a:xfrm>
            <a:off x="3538800" y="1757863"/>
            <a:ext cx="20664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74" name="Google Shape;474;p19"/>
          <p:cNvSpPr txBox="1"/>
          <p:nvPr>
            <p:ph idx="5" type="subTitle"/>
          </p:nvPr>
        </p:nvSpPr>
        <p:spPr>
          <a:xfrm>
            <a:off x="6058500" y="2146513"/>
            <a:ext cx="2066400" cy="4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75" name="Google Shape;475;p19"/>
          <p:cNvSpPr txBox="1"/>
          <p:nvPr>
            <p:ph idx="6" type="title"/>
          </p:nvPr>
        </p:nvSpPr>
        <p:spPr>
          <a:xfrm>
            <a:off x="6058500" y="1757863"/>
            <a:ext cx="20664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76" name="Google Shape;476;p19"/>
          <p:cNvSpPr txBox="1"/>
          <p:nvPr>
            <p:ph idx="7" type="subTitle"/>
          </p:nvPr>
        </p:nvSpPr>
        <p:spPr>
          <a:xfrm>
            <a:off x="1019100" y="4117400"/>
            <a:ext cx="2066400" cy="4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77" name="Google Shape;477;p19"/>
          <p:cNvSpPr txBox="1"/>
          <p:nvPr>
            <p:ph idx="8" type="title"/>
          </p:nvPr>
        </p:nvSpPr>
        <p:spPr>
          <a:xfrm>
            <a:off x="1019100" y="3728750"/>
            <a:ext cx="20664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78" name="Google Shape;478;p19"/>
          <p:cNvSpPr txBox="1"/>
          <p:nvPr>
            <p:ph idx="9" type="subTitle"/>
          </p:nvPr>
        </p:nvSpPr>
        <p:spPr>
          <a:xfrm>
            <a:off x="3538800" y="4117400"/>
            <a:ext cx="2066400" cy="4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79" name="Google Shape;479;p19"/>
          <p:cNvSpPr txBox="1"/>
          <p:nvPr>
            <p:ph idx="13" type="title"/>
          </p:nvPr>
        </p:nvSpPr>
        <p:spPr>
          <a:xfrm>
            <a:off x="3538800" y="3728750"/>
            <a:ext cx="20664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sp>
        <p:nvSpPr>
          <p:cNvPr id="480" name="Google Shape;480;p19"/>
          <p:cNvSpPr txBox="1"/>
          <p:nvPr>
            <p:ph idx="14" type="subTitle"/>
          </p:nvPr>
        </p:nvSpPr>
        <p:spPr>
          <a:xfrm>
            <a:off x="6058500" y="4117400"/>
            <a:ext cx="2066400" cy="46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481" name="Google Shape;481;p19"/>
          <p:cNvSpPr txBox="1"/>
          <p:nvPr>
            <p:ph idx="15" type="title"/>
          </p:nvPr>
        </p:nvSpPr>
        <p:spPr>
          <a:xfrm>
            <a:off x="6058500" y="3728750"/>
            <a:ext cx="20664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None/>
              <a:defRPr sz="2100"/>
            </a:lvl1pPr>
            <a:lvl2pPr lvl="1" rtl="0" algn="ctr">
              <a:spcBef>
                <a:spcPts val="0"/>
              </a:spcBef>
              <a:spcAft>
                <a:spcPts val="0"/>
              </a:spcAft>
              <a:buSzPts val="2200"/>
              <a:buNone/>
              <a:defRPr sz="2200"/>
            </a:lvl2pPr>
            <a:lvl3pPr lvl="2" rtl="0" algn="ctr">
              <a:spcBef>
                <a:spcPts val="0"/>
              </a:spcBef>
              <a:spcAft>
                <a:spcPts val="0"/>
              </a:spcAft>
              <a:buSzPts val="2200"/>
              <a:buNone/>
              <a:defRPr sz="2200"/>
            </a:lvl3pPr>
            <a:lvl4pPr lvl="3" rtl="0" algn="ctr">
              <a:spcBef>
                <a:spcPts val="0"/>
              </a:spcBef>
              <a:spcAft>
                <a:spcPts val="0"/>
              </a:spcAft>
              <a:buSzPts val="2200"/>
              <a:buNone/>
              <a:defRPr sz="2200"/>
            </a:lvl4pPr>
            <a:lvl5pPr lvl="4" rtl="0" algn="ctr">
              <a:spcBef>
                <a:spcPts val="0"/>
              </a:spcBef>
              <a:spcAft>
                <a:spcPts val="0"/>
              </a:spcAft>
              <a:buSzPts val="2200"/>
              <a:buNone/>
              <a:defRPr sz="2200"/>
            </a:lvl5pPr>
            <a:lvl6pPr lvl="5" rtl="0" algn="ctr">
              <a:spcBef>
                <a:spcPts val="0"/>
              </a:spcBef>
              <a:spcAft>
                <a:spcPts val="0"/>
              </a:spcAft>
              <a:buSzPts val="2200"/>
              <a:buNone/>
              <a:defRPr sz="2200"/>
            </a:lvl6pPr>
            <a:lvl7pPr lvl="6" rtl="0" algn="ctr">
              <a:spcBef>
                <a:spcPts val="0"/>
              </a:spcBef>
              <a:spcAft>
                <a:spcPts val="0"/>
              </a:spcAft>
              <a:buSzPts val="2200"/>
              <a:buNone/>
              <a:defRPr sz="2200"/>
            </a:lvl7pPr>
            <a:lvl8pPr lvl="7" rtl="0" algn="ctr">
              <a:spcBef>
                <a:spcPts val="0"/>
              </a:spcBef>
              <a:spcAft>
                <a:spcPts val="0"/>
              </a:spcAft>
              <a:buSzPts val="2200"/>
              <a:buNone/>
              <a:defRPr sz="2200"/>
            </a:lvl8pPr>
            <a:lvl9pPr lvl="8" rtl="0" algn="ctr">
              <a:spcBef>
                <a:spcPts val="0"/>
              </a:spcBef>
              <a:spcAft>
                <a:spcPts val="0"/>
              </a:spcAft>
              <a:buSzPts val="2200"/>
              <a:buNone/>
              <a:defRPr sz="2200"/>
            </a:lvl9pPr>
          </a:lstStyle>
          <a:p/>
        </p:txBody>
      </p:sp>
      <p:grpSp>
        <p:nvGrpSpPr>
          <p:cNvPr id="482" name="Google Shape;482;p19"/>
          <p:cNvGrpSpPr/>
          <p:nvPr/>
        </p:nvGrpSpPr>
        <p:grpSpPr>
          <a:xfrm rot="5714365">
            <a:off x="368896" y="593277"/>
            <a:ext cx="690813" cy="660911"/>
            <a:chOff x="4058550" y="928275"/>
            <a:chExt cx="427975" cy="409450"/>
          </a:xfrm>
        </p:grpSpPr>
        <p:sp>
          <p:nvSpPr>
            <p:cNvPr id="483" name="Google Shape;483;p19"/>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9"/>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 name="Google Shape;486;p19"/>
          <p:cNvSpPr/>
          <p:nvPr/>
        </p:nvSpPr>
        <p:spPr>
          <a:xfrm>
            <a:off x="8333255" y="3564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19"/>
          <p:cNvGrpSpPr/>
          <p:nvPr/>
        </p:nvGrpSpPr>
        <p:grpSpPr>
          <a:xfrm rot="-3706308">
            <a:off x="7467561" y="344864"/>
            <a:ext cx="427989" cy="409464"/>
            <a:chOff x="4058550" y="928275"/>
            <a:chExt cx="427975" cy="409450"/>
          </a:xfrm>
        </p:grpSpPr>
        <p:sp>
          <p:nvSpPr>
            <p:cNvPr id="488" name="Google Shape;488;p19"/>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9"/>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19"/>
          <p:cNvSpPr/>
          <p:nvPr/>
        </p:nvSpPr>
        <p:spPr>
          <a:xfrm>
            <a:off x="8526392" y="30994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2" name="Google Shape;492;p19"/>
          <p:cNvGrpSpPr/>
          <p:nvPr/>
        </p:nvGrpSpPr>
        <p:grpSpPr>
          <a:xfrm rot="129307">
            <a:off x="7933485" y="763818"/>
            <a:ext cx="690812" cy="660910"/>
            <a:chOff x="4058550" y="928275"/>
            <a:chExt cx="427975" cy="409450"/>
          </a:xfrm>
        </p:grpSpPr>
        <p:sp>
          <p:nvSpPr>
            <p:cNvPr id="493" name="Google Shape;493;p19"/>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9"/>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9"/>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6" name="Google Shape;496;p19"/>
          <p:cNvSpPr/>
          <p:nvPr/>
        </p:nvSpPr>
        <p:spPr>
          <a:xfrm>
            <a:off x="1930717" y="2196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9"/>
          <p:cNvSpPr/>
          <p:nvPr/>
        </p:nvSpPr>
        <p:spPr>
          <a:xfrm>
            <a:off x="372892" y="24213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8" name="Google Shape;498;p19"/>
          <p:cNvGrpSpPr/>
          <p:nvPr/>
        </p:nvGrpSpPr>
        <p:grpSpPr>
          <a:xfrm rot="1800044">
            <a:off x="8217841" y="4378449"/>
            <a:ext cx="299468" cy="452015"/>
            <a:chOff x="2302950" y="4431025"/>
            <a:chExt cx="299475" cy="452025"/>
          </a:xfrm>
        </p:grpSpPr>
        <p:sp>
          <p:nvSpPr>
            <p:cNvPr id="499" name="Google Shape;499;p19"/>
            <p:cNvSpPr/>
            <p:nvPr/>
          </p:nvSpPr>
          <p:spPr>
            <a:xfrm>
              <a:off x="2368825" y="4436850"/>
              <a:ext cx="227725" cy="236925"/>
            </a:xfrm>
            <a:custGeom>
              <a:rect b="b" l="l" r="r" t="t"/>
              <a:pathLst>
                <a:path extrusionOk="0" h="9477" w="9109">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
            <p:cNvSpPr/>
            <p:nvPr/>
          </p:nvSpPr>
          <p:spPr>
            <a:xfrm>
              <a:off x="2307500" y="4615050"/>
              <a:ext cx="232950" cy="262200"/>
            </a:xfrm>
            <a:custGeom>
              <a:rect b="b" l="l" r="r" t="t"/>
              <a:pathLst>
                <a:path extrusionOk="0" h="10488" w="9318">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9"/>
            <p:cNvSpPr/>
            <p:nvPr/>
          </p:nvSpPr>
          <p:spPr>
            <a:xfrm>
              <a:off x="2440600" y="4446725"/>
              <a:ext cx="155950" cy="227050"/>
            </a:xfrm>
            <a:custGeom>
              <a:rect b="b" l="l" r="r" t="t"/>
              <a:pathLst>
                <a:path extrusionOk="0" h="9082" w="6238">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9"/>
            <p:cNvSpPr/>
            <p:nvPr/>
          </p:nvSpPr>
          <p:spPr>
            <a:xfrm>
              <a:off x="2423625" y="4475650"/>
              <a:ext cx="86800" cy="92525"/>
            </a:xfrm>
            <a:custGeom>
              <a:rect b="b" l="l" r="r" t="t"/>
              <a:pathLst>
                <a:path extrusionOk="0" h="3701" w="3472">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
            <p:cNvSpPr/>
            <p:nvPr/>
          </p:nvSpPr>
          <p:spPr>
            <a:xfrm>
              <a:off x="2379275" y="4614550"/>
              <a:ext cx="13725" cy="2725"/>
            </a:xfrm>
            <a:custGeom>
              <a:rect b="b" l="l" r="r" t="t"/>
              <a:pathLst>
                <a:path extrusionOk="0" h="109" w="549">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9"/>
            <p:cNvSpPr/>
            <p:nvPr/>
          </p:nvSpPr>
          <p:spPr>
            <a:xfrm>
              <a:off x="2354475" y="4622875"/>
              <a:ext cx="185975" cy="254475"/>
            </a:xfrm>
            <a:custGeom>
              <a:rect b="b" l="l" r="r" t="t"/>
              <a:pathLst>
                <a:path extrusionOk="0" h="10179" w="7439">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9"/>
            <p:cNvSpPr/>
            <p:nvPr/>
          </p:nvSpPr>
          <p:spPr>
            <a:xfrm>
              <a:off x="2341425" y="4722200"/>
              <a:ext cx="69850" cy="80375"/>
            </a:xfrm>
            <a:custGeom>
              <a:rect b="b" l="l" r="r" t="t"/>
              <a:pathLst>
                <a:path extrusionOk="0" h="3215" w="2794">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2302950" y="4431025"/>
              <a:ext cx="299475" cy="452025"/>
            </a:xfrm>
            <a:custGeom>
              <a:rect b="b" l="l" r="r" t="t"/>
              <a:pathLst>
                <a:path extrusionOk="0" h="18081" w="11979">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2557375" y="4487550"/>
              <a:ext cx="26775" cy="99750"/>
            </a:xfrm>
            <a:custGeom>
              <a:rect b="b" l="l" r="r" t="t"/>
              <a:pathLst>
                <a:path extrusionOk="0" h="3990" w="1071">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9"/>
            <p:cNvSpPr/>
            <p:nvPr/>
          </p:nvSpPr>
          <p:spPr>
            <a:xfrm>
              <a:off x="2321200" y="4756125"/>
              <a:ext cx="22225" cy="80100"/>
            </a:xfrm>
            <a:custGeom>
              <a:rect b="b" l="l" r="r" t="t"/>
              <a:pathLst>
                <a:path extrusionOk="0" h="3204" w="889">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9"/>
            <p:cNvSpPr/>
            <p:nvPr/>
          </p:nvSpPr>
          <p:spPr>
            <a:xfrm>
              <a:off x="2336225" y="4740175"/>
              <a:ext cx="5875" cy="10600"/>
            </a:xfrm>
            <a:custGeom>
              <a:rect b="b" l="l" r="r" t="t"/>
              <a:pathLst>
                <a:path extrusionOk="0" h="424" w="235">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9"/>
            <p:cNvSpPr/>
            <p:nvPr/>
          </p:nvSpPr>
          <p:spPr>
            <a:xfrm>
              <a:off x="2552150" y="4591725"/>
              <a:ext cx="5250" cy="10950"/>
            </a:xfrm>
            <a:custGeom>
              <a:rect b="b" l="l" r="r" t="t"/>
              <a:pathLst>
                <a:path extrusionOk="0" h="438" w="21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1" name="Google Shape;511;p19"/>
          <p:cNvSpPr/>
          <p:nvPr/>
        </p:nvSpPr>
        <p:spPr>
          <a:xfrm>
            <a:off x="611867" y="45419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3">
    <p:spTree>
      <p:nvGrpSpPr>
        <p:cNvPr id="512" name="Shape 512"/>
        <p:cNvGrpSpPr/>
        <p:nvPr/>
      </p:nvGrpSpPr>
      <p:grpSpPr>
        <a:xfrm>
          <a:off x="0" y="0"/>
          <a:ext cx="0" cy="0"/>
          <a:chOff x="0" y="0"/>
          <a:chExt cx="0" cy="0"/>
        </a:xfrm>
      </p:grpSpPr>
      <p:sp>
        <p:nvSpPr>
          <p:cNvPr id="513" name="Google Shape;513;p20"/>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14" name="Google Shape;514;p20"/>
          <p:cNvGrpSpPr/>
          <p:nvPr/>
        </p:nvGrpSpPr>
        <p:grpSpPr>
          <a:xfrm>
            <a:off x="6898235" y="-111298"/>
            <a:ext cx="690794" cy="660893"/>
            <a:chOff x="4058550" y="928275"/>
            <a:chExt cx="427975" cy="409450"/>
          </a:xfrm>
        </p:grpSpPr>
        <p:sp>
          <p:nvSpPr>
            <p:cNvPr id="515" name="Google Shape;515;p2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20"/>
          <p:cNvGrpSpPr/>
          <p:nvPr/>
        </p:nvGrpSpPr>
        <p:grpSpPr>
          <a:xfrm rot="-2700000">
            <a:off x="204236" y="459946"/>
            <a:ext cx="427971" cy="409446"/>
            <a:chOff x="4058550" y="928275"/>
            <a:chExt cx="427975" cy="409450"/>
          </a:xfrm>
        </p:grpSpPr>
        <p:sp>
          <p:nvSpPr>
            <p:cNvPr id="519" name="Google Shape;519;p2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2" name="Google Shape;522;p20"/>
          <p:cNvSpPr/>
          <p:nvPr/>
        </p:nvSpPr>
        <p:spPr>
          <a:xfrm>
            <a:off x="8429692" y="2549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0"/>
          <p:cNvSpPr/>
          <p:nvPr/>
        </p:nvSpPr>
        <p:spPr>
          <a:xfrm>
            <a:off x="1377117" y="2549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4" name="Google Shape;524;p20"/>
          <p:cNvGrpSpPr/>
          <p:nvPr/>
        </p:nvGrpSpPr>
        <p:grpSpPr>
          <a:xfrm rot="-4628285">
            <a:off x="8433904" y="808990"/>
            <a:ext cx="427971" cy="409446"/>
            <a:chOff x="4058550" y="928275"/>
            <a:chExt cx="427975" cy="409450"/>
          </a:xfrm>
        </p:grpSpPr>
        <p:sp>
          <p:nvSpPr>
            <p:cNvPr id="525" name="Google Shape;525;p2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8" name="Google Shape;528;p20"/>
          <p:cNvSpPr/>
          <p:nvPr/>
        </p:nvSpPr>
        <p:spPr>
          <a:xfrm>
            <a:off x="264617" y="14065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0"/>
          <p:cNvSpPr/>
          <p:nvPr/>
        </p:nvSpPr>
        <p:spPr>
          <a:xfrm>
            <a:off x="8751167" y="19212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p:nvPr/>
        </p:nvSpPr>
        <p:spPr>
          <a:xfrm>
            <a:off x="1054967" y="47025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531" name="Shape 531"/>
        <p:cNvGrpSpPr/>
        <p:nvPr/>
      </p:nvGrpSpPr>
      <p:grpSpPr>
        <a:xfrm>
          <a:off x="0" y="0"/>
          <a:ext cx="0" cy="0"/>
          <a:chOff x="0" y="0"/>
          <a:chExt cx="0" cy="0"/>
        </a:xfrm>
      </p:grpSpPr>
      <p:sp>
        <p:nvSpPr>
          <p:cNvPr id="532" name="Google Shape;532;p21"/>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3" name="Google Shape;533;p21"/>
          <p:cNvSpPr txBox="1"/>
          <p:nvPr>
            <p:ph idx="1" type="subTitle"/>
          </p:nvPr>
        </p:nvSpPr>
        <p:spPr>
          <a:xfrm>
            <a:off x="714300" y="3745125"/>
            <a:ext cx="2066400" cy="69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534" name="Google Shape;534;p21"/>
          <p:cNvSpPr txBox="1"/>
          <p:nvPr>
            <p:ph idx="2" type="title"/>
          </p:nvPr>
        </p:nvSpPr>
        <p:spPr>
          <a:xfrm>
            <a:off x="714300" y="3318375"/>
            <a:ext cx="2066400" cy="445800"/>
          </a:xfrm>
          <a:prstGeom prst="rect">
            <a:avLst/>
          </a:prstGeom>
        </p:spPr>
        <p:txBody>
          <a:bodyPr anchorCtr="0" anchor="t" bIns="91425" lIns="91425" spcFirstLastPara="1" rIns="91425" wrap="square" tIns="91425">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535" name="Google Shape;535;p21"/>
          <p:cNvSpPr txBox="1"/>
          <p:nvPr>
            <p:ph hasCustomPrompt="1" idx="3" type="title"/>
          </p:nvPr>
        </p:nvSpPr>
        <p:spPr>
          <a:xfrm>
            <a:off x="1149750" y="1957800"/>
            <a:ext cx="1195500" cy="57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6" name="Google Shape;536;p21"/>
          <p:cNvSpPr txBox="1"/>
          <p:nvPr>
            <p:ph idx="4" type="subTitle"/>
          </p:nvPr>
        </p:nvSpPr>
        <p:spPr>
          <a:xfrm>
            <a:off x="3538800" y="3745125"/>
            <a:ext cx="2066400" cy="69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537" name="Google Shape;537;p21"/>
          <p:cNvSpPr txBox="1"/>
          <p:nvPr>
            <p:ph idx="5" type="title"/>
          </p:nvPr>
        </p:nvSpPr>
        <p:spPr>
          <a:xfrm>
            <a:off x="3538800" y="3318375"/>
            <a:ext cx="2066400" cy="445800"/>
          </a:xfrm>
          <a:prstGeom prst="rect">
            <a:avLst/>
          </a:prstGeom>
        </p:spPr>
        <p:txBody>
          <a:bodyPr anchorCtr="0" anchor="t" bIns="91425" lIns="91425" spcFirstLastPara="1" rIns="91425" wrap="square" tIns="91425">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538" name="Google Shape;538;p21"/>
          <p:cNvSpPr txBox="1"/>
          <p:nvPr>
            <p:ph hasCustomPrompt="1" idx="6" type="title"/>
          </p:nvPr>
        </p:nvSpPr>
        <p:spPr>
          <a:xfrm>
            <a:off x="3974250" y="1957800"/>
            <a:ext cx="1195500" cy="57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9" name="Google Shape;539;p21"/>
          <p:cNvSpPr txBox="1"/>
          <p:nvPr>
            <p:ph idx="7" type="subTitle"/>
          </p:nvPr>
        </p:nvSpPr>
        <p:spPr>
          <a:xfrm>
            <a:off x="6363300" y="3745125"/>
            <a:ext cx="2066400" cy="69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540" name="Google Shape;540;p21"/>
          <p:cNvSpPr txBox="1"/>
          <p:nvPr>
            <p:ph idx="8" type="title"/>
          </p:nvPr>
        </p:nvSpPr>
        <p:spPr>
          <a:xfrm>
            <a:off x="6363300" y="3318375"/>
            <a:ext cx="2066400" cy="445800"/>
          </a:xfrm>
          <a:prstGeom prst="rect">
            <a:avLst/>
          </a:prstGeom>
        </p:spPr>
        <p:txBody>
          <a:bodyPr anchorCtr="0" anchor="t" bIns="91425" lIns="91425" spcFirstLastPara="1" rIns="91425" wrap="square" tIns="91425">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541" name="Google Shape;541;p21"/>
          <p:cNvSpPr txBox="1"/>
          <p:nvPr>
            <p:ph hasCustomPrompt="1" idx="9" type="title"/>
          </p:nvPr>
        </p:nvSpPr>
        <p:spPr>
          <a:xfrm>
            <a:off x="6798750" y="1957800"/>
            <a:ext cx="1195500" cy="57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grpSp>
        <p:nvGrpSpPr>
          <p:cNvPr id="542" name="Google Shape;542;p21"/>
          <p:cNvGrpSpPr/>
          <p:nvPr/>
        </p:nvGrpSpPr>
        <p:grpSpPr>
          <a:xfrm>
            <a:off x="8621910" y="806252"/>
            <a:ext cx="690794" cy="660893"/>
            <a:chOff x="4058550" y="928275"/>
            <a:chExt cx="427975" cy="409450"/>
          </a:xfrm>
        </p:grpSpPr>
        <p:sp>
          <p:nvSpPr>
            <p:cNvPr id="543" name="Google Shape;543;p21"/>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1"/>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21"/>
          <p:cNvGrpSpPr/>
          <p:nvPr/>
        </p:nvGrpSpPr>
        <p:grpSpPr>
          <a:xfrm rot="-2700000">
            <a:off x="258711" y="248271"/>
            <a:ext cx="427971" cy="409446"/>
            <a:chOff x="4058550" y="928275"/>
            <a:chExt cx="427975" cy="409450"/>
          </a:xfrm>
        </p:grpSpPr>
        <p:sp>
          <p:nvSpPr>
            <p:cNvPr id="547" name="Google Shape;547;p21"/>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0" name="Google Shape;550;p21"/>
          <p:cNvSpPr/>
          <p:nvPr/>
        </p:nvSpPr>
        <p:spPr>
          <a:xfrm>
            <a:off x="1891467" y="1340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329192" y="12168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a:off x="8236805" y="1569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a:off x="7168317" y="5680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1"/>
          <p:cNvSpPr/>
          <p:nvPr/>
        </p:nvSpPr>
        <p:spPr>
          <a:xfrm>
            <a:off x="176617" y="43600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6">
    <p:spTree>
      <p:nvGrpSpPr>
        <p:cNvPr id="555" name="Shape 555"/>
        <p:cNvGrpSpPr/>
        <p:nvPr/>
      </p:nvGrpSpPr>
      <p:grpSpPr>
        <a:xfrm>
          <a:off x="0" y="0"/>
          <a:ext cx="0" cy="0"/>
          <a:chOff x="0" y="0"/>
          <a:chExt cx="0" cy="0"/>
        </a:xfrm>
      </p:grpSpPr>
      <p:sp>
        <p:nvSpPr>
          <p:cNvPr id="556" name="Google Shape;556;p22"/>
          <p:cNvSpPr txBox="1"/>
          <p:nvPr>
            <p:ph idx="1" type="subTitle"/>
          </p:nvPr>
        </p:nvSpPr>
        <p:spPr>
          <a:xfrm>
            <a:off x="2529575" y="1358788"/>
            <a:ext cx="4084800" cy="167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2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557" name="Google Shape;557;p22"/>
          <p:cNvSpPr txBox="1"/>
          <p:nvPr>
            <p:ph type="title"/>
          </p:nvPr>
        </p:nvSpPr>
        <p:spPr>
          <a:xfrm>
            <a:off x="2681712" y="3265113"/>
            <a:ext cx="3780600" cy="5196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grpSp>
        <p:nvGrpSpPr>
          <p:cNvPr id="558" name="Google Shape;558;p22"/>
          <p:cNvGrpSpPr/>
          <p:nvPr/>
        </p:nvGrpSpPr>
        <p:grpSpPr>
          <a:xfrm rot="129307">
            <a:off x="-155340" y="952568"/>
            <a:ext cx="690812" cy="660910"/>
            <a:chOff x="4058550" y="928275"/>
            <a:chExt cx="427975" cy="409450"/>
          </a:xfrm>
        </p:grpSpPr>
        <p:sp>
          <p:nvSpPr>
            <p:cNvPr id="559" name="Google Shape;559;p22"/>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2"/>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2"/>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2" name="Google Shape;562;p22"/>
          <p:cNvSpPr/>
          <p:nvPr/>
        </p:nvSpPr>
        <p:spPr>
          <a:xfrm>
            <a:off x="4007317" y="15296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3" name="Google Shape;563;p22"/>
          <p:cNvGrpSpPr/>
          <p:nvPr/>
        </p:nvGrpSpPr>
        <p:grpSpPr>
          <a:xfrm>
            <a:off x="368897" y="2560021"/>
            <a:ext cx="690798" cy="669178"/>
            <a:chOff x="-1830642" y="-1141753"/>
            <a:chExt cx="1178635" cy="1141747"/>
          </a:xfrm>
        </p:grpSpPr>
        <p:sp>
          <p:nvSpPr>
            <p:cNvPr id="564" name="Google Shape;564;p22"/>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2"/>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2"/>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2"/>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2"/>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2"/>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2"/>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2"/>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2"/>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2"/>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2"/>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22"/>
          <p:cNvGrpSpPr/>
          <p:nvPr/>
        </p:nvGrpSpPr>
        <p:grpSpPr>
          <a:xfrm>
            <a:off x="1566544" y="299942"/>
            <a:ext cx="796576" cy="499302"/>
            <a:chOff x="-3919425" y="-1567975"/>
            <a:chExt cx="1359113" cy="851906"/>
          </a:xfrm>
        </p:grpSpPr>
        <p:sp>
          <p:nvSpPr>
            <p:cNvPr id="576" name="Google Shape;576;p22"/>
            <p:cNvSpPr/>
            <p:nvPr/>
          </p:nvSpPr>
          <p:spPr>
            <a:xfrm>
              <a:off x="-3902459" y="-1396068"/>
              <a:ext cx="792969" cy="662561"/>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2"/>
            <p:cNvSpPr/>
            <p:nvPr/>
          </p:nvSpPr>
          <p:spPr>
            <a:xfrm>
              <a:off x="-3296172" y="-1550063"/>
              <a:ext cx="701932" cy="64660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2"/>
            <p:cNvSpPr/>
            <p:nvPr/>
          </p:nvSpPr>
          <p:spPr>
            <a:xfrm>
              <a:off x="-3257628" y="-1387496"/>
              <a:ext cx="658778" cy="482910"/>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2"/>
            <p:cNvSpPr/>
            <p:nvPr/>
          </p:nvSpPr>
          <p:spPr>
            <a:xfrm>
              <a:off x="-2995393" y="-1494376"/>
              <a:ext cx="291614" cy="194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2"/>
            <p:cNvSpPr/>
            <p:nvPr/>
          </p:nvSpPr>
          <p:spPr>
            <a:xfrm>
              <a:off x="-3891641" y="-1273344"/>
              <a:ext cx="782151" cy="539838"/>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2"/>
            <p:cNvSpPr/>
            <p:nvPr/>
          </p:nvSpPr>
          <p:spPr>
            <a:xfrm>
              <a:off x="-3762060" y="-1222860"/>
              <a:ext cx="319339" cy="211041"/>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2"/>
            <p:cNvSpPr/>
            <p:nvPr/>
          </p:nvSpPr>
          <p:spPr>
            <a:xfrm>
              <a:off x="-3919425" y="-1567975"/>
              <a:ext cx="1359113" cy="851906"/>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2"/>
            <p:cNvSpPr/>
            <p:nvPr/>
          </p:nvSpPr>
          <p:spPr>
            <a:xfrm>
              <a:off x="-2885852" y="-1200337"/>
              <a:ext cx="237642" cy="175394"/>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2"/>
            <p:cNvSpPr/>
            <p:nvPr/>
          </p:nvSpPr>
          <p:spPr>
            <a:xfrm>
              <a:off x="-3850024" y="-1214761"/>
              <a:ext cx="166645" cy="168241"/>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2"/>
            <p:cNvSpPr/>
            <p:nvPr/>
          </p:nvSpPr>
          <p:spPr>
            <a:xfrm>
              <a:off x="-3668007" y="-1235806"/>
              <a:ext cx="30917" cy="15606"/>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2"/>
            <p:cNvSpPr/>
            <p:nvPr/>
          </p:nvSpPr>
          <p:spPr>
            <a:xfrm>
              <a:off x="-2929065" y="-1020744"/>
              <a:ext cx="33991" cy="13183"/>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 name="Google Shape;587;p22"/>
          <p:cNvSpPr/>
          <p:nvPr/>
        </p:nvSpPr>
        <p:spPr>
          <a:xfrm>
            <a:off x="354742" y="41629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2"/>
          <p:cNvSpPr/>
          <p:nvPr/>
        </p:nvSpPr>
        <p:spPr>
          <a:xfrm>
            <a:off x="1625067" y="19121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9" name="Google Shape;589;p22"/>
          <p:cNvGrpSpPr/>
          <p:nvPr/>
        </p:nvGrpSpPr>
        <p:grpSpPr>
          <a:xfrm rot="5714365">
            <a:off x="8179546" y="1207539"/>
            <a:ext cx="690813" cy="660911"/>
            <a:chOff x="4058550" y="928275"/>
            <a:chExt cx="427975" cy="409450"/>
          </a:xfrm>
        </p:grpSpPr>
        <p:sp>
          <p:nvSpPr>
            <p:cNvPr id="590" name="Google Shape;590;p22"/>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2"/>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2"/>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22"/>
          <p:cNvGrpSpPr/>
          <p:nvPr/>
        </p:nvGrpSpPr>
        <p:grpSpPr>
          <a:xfrm rot="-1296338">
            <a:off x="6993418" y="217380"/>
            <a:ext cx="427956" cy="409432"/>
            <a:chOff x="4058550" y="928275"/>
            <a:chExt cx="427975" cy="409450"/>
          </a:xfrm>
        </p:grpSpPr>
        <p:sp>
          <p:nvSpPr>
            <p:cNvPr id="594" name="Google Shape;594;p22"/>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2"/>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2"/>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7" name="Google Shape;597;p22"/>
          <p:cNvSpPr/>
          <p:nvPr/>
        </p:nvSpPr>
        <p:spPr>
          <a:xfrm>
            <a:off x="8428492" y="15296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598" name="Shape 598"/>
        <p:cNvGrpSpPr/>
        <p:nvPr/>
      </p:nvGrpSpPr>
      <p:grpSpPr>
        <a:xfrm>
          <a:off x="0" y="0"/>
          <a:ext cx="0" cy="0"/>
          <a:chOff x="0" y="0"/>
          <a:chExt cx="0" cy="0"/>
        </a:xfrm>
      </p:grpSpPr>
      <p:sp>
        <p:nvSpPr>
          <p:cNvPr id="599" name="Google Shape;599;p23"/>
          <p:cNvSpPr txBox="1"/>
          <p:nvPr>
            <p:ph idx="1" type="subTitle"/>
          </p:nvPr>
        </p:nvSpPr>
        <p:spPr>
          <a:xfrm>
            <a:off x="2452675" y="1446750"/>
            <a:ext cx="4238700" cy="132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600" name="Google Shape;600;p23"/>
          <p:cNvSpPr txBox="1"/>
          <p:nvPr>
            <p:ph type="title"/>
          </p:nvPr>
        </p:nvSpPr>
        <p:spPr>
          <a:xfrm>
            <a:off x="2452663" y="549600"/>
            <a:ext cx="4238700" cy="743100"/>
          </a:xfrm>
          <a:prstGeom prst="rect">
            <a:avLst/>
          </a:prstGeom>
        </p:spPr>
        <p:txBody>
          <a:bodyPr anchorCtr="0" anchor="t" bIns="91425" lIns="91425" spcFirstLastPara="1" rIns="91425" wrap="square" tIns="91425">
            <a:noAutofit/>
          </a:bodyPr>
          <a:lstStyle>
            <a:lvl1pPr lvl="0" rtl="0">
              <a:spcBef>
                <a:spcPts val="0"/>
              </a:spcBef>
              <a:spcAft>
                <a:spcPts val="0"/>
              </a:spcAft>
              <a:buSzPts val="2200"/>
              <a:buNone/>
              <a:defRPr sz="44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grpSp>
        <p:nvGrpSpPr>
          <p:cNvPr id="601" name="Google Shape;601;p23"/>
          <p:cNvGrpSpPr/>
          <p:nvPr/>
        </p:nvGrpSpPr>
        <p:grpSpPr>
          <a:xfrm>
            <a:off x="6648610" y="287802"/>
            <a:ext cx="690794" cy="660893"/>
            <a:chOff x="4058550" y="928275"/>
            <a:chExt cx="427975" cy="409450"/>
          </a:xfrm>
        </p:grpSpPr>
        <p:sp>
          <p:nvSpPr>
            <p:cNvPr id="602" name="Google Shape;602;p23"/>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3"/>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3"/>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5" name="Google Shape;605;p23"/>
          <p:cNvSpPr/>
          <p:nvPr/>
        </p:nvSpPr>
        <p:spPr>
          <a:xfrm>
            <a:off x="2452667" y="2878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3"/>
          <p:cNvSpPr/>
          <p:nvPr/>
        </p:nvSpPr>
        <p:spPr>
          <a:xfrm>
            <a:off x="8293967" y="4481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3"/>
          <p:cNvSpPr/>
          <p:nvPr/>
        </p:nvSpPr>
        <p:spPr>
          <a:xfrm>
            <a:off x="367467" y="4665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8" name="Google Shape;608;p23"/>
          <p:cNvGrpSpPr/>
          <p:nvPr/>
        </p:nvGrpSpPr>
        <p:grpSpPr>
          <a:xfrm rot="-670033">
            <a:off x="826199" y="-121448"/>
            <a:ext cx="690778" cy="660877"/>
            <a:chOff x="4058550" y="928275"/>
            <a:chExt cx="427975" cy="409450"/>
          </a:xfrm>
        </p:grpSpPr>
        <p:sp>
          <p:nvSpPr>
            <p:cNvPr id="609" name="Google Shape;609;p23"/>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3"/>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3"/>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2" name="Google Shape;612;p23"/>
          <p:cNvSpPr/>
          <p:nvPr/>
        </p:nvSpPr>
        <p:spPr>
          <a:xfrm>
            <a:off x="4697542" y="3123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3"/>
          <p:cNvSpPr txBox="1"/>
          <p:nvPr/>
        </p:nvSpPr>
        <p:spPr>
          <a:xfrm>
            <a:off x="2374200" y="3727875"/>
            <a:ext cx="4395600" cy="5145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Roboto Condensed"/>
                <a:ea typeface="Roboto Condensed"/>
                <a:cs typeface="Roboto Condensed"/>
                <a:sym typeface="Roboto Condensed"/>
              </a:rPr>
              <a:t>CREDITS: This presentation template was created by </a:t>
            </a:r>
            <a:r>
              <a:rPr b="1" lang="en" sz="1200">
                <a:solidFill>
                  <a:schemeClr val="dk1"/>
                </a:solidFill>
                <a:uFill>
                  <a:noFill/>
                </a:uFill>
                <a:latin typeface="Roboto Condensed"/>
                <a:ea typeface="Roboto Condensed"/>
                <a:cs typeface="Roboto Condensed"/>
                <a:sym typeface="Roboto Condensed"/>
                <a:hlinkClick r:id="rId2">
                  <a:extLst>
                    <a:ext uri="{A12FA001-AC4F-418D-AE19-62706E023703}">
                      <ahyp:hlinkClr val="tx"/>
                    </a:ext>
                  </a:extLst>
                </a:hlinkClick>
              </a:rPr>
              <a:t>Slidesgo</a:t>
            </a:r>
            <a:r>
              <a:rPr lang="en" sz="1200">
                <a:solidFill>
                  <a:schemeClr val="dk1"/>
                </a:solidFill>
                <a:latin typeface="Roboto Condensed"/>
                <a:ea typeface="Roboto Condensed"/>
                <a:cs typeface="Roboto Condensed"/>
                <a:sym typeface="Roboto Condensed"/>
              </a:rPr>
              <a:t>, including icons by </a:t>
            </a:r>
            <a:r>
              <a:rPr b="1" lang="en" sz="1200">
                <a:solidFill>
                  <a:schemeClr val="dk1"/>
                </a:solidFill>
                <a:uFill>
                  <a:noFill/>
                </a:uFill>
                <a:latin typeface="Roboto Condensed"/>
                <a:ea typeface="Roboto Condensed"/>
                <a:cs typeface="Roboto Condensed"/>
                <a:sym typeface="Roboto Condensed"/>
                <a:hlinkClick r:id="rId3">
                  <a:extLst>
                    <a:ext uri="{A12FA001-AC4F-418D-AE19-62706E023703}">
                      <ahyp:hlinkClr val="tx"/>
                    </a:ext>
                  </a:extLst>
                </a:hlinkClick>
              </a:rPr>
              <a:t>Flaticon</a:t>
            </a:r>
            <a:r>
              <a:rPr lang="en" sz="1200">
                <a:solidFill>
                  <a:schemeClr val="dk1"/>
                </a:solidFill>
                <a:latin typeface="Roboto Condensed"/>
                <a:ea typeface="Roboto Condensed"/>
                <a:cs typeface="Roboto Condensed"/>
                <a:sym typeface="Roboto Condensed"/>
              </a:rPr>
              <a:t> and infographics &amp; images by </a:t>
            </a:r>
            <a:r>
              <a:rPr b="1" lang="en" sz="1200">
                <a:solidFill>
                  <a:schemeClr val="dk1"/>
                </a:solidFill>
                <a:uFill>
                  <a:noFill/>
                </a:uFill>
                <a:latin typeface="Roboto Condensed"/>
                <a:ea typeface="Roboto Condensed"/>
                <a:cs typeface="Roboto Condensed"/>
                <a:sym typeface="Roboto Condensed"/>
                <a:hlinkClick r:id="rId4">
                  <a:extLst>
                    <a:ext uri="{A12FA001-AC4F-418D-AE19-62706E023703}">
                      <ahyp:hlinkClr val="tx"/>
                    </a:ext>
                  </a:extLst>
                </a:hlinkClick>
              </a:rPr>
              <a:t>Freepik</a:t>
            </a:r>
            <a:endParaRPr b="1" sz="1200">
              <a:solidFill>
                <a:schemeClr val="dk1"/>
              </a:solidFill>
              <a:latin typeface="Roboto Condensed"/>
              <a:ea typeface="Roboto Condensed"/>
              <a:cs typeface="Roboto Condensed"/>
              <a:sym typeface="Roboto Condense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614" name="Shape 614"/>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
    <p:spTree>
      <p:nvGrpSpPr>
        <p:cNvPr id="615" name="Shape 615"/>
        <p:cNvGrpSpPr/>
        <p:nvPr/>
      </p:nvGrpSpPr>
      <p:grpSpPr>
        <a:xfrm>
          <a:off x="0" y="0"/>
          <a:ext cx="0" cy="0"/>
          <a:chOff x="0" y="0"/>
          <a:chExt cx="0" cy="0"/>
        </a:xfrm>
      </p:grpSpPr>
      <p:grpSp>
        <p:nvGrpSpPr>
          <p:cNvPr id="616" name="Google Shape;616;p25"/>
          <p:cNvGrpSpPr/>
          <p:nvPr/>
        </p:nvGrpSpPr>
        <p:grpSpPr>
          <a:xfrm>
            <a:off x="7867810" y="4604452"/>
            <a:ext cx="690794" cy="660893"/>
            <a:chOff x="4058550" y="928275"/>
            <a:chExt cx="427975" cy="409450"/>
          </a:xfrm>
        </p:grpSpPr>
        <p:sp>
          <p:nvSpPr>
            <p:cNvPr id="617" name="Google Shape;617;p2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 name="Google Shape;620;p25"/>
          <p:cNvGrpSpPr/>
          <p:nvPr/>
        </p:nvGrpSpPr>
        <p:grpSpPr>
          <a:xfrm rot="-2700000">
            <a:off x="796386" y="557896"/>
            <a:ext cx="427971" cy="409446"/>
            <a:chOff x="4058550" y="928275"/>
            <a:chExt cx="427975" cy="409450"/>
          </a:xfrm>
        </p:grpSpPr>
        <p:sp>
          <p:nvSpPr>
            <p:cNvPr id="621" name="Google Shape;621;p2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4" name="Google Shape;624;p25"/>
          <p:cNvSpPr/>
          <p:nvPr/>
        </p:nvSpPr>
        <p:spPr>
          <a:xfrm>
            <a:off x="1595417" y="1544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7001992" y="45078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5"/>
          <p:cNvSpPr/>
          <p:nvPr/>
        </p:nvSpPr>
        <p:spPr>
          <a:xfrm>
            <a:off x="8668767" y="41374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5"/>
          <p:cNvSpPr/>
          <p:nvPr/>
        </p:nvSpPr>
        <p:spPr>
          <a:xfrm>
            <a:off x="367467" y="4665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8" name="Google Shape;628;p25"/>
          <p:cNvGrpSpPr/>
          <p:nvPr/>
        </p:nvGrpSpPr>
        <p:grpSpPr>
          <a:xfrm rot="470035">
            <a:off x="8236656" y="3117068"/>
            <a:ext cx="690779" cy="660878"/>
            <a:chOff x="4058550" y="928275"/>
            <a:chExt cx="427975" cy="409450"/>
          </a:xfrm>
        </p:grpSpPr>
        <p:sp>
          <p:nvSpPr>
            <p:cNvPr id="629" name="Google Shape;629;p25"/>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5"/>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2" name="Google Shape;632;p25"/>
          <p:cNvSpPr/>
          <p:nvPr/>
        </p:nvSpPr>
        <p:spPr>
          <a:xfrm>
            <a:off x="367467" y="155062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91D3FF">
            <a:alpha val="3922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4300" y="549600"/>
            <a:ext cx="7715400" cy="4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3000"/>
              <a:buFont typeface="Lilita One"/>
              <a:buNone/>
              <a:defRPr sz="3000">
                <a:solidFill>
                  <a:schemeClr val="dk1"/>
                </a:solidFill>
                <a:latin typeface="Lilita One"/>
                <a:ea typeface="Lilita One"/>
                <a:cs typeface="Lilita One"/>
                <a:sym typeface="Lilita One"/>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14300" y="1152475"/>
            <a:ext cx="77154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Roboto Condensed"/>
              <a:buChar char="●"/>
              <a:defRPr sz="1800">
                <a:solidFill>
                  <a:schemeClr val="dk1"/>
                </a:solidFill>
                <a:latin typeface="Roboto Condensed"/>
                <a:ea typeface="Roboto Condensed"/>
                <a:cs typeface="Roboto Condensed"/>
                <a:sym typeface="Roboto Condensed"/>
              </a:defRPr>
            </a:lvl1pPr>
            <a:lvl2pPr indent="-317500" lvl="1" marL="9144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2pPr>
            <a:lvl3pPr indent="-317500" lvl="2" marL="13716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3pPr>
            <a:lvl4pPr indent="-317500" lvl="3" marL="18288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4pPr>
            <a:lvl5pPr indent="-317500" lvl="4" marL="22860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5pPr>
            <a:lvl6pPr indent="-317500" lvl="5" marL="27432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6pPr>
            <a:lvl7pPr indent="-317500" lvl="6" marL="32004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7pPr>
            <a:lvl8pPr indent="-317500" lvl="7" marL="36576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8pPr>
            <a:lvl9pPr indent="-317500" lvl="8" marL="41148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26"/>
          <p:cNvSpPr/>
          <p:nvPr/>
        </p:nvSpPr>
        <p:spPr>
          <a:xfrm>
            <a:off x="1117475" y="1137050"/>
            <a:ext cx="6909029" cy="811224"/>
          </a:xfrm>
          <a:custGeom>
            <a:rect b="b" l="l" r="r" t="t"/>
            <a:pathLst>
              <a:path extrusionOk="0" h="26435" w="308611">
                <a:moveTo>
                  <a:pt x="1504" y="0"/>
                </a:moveTo>
                <a:lnTo>
                  <a:pt x="308611" y="0"/>
                </a:lnTo>
                <a:lnTo>
                  <a:pt x="298804" y="12900"/>
                </a:lnTo>
                <a:lnTo>
                  <a:pt x="307299" y="26435"/>
                </a:lnTo>
                <a:lnTo>
                  <a:pt x="0" y="26435"/>
                </a:lnTo>
                <a:lnTo>
                  <a:pt x="9399" y="13306"/>
                </a:lnTo>
                <a:close/>
              </a:path>
            </a:pathLst>
          </a:custGeom>
          <a:solidFill>
            <a:schemeClr val="accent5"/>
          </a:solidFill>
          <a:ln cap="flat" cmpd="sng" w="19050">
            <a:solidFill>
              <a:schemeClr val="dk1"/>
            </a:solidFill>
            <a:prstDash val="solid"/>
            <a:round/>
            <a:headEnd len="med" w="med" type="none"/>
            <a:tailEnd len="med" w="med" type="none"/>
          </a:ln>
        </p:spPr>
      </p:sp>
      <p:sp>
        <p:nvSpPr>
          <p:cNvPr id="638" name="Google Shape;638;p26"/>
          <p:cNvSpPr/>
          <p:nvPr/>
        </p:nvSpPr>
        <p:spPr>
          <a:xfrm>
            <a:off x="2543400" y="3828375"/>
            <a:ext cx="4057200" cy="418800"/>
          </a:xfrm>
          <a:prstGeom prst="roundRect">
            <a:avLst>
              <a:gd fmla="val 50000"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6"/>
          <p:cNvSpPr txBox="1"/>
          <p:nvPr>
            <p:ph type="ctrTitle"/>
          </p:nvPr>
        </p:nvSpPr>
        <p:spPr>
          <a:xfrm>
            <a:off x="1247100" y="1137050"/>
            <a:ext cx="6649800" cy="229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Hands-On vs. High-Tech: How AI is Reshaping Physical Therapy Practices</a:t>
            </a:r>
            <a:r>
              <a:rPr lang="en" sz="4300"/>
              <a:t> </a:t>
            </a:r>
            <a:endParaRPr sz="4300"/>
          </a:p>
        </p:txBody>
      </p:sp>
      <p:sp>
        <p:nvSpPr>
          <p:cNvPr id="640" name="Google Shape;640;p26"/>
          <p:cNvSpPr txBox="1"/>
          <p:nvPr>
            <p:ph idx="1" type="subTitle"/>
          </p:nvPr>
        </p:nvSpPr>
        <p:spPr>
          <a:xfrm>
            <a:off x="2677500" y="3872225"/>
            <a:ext cx="3789000" cy="33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Ben Dignan</a:t>
            </a:r>
            <a:endParaRPr/>
          </a:p>
        </p:txBody>
      </p:sp>
      <p:grpSp>
        <p:nvGrpSpPr>
          <p:cNvPr id="641" name="Google Shape;641;p26"/>
          <p:cNvGrpSpPr/>
          <p:nvPr/>
        </p:nvGrpSpPr>
        <p:grpSpPr>
          <a:xfrm rot="-591087">
            <a:off x="-132266" y="2657604"/>
            <a:ext cx="2974985" cy="2566372"/>
            <a:chOff x="-4421110" y="447626"/>
            <a:chExt cx="2677553" cy="2309793"/>
          </a:xfrm>
        </p:grpSpPr>
        <p:sp>
          <p:nvSpPr>
            <p:cNvPr id="642" name="Google Shape;642;p26"/>
            <p:cNvSpPr/>
            <p:nvPr/>
          </p:nvSpPr>
          <p:spPr>
            <a:xfrm rot="1770609">
              <a:off x="-3925425" y="1734516"/>
              <a:ext cx="628051" cy="309027"/>
            </a:xfrm>
            <a:custGeom>
              <a:rect b="b" l="l" r="r" t="t"/>
              <a:pathLst>
                <a:path extrusionOk="0" h="9862" w="20043">
                  <a:moveTo>
                    <a:pt x="1149" y="1"/>
                  </a:moveTo>
                  <a:cubicBezTo>
                    <a:pt x="1143" y="1"/>
                    <a:pt x="1136" y="7"/>
                    <a:pt x="1123" y="20"/>
                  </a:cubicBezTo>
                  <a:cubicBezTo>
                    <a:pt x="1123" y="20"/>
                    <a:pt x="1123" y="46"/>
                    <a:pt x="1123" y="46"/>
                  </a:cubicBezTo>
                  <a:cubicBezTo>
                    <a:pt x="1488" y="907"/>
                    <a:pt x="1097" y="1769"/>
                    <a:pt x="679" y="2499"/>
                  </a:cubicBezTo>
                  <a:cubicBezTo>
                    <a:pt x="1" y="3647"/>
                    <a:pt x="27" y="4509"/>
                    <a:pt x="732" y="5292"/>
                  </a:cubicBezTo>
                  <a:cubicBezTo>
                    <a:pt x="992" y="5579"/>
                    <a:pt x="1280" y="5813"/>
                    <a:pt x="1619" y="6048"/>
                  </a:cubicBezTo>
                  <a:lnTo>
                    <a:pt x="1619" y="6074"/>
                  </a:lnTo>
                  <a:cubicBezTo>
                    <a:pt x="2219" y="6440"/>
                    <a:pt x="2871" y="6727"/>
                    <a:pt x="3550" y="6936"/>
                  </a:cubicBezTo>
                  <a:cubicBezTo>
                    <a:pt x="4594" y="7197"/>
                    <a:pt x="5690" y="7327"/>
                    <a:pt x="6760" y="7327"/>
                  </a:cubicBezTo>
                  <a:lnTo>
                    <a:pt x="7229" y="7327"/>
                  </a:lnTo>
                  <a:cubicBezTo>
                    <a:pt x="8717" y="7405"/>
                    <a:pt x="10204" y="7692"/>
                    <a:pt x="11614" y="8214"/>
                  </a:cubicBezTo>
                  <a:cubicBezTo>
                    <a:pt x="12162" y="8397"/>
                    <a:pt x="12683" y="8606"/>
                    <a:pt x="13205" y="8814"/>
                  </a:cubicBezTo>
                  <a:cubicBezTo>
                    <a:pt x="13884" y="9102"/>
                    <a:pt x="14588" y="9389"/>
                    <a:pt x="15293" y="9597"/>
                  </a:cubicBezTo>
                  <a:cubicBezTo>
                    <a:pt x="15880" y="9773"/>
                    <a:pt x="16423" y="9862"/>
                    <a:pt x="16918" y="9862"/>
                  </a:cubicBezTo>
                  <a:cubicBezTo>
                    <a:pt x="17743" y="9862"/>
                    <a:pt x="18434" y="9617"/>
                    <a:pt x="18973" y="9128"/>
                  </a:cubicBezTo>
                  <a:cubicBezTo>
                    <a:pt x="19494" y="8658"/>
                    <a:pt x="20042" y="7953"/>
                    <a:pt x="19703" y="7223"/>
                  </a:cubicBezTo>
                  <a:cubicBezTo>
                    <a:pt x="19494" y="6805"/>
                    <a:pt x="19181" y="6466"/>
                    <a:pt x="18790" y="6231"/>
                  </a:cubicBezTo>
                  <a:cubicBezTo>
                    <a:pt x="18712" y="6205"/>
                    <a:pt x="18659" y="6153"/>
                    <a:pt x="18581" y="6127"/>
                  </a:cubicBezTo>
                  <a:lnTo>
                    <a:pt x="18503" y="6127"/>
                  </a:lnTo>
                  <a:lnTo>
                    <a:pt x="18320" y="6153"/>
                  </a:lnTo>
                  <a:cubicBezTo>
                    <a:pt x="17966" y="6198"/>
                    <a:pt x="17613" y="6219"/>
                    <a:pt x="17262" y="6219"/>
                  </a:cubicBezTo>
                  <a:cubicBezTo>
                    <a:pt x="15210" y="6219"/>
                    <a:pt x="13260" y="5509"/>
                    <a:pt x="11901" y="4952"/>
                  </a:cubicBezTo>
                  <a:cubicBezTo>
                    <a:pt x="10465" y="4352"/>
                    <a:pt x="9082" y="3621"/>
                    <a:pt x="7699" y="2943"/>
                  </a:cubicBezTo>
                  <a:cubicBezTo>
                    <a:pt x="6290" y="2212"/>
                    <a:pt x="4829" y="1455"/>
                    <a:pt x="3315" y="829"/>
                  </a:cubicBezTo>
                  <a:cubicBezTo>
                    <a:pt x="2689" y="568"/>
                    <a:pt x="1984" y="307"/>
                    <a:pt x="1175" y="20"/>
                  </a:cubicBezTo>
                  <a:cubicBezTo>
                    <a:pt x="1162" y="7"/>
                    <a:pt x="1156" y="1"/>
                    <a:pt x="11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6"/>
            <p:cNvSpPr/>
            <p:nvPr/>
          </p:nvSpPr>
          <p:spPr>
            <a:xfrm rot="1770609">
              <a:off x="-4152678" y="755125"/>
              <a:ext cx="1525051" cy="1208722"/>
            </a:xfrm>
            <a:custGeom>
              <a:rect b="b" l="l" r="r" t="t"/>
              <a:pathLst>
                <a:path extrusionOk="0" h="38574" w="48669">
                  <a:moveTo>
                    <a:pt x="24297" y="0"/>
                  </a:moveTo>
                  <a:cubicBezTo>
                    <a:pt x="23304" y="0"/>
                    <a:pt x="22349" y="128"/>
                    <a:pt x="21451" y="386"/>
                  </a:cubicBezTo>
                  <a:cubicBezTo>
                    <a:pt x="19155" y="1117"/>
                    <a:pt x="17093" y="2447"/>
                    <a:pt x="15553" y="4300"/>
                  </a:cubicBezTo>
                  <a:cubicBezTo>
                    <a:pt x="13831" y="6231"/>
                    <a:pt x="12709" y="8502"/>
                    <a:pt x="11535" y="11033"/>
                  </a:cubicBezTo>
                  <a:cubicBezTo>
                    <a:pt x="10595" y="13016"/>
                    <a:pt x="9395" y="15313"/>
                    <a:pt x="7620" y="17322"/>
                  </a:cubicBezTo>
                  <a:cubicBezTo>
                    <a:pt x="6420" y="18679"/>
                    <a:pt x="5115" y="19906"/>
                    <a:pt x="3706" y="21054"/>
                  </a:cubicBezTo>
                  <a:cubicBezTo>
                    <a:pt x="2662" y="21889"/>
                    <a:pt x="1357" y="22959"/>
                    <a:pt x="653" y="24316"/>
                  </a:cubicBezTo>
                  <a:cubicBezTo>
                    <a:pt x="313" y="24968"/>
                    <a:pt x="0" y="25934"/>
                    <a:pt x="496" y="26795"/>
                  </a:cubicBezTo>
                  <a:cubicBezTo>
                    <a:pt x="783" y="27239"/>
                    <a:pt x="1149" y="27630"/>
                    <a:pt x="1618" y="27917"/>
                  </a:cubicBezTo>
                  <a:cubicBezTo>
                    <a:pt x="1827" y="28048"/>
                    <a:pt x="2062" y="28178"/>
                    <a:pt x="2297" y="28309"/>
                  </a:cubicBezTo>
                  <a:cubicBezTo>
                    <a:pt x="3941" y="29117"/>
                    <a:pt x="5820" y="29431"/>
                    <a:pt x="7620" y="29744"/>
                  </a:cubicBezTo>
                  <a:cubicBezTo>
                    <a:pt x="8325" y="29848"/>
                    <a:pt x="9056" y="29979"/>
                    <a:pt x="9786" y="30135"/>
                  </a:cubicBezTo>
                  <a:cubicBezTo>
                    <a:pt x="13518" y="30892"/>
                    <a:pt x="17171" y="32040"/>
                    <a:pt x="20668" y="33528"/>
                  </a:cubicBezTo>
                  <a:cubicBezTo>
                    <a:pt x="21921" y="34050"/>
                    <a:pt x="23121" y="34676"/>
                    <a:pt x="24296" y="35302"/>
                  </a:cubicBezTo>
                  <a:cubicBezTo>
                    <a:pt x="25835" y="36137"/>
                    <a:pt x="27427" y="36894"/>
                    <a:pt x="29045" y="37546"/>
                  </a:cubicBezTo>
                  <a:cubicBezTo>
                    <a:pt x="30396" y="38053"/>
                    <a:pt x="32030" y="38573"/>
                    <a:pt x="33735" y="38573"/>
                  </a:cubicBezTo>
                  <a:cubicBezTo>
                    <a:pt x="34401" y="38573"/>
                    <a:pt x="35077" y="38494"/>
                    <a:pt x="35752" y="38303"/>
                  </a:cubicBezTo>
                  <a:cubicBezTo>
                    <a:pt x="38126" y="37651"/>
                    <a:pt x="40423" y="35641"/>
                    <a:pt x="41884" y="32980"/>
                  </a:cubicBezTo>
                  <a:cubicBezTo>
                    <a:pt x="42693" y="31466"/>
                    <a:pt x="43137" y="29822"/>
                    <a:pt x="43554" y="28204"/>
                  </a:cubicBezTo>
                  <a:cubicBezTo>
                    <a:pt x="44128" y="26038"/>
                    <a:pt x="44702" y="23794"/>
                    <a:pt x="46242" y="21993"/>
                  </a:cubicBezTo>
                  <a:lnTo>
                    <a:pt x="46373" y="21811"/>
                  </a:lnTo>
                  <a:cubicBezTo>
                    <a:pt x="47390" y="20610"/>
                    <a:pt x="48669" y="19097"/>
                    <a:pt x="48147" y="17479"/>
                  </a:cubicBezTo>
                  <a:cubicBezTo>
                    <a:pt x="47834" y="16487"/>
                    <a:pt x="47103" y="15678"/>
                    <a:pt x="46451" y="15000"/>
                  </a:cubicBezTo>
                  <a:cubicBezTo>
                    <a:pt x="45929" y="14452"/>
                    <a:pt x="45381" y="13930"/>
                    <a:pt x="44833" y="13408"/>
                  </a:cubicBezTo>
                  <a:cubicBezTo>
                    <a:pt x="44415" y="13042"/>
                    <a:pt x="43998" y="12651"/>
                    <a:pt x="43606" y="12233"/>
                  </a:cubicBezTo>
                  <a:cubicBezTo>
                    <a:pt x="43032" y="11685"/>
                    <a:pt x="42458" y="11111"/>
                    <a:pt x="41884" y="10537"/>
                  </a:cubicBezTo>
                  <a:cubicBezTo>
                    <a:pt x="39275" y="7928"/>
                    <a:pt x="36561" y="5214"/>
                    <a:pt x="33481" y="3178"/>
                  </a:cubicBezTo>
                  <a:cubicBezTo>
                    <a:pt x="32098" y="2239"/>
                    <a:pt x="30611" y="1482"/>
                    <a:pt x="29045" y="882"/>
                  </a:cubicBezTo>
                  <a:cubicBezTo>
                    <a:pt x="27420" y="298"/>
                    <a:pt x="25814" y="0"/>
                    <a:pt x="242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6"/>
            <p:cNvSpPr/>
            <p:nvPr/>
          </p:nvSpPr>
          <p:spPr>
            <a:xfrm rot="1770609">
              <a:off x="-3158858" y="1623224"/>
              <a:ext cx="381882" cy="610064"/>
            </a:xfrm>
            <a:custGeom>
              <a:rect b="b" l="l" r="r" t="t"/>
              <a:pathLst>
                <a:path extrusionOk="0" h="19469" w="12187">
                  <a:moveTo>
                    <a:pt x="10087" y="1"/>
                  </a:moveTo>
                  <a:cubicBezTo>
                    <a:pt x="9889" y="1"/>
                    <a:pt x="9692" y="24"/>
                    <a:pt x="9499" y="71"/>
                  </a:cubicBezTo>
                  <a:cubicBezTo>
                    <a:pt x="9473" y="71"/>
                    <a:pt x="9473" y="97"/>
                    <a:pt x="9447" y="97"/>
                  </a:cubicBezTo>
                  <a:cubicBezTo>
                    <a:pt x="9212" y="1297"/>
                    <a:pt x="8273" y="2419"/>
                    <a:pt x="7542" y="3306"/>
                  </a:cubicBezTo>
                  <a:lnTo>
                    <a:pt x="7490" y="3359"/>
                  </a:lnTo>
                  <a:cubicBezTo>
                    <a:pt x="6733" y="4246"/>
                    <a:pt x="6133" y="5264"/>
                    <a:pt x="5715" y="6360"/>
                  </a:cubicBezTo>
                  <a:cubicBezTo>
                    <a:pt x="5350" y="7351"/>
                    <a:pt x="5063" y="8395"/>
                    <a:pt x="4854" y="9413"/>
                  </a:cubicBezTo>
                  <a:cubicBezTo>
                    <a:pt x="4619" y="10300"/>
                    <a:pt x="4410" y="11240"/>
                    <a:pt x="4097" y="12127"/>
                  </a:cubicBezTo>
                  <a:cubicBezTo>
                    <a:pt x="3523" y="13797"/>
                    <a:pt x="2636" y="15337"/>
                    <a:pt x="1462" y="16667"/>
                  </a:cubicBezTo>
                  <a:cubicBezTo>
                    <a:pt x="1018" y="17163"/>
                    <a:pt x="548" y="17607"/>
                    <a:pt x="26" y="18051"/>
                  </a:cubicBezTo>
                  <a:cubicBezTo>
                    <a:pt x="0" y="18051"/>
                    <a:pt x="0" y="18077"/>
                    <a:pt x="26" y="18103"/>
                  </a:cubicBezTo>
                  <a:cubicBezTo>
                    <a:pt x="261" y="18364"/>
                    <a:pt x="522" y="18625"/>
                    <a:pt x="835" y="18807"/>
                  </a:cubicBezTo>
                  <a:cubicBezTo>
                    <a:pt x="1523" y="19232"/>
                    <a:pt x="2320" y="19469"/>
                    <a:pt x="3130" y="19469"/>
                  </a:cubicBezTo>
                  <a:cubicBezTo>
                    <a:pt x="3365" y="19469"/>
                    <a:pt x="3601" y="19449"/>
                    <a:pt x="3836" y="19408"/>
                  </a:cubicBezTo>
                  <a:cubicBezTo>
                    <a:pt x="3862" y="19408"/>
                    <a:pt x="3862" y="19408"/>
                    <a:pt x="3862" y="19381"/>
                  </a:cubicBezTo>
                  <a:cubicBezTo>
                    <a:pt x="3862" y="19381"/>
                    <a:pt x="3862" y="19355"/>
                    <a:pt x="3862" y="19355"/>
                  </a:cubicBezTo>
                  <a:cubicBezTo>
                    <a:pt x="3784" y="19199"/>
                    <a:pt x="3706" y="19042"/>
                    <a:pt x="3654" y="18860"/>
                  </a:cubicBezTo>
                  <a:cubicBezTo>
                    <a:pt x="3184" y="17737"/>
                    <a:pt x="3549" y="16485"/>
                    <a:pt x="3967" y="15441"/>
                  </a:cubicBezTo>
                  <a:cubicBezTo>
                    <a:pt x="4071" y="15180"/>
                    <a:pt x="4176" y="14893"/>
                    <a:pt x="4306" y="14632"/>
                  </a:cubicBezTo>
                  <a:cubicBezTo>
                    <a:pt x="4436" y="14267"/>
                    <a:pt x="4619" y="13875"/>
                    <a:pt x="4776" y="13484"/>
                  </a:cubicBezTo>
                  <a:cubicBezTo>
                    <a:pt x="5037" y="12727"/>
                    <a:pt x="5219" y="11944"/>
                    <a:pt x="5350" y="11161"/>
                  </a:cubicBezTo>
                  <a:cubicBezTo>
                    <a:pt x="5376" y="10952"/>
                    <a:pt x="5402" y="10718"/>
                    <a:pt x="5454" y="10509"/>
                  </a:cubicBezTo>
                  <a:cubicBezTo>
                    <a:pt x="5715" y="8943"/>
                    <a:pt x="6002" y="7351"/>
                    <a:pt x="6681" y="5890"/>
                  </a:cubicBezTo>
                  <a:lnTo>
                    <a:pt x="6707" y="5864"/>
                  </a:lnTo>
                  <a:cubicBezTo>
                    <a:pt x="8090" y="3045"/>
                    <a:pt x="9917" y="1480"/>
                    <a:pt x="12161" y="1245"/>
                  </a:cubicBezTo>
                  <a:lnTo>
                    <a:pt x="12187" y="1245"/>
                  </a:lnTo>
                  <a:cubicBezTo>
                    <a:pt x="12187" y="1219"/>
                    <a:pt x="12187" y="1193"/>
                    <a:pt x="12187" y="1193"/>
                  </a:cubicBezTo>
                  <a:cubicBezTo>
                    <a:pt x="11978" y="879"/>
                    <a:pt x="11717" y="619"/>
                    <a:pt x="11430" y="410"/>
                  </a:cubicBezTo>
                  <a:cubicBezTo>
                    <a:pt x="11026" y="134"/>
                    <a:pt x="10557" y="1"/>
                    <a:pt x="100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6"/>
            <p:cNvSpPr/>
            <p:nvPr/>
          </p:nvSpPr>
          <p:spPr>
            <a:xfrm rot="1770609">
              <a:off x="-3137375" y="1850917"/>
              <a:ext cx="951053" cy="666843"/>
            </a:xfrm>
            <a:custGeom>
              <a:rect b="b" l="l" r="r" t="t"/>
              <a:pathLst>
                <a:path extrusionOk="0" h="21281" w="30351">
                  <a:moveTo>
                    <a:pt x="9355" y="1"/>
                  </a:moveTo>
                  <a:cubicBezTo>
                    <a:pt x="8951" y="1"/>
                    <a:pt x="8546" y="43"/>
                    <a:pt x="8143" y="137"/>
                  </a:cubicBezTo>
                  <a:cubicBezTo>
                    <a:pt x="6238" y="554"/>
                    <a:pt x="4698" y="2016"/>
                    <a:pt x="3445" y="4547"/>
                  </a:cubicBezTo>
                  <a:cubicBezTo>
                    <a:pt x="2950" y="5643"/>
                    <a:pt x="2610" y="6791"/>
                    <a:pt x="2428" y="7992"/>
                  </a:cubicBezTo>
                  <a:cubicBezTo>
                    <a:pt x="2349" y="8305"/>
                    <a:pt x="2297" y="8644"/>
                    <a:pt x="2245" y="8957"/>
                  </a:cubicBezTo>
                  <a:cubicBezTo>
                    <a:pt x="2062" y="10236"/>
                    <a:pt x="1749" y="11515"/>
                    <a:pt x="1306" y="12741"/>
                  </a:cubicBezTo>
                  <a:cubicBezTo>
                    <a:pt x="1227" y="12924"/>
                    <a:pt x="1123" y="13133"/>
                    <a:pt x="1045" y="13341"/>
                  </a:cubicBezTo>
                  <a:cubicBezTo>
                    <a:pt x="549" y="14437"/>
                    <a:pt x="1" y="15690"/>
                    <a:pt x="210" y="16864"/>
                  </a:cubicBezTo>
                  <a:cubicBezTo>
                    <a:pt x="288" y="17256"/>
                    <a:pt x="444" y="17647"/>
                    <a:pt x="627" y="17986"/>
                  </a:cubicBezTo>
                  <a:lnTo>
                    <a:pt x="653" y="18013"/>
                  </a:lnTo>
                  <a:cubicBezTo>
                    <a:pt x="679" y="18039"/>
                    <a:pt x="705" y="18065"/>
                    <a:pt x="705" y="18117"/>
                  </a:cubicBezTo>
                  <a:cubicBezTo>
                    <a:pt x="1149" y="18848"/>
                    <a:pt x="1775" y="19474"/>
                    <a:pt x="2506" y="19944"/>
                  </a:cubicBezTo>
                  <a:cubicBezTo>
                    <a:pt x="2819" y="20152"/>
                    <a:pt x="3132" y="20309"/>
                    <a:pt x="3472" y="20466"/>
                  </a:cubicBezTo>
                  <a:cubicBezTo>
                    <a:pt x="4868" y="20995"/>
                    <a:pt x="6331" y="21281"/>
                    <a:pt x="7820" y="21281"/>
                  </a:cubicBezTo>
                  <a:cubicBezTo>
                    <a:pt x="7945" y="21281"/>
                    <a:pt x="8070" y="21279"/>
                    <a:pt x="8195" y="21275"/>
                  </a:cubicBezTo>
                  <a:cubicBezTo>
                    <a:pt x="9552" y="21275"/>
                    <a:pt x="10935" y="21144"/>
                    <a:pt x="12266" y="21014"/>
                  </a:cubicBezTo>
                  <a:lnTo>
                    <a:pt x="12944" y="20961"/>
                  </a:lnTo>
                  <a:cubicBezTo>
                    <a:pt x="14014" y="20857"/>
                    <a:pt x="15136" y="20831"/>
                    <a:pt x="16206" y="20805"/>
                  </a:cubicBezTo>
                  <a:cubicBezTo>
                    <a:pt x="16728" y="20779"/>
                    <a:pt x="17276" y="20779"/>
                    <a:pt x="17824" y="20753"/>
                  </a:cubicBezTo>
                  <a:cubicBezTo>
                    <a:pt x="21869" y="20570"/>
                    <a:pt x="25549" y="19239"/>
                    <a:pt x="28445" y="16917"/>
                  </a:cubicBezTo>
                  <a:cubicBezTo>
                    <a:pt x="29463" y="16081"/>
                    <a:pt x="30350" y="14672"/>
                    <a:pt x="29854" y="13185"/>
                  </a:cubicBezTo>
                  <a:cubicBezTo>
                    <a:pt x="29437" y="11984"/>
                    <a:pt x="28419" y="11202"/>
                    <a:pt x="27558" y="10627"/>
                  </a:cubicBezTo>
                  <a:cubicBezTo>
                    <a:pt x="27140" y="10366"/>
                    <a:pt x="26697" y="10106"/>
                    <a:pt x="26253" y="9845"/>
                  </a:cubicBezTo>
                  <a:cubicBezTo>
                    <a:pt x="26044" y="9740"/>
                    <a:pt x="25836" y="9610"/>
                    <a:pt x="25627" y="9479"/>
                  </a:cubicBezTo>
                  <a:lnTo>
                    <a:pt x="24505" y="8827"/>
                  </a:lnTo>
                  <a:cubicBezTo>
                    <a:pt x="23487" y="8227"/>
                    <a:pt x="22443" y="7574"/>
                    <a:pt x="21425" y="6922"/>
                  </a:cubicBezTo>
                  <a:cubicBezTo>
                    <a:pt x="20982" y="6635"/>
                    <a:pt x="20590" y="6374"/>
                    <a:pt x="20199" y="6087"/>
                  </a:cubicBezTo>
                  <a:cubicBezTo>
                    <a:pt x="19494" y="5565"/>
                    <a:pt x="18816" y="5017"/>
                    <a:pt x="18137" y="4469"/>
                  </a:cubicBezTo>
                  <a:cubicBezTo>
                    <a:pt x="17250" y="3738"/>
                    <a:pt x="16311" y="2981"/>
                    <a:pt x="15319" y="2329"/>
                  </a:cubicBezTo>
                  <a:lnTo>
                    <a:pt x="15189" y="2225"/>
                  </a:lnTo>
                  <a:cubicBezTo>
                    <a:pt x="13669" y="1234"/>
                    <a:pt x="11536" y="1"/>
                    <a:pt x="935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6"/>
            <p:cNvSpPr/>
            <p:nvPr/>
          </p:nvSpPr>
          <p:spPr>
            <a:xfrm rot="1770609">
              <a:off x="-4185602" y="877088"/>
              <a:ext cx="1525866" cy="1078055"/>
            </a:xfrm>
            <a:custGeom>
              <a:rect b="b" l="l" r="r" t="t"/>
              <a:pathLst>
                <a:path extrusionOk="0" h="34404" w="48695">
                  <a:moveTo>
                    <a:pt x="15658" y="1"/>
                  </a:moveTo>
                  <a:cubicBezTo>
                    <a:pt x="15647" y="18"/>
                    <a:pt x="15637" y="34"/>
                    <a:pt x="15626" y="51"/>
                  </a:cubicBezTo>
                  <a:lnTo>
                    <a:pt x="15626" y="51"/>
                  </a:lnTo>
                  <a:cubicBezTo>
                    <a:pt x="15638" y="37"/>
                    <a:pt x="15648" y="21"/>
                    <a:pt x="15658" y="1"/>
                  </a:cubicBezTo>
                  <a:close/>
                  <a:moveTo>
                    <a:pt x="15626" y="51"/>
                  </a:moveTo>
                  <a:cubicBezTo>
                    <a:pt x="15608" y="73"/>
                    <a:pt x="15585" y="89"/>
                    <a:pt x="15553" y="105"/>
                  </a:cubicBezTo>
                  <a:cubicBezTo>
                    <a:pt x="13857" y="2062"/>
                    <a:pt x="12735" y="4307"/>
                    <a:pt x="11535" y="6838"/>
                  </a:cubicBezTo>
                  <a:cubicBezTo>
                    <a:pt x="10621" y="8821"/>
                    <a:pt x="9421" y="11118"/>
                    <a:pt x="7646" y="13153"/>
                  </a:cubicBezTo>
                  <a:cubicBezTo>
                    <a:pt x="6446" y="14510"/>
                    <a:pt x="5141" y="15737"/>
                    <a:pt x="3732" y="16859"/>
                  </a:cubicBezTo>
                  <a:cubicBezTo>
                    <a:pt x="2688" y="17720"/>
                    <a:pt x="1357" y="18790"/>
                    <a:pt x="653" y="20147"/>
                  </a:cubicBezTo>
                  <a:cubicBezTo>
                    <a:pt x="339" y="20799"/>
                    <a:pt x="0" y="21765"/>
                    <a:pt x="522" y="22626"/>
                  </a:cubicBezTo>
                  <a:cubicBezTo>
                    <a:pt x="783" y="23070"/>
                    <a:pt x="1175" y="23461"/>
                    <a:pt x="1618" y="23722"/>
                  </a:cubicBezTo>
                  <a:cubicBezTo>
                    <a:pt x="1853" y="23879"/>
                    <a:pt x="2062" y="24009"/>
                    <a:pt x="2297" y="24113"/>
                  </a:cubicBezTo>
                  <a:cubicBezTo>
                    <a:pt x="3967" y="24922"/>
                    <a:pt x="5820" y="25236"/>
                    <a:pt x="7620" y="25549"/>
                  </a:cubicBezTo>
                  <a:cubicBezTo>
                    <a:pt x="8351" y="25679"/>
                    <a:pt x="9082" y="25784"/>
                    <a:pt x="9786" y="25940"/>
                  </a:cubicBezTo>
                  <a:cubicBezTo>
                    <a:pt x="13518" y="26723"/>
                    <a:pt x="17171" y="27845"/>
                    <a:pt x="20668" y="29359"/>
                  </a:cubicBezTo>
                  <a:cubicBezTo>
                    <a:pt x="21921" y="29881"/>
                    <a:pt x="23121" y="30507"/>
                    <a:pt x="24322" y="31133"/>
                  </a:cubicBezTo>
                  <a:cubicBezTo>
                    <a:pt x="25861" y="31942"/>
                    <a:pt x="27427" y="32699"/>
                    <a:pt x="29071" y="33351"/>
                  </a:cubicBezTo>
                  <a:cubicBezTo>
                    <a:pt x="30405" y="33878"/>
                    <a:pt x="32051" y="34404"/>
                    <a:pt x="33754" y="34404"/>
                  </a:cubicBezTo>
                  <a:cubicBezTo>
                    <a:pt x="34416" y="34404"/>
                    <a:pt x="35087" y="34324"/>
                    <a:pt x="35751" y="34134"/>
                  </a:cubicBezTo>
                  <a:cubicBezTo>
                    <a:pt x="38126" y="33456"/>
                    <a:pt x="40449" y="31472"/>
                    <a:pt x="41910" y="28811"/>
                  </a:cubicBezTo>
                  <a:cubicBezTo>
                    <a:pt x="42719" y="27323"/>
                    <a:pt x="43163" y="25653"/>
                    <a:pt x="43580" y="24035"/>
                  </a:cubicBezTo>
                  <a:cubicBezTo>
                    <a:pt x="44154" y="21869"/>
                    <a:pt x="44728" y="19625"/>
                    <a:pt x="46268" y="17798"/>
                  </a:cubicBezTo>
                  <a:lnTo>
                    <a:pt x="46399" y="17642"/>
                  </a:lnTo>
                  <a:cubicBezTo>
                    <a:pt x="47416" y="16441"/>
                    <a:pt x="48695" y="14928"/>
                    <a:pt x="48173" y="13284"/>
                  </a:cubicBezTo>
                  <a:cubicBezTo>
                    <a:pt x="48043" y="12892"/>
                    <a:pt x="47860" y="12527"/>
                    <a:pt x="47625" y="12188"/>
                  </a:cubicBezTo>
                  <a:cubicBezTo>
                    <a:pt x="47625" y="12736"/>
                    <a:pt x="47573" y="13310"/>
                    <a:pt x="47469" y="13858"/>
                  </a:cubicBezTo>
                  <a:cubicBezTo>
                    <a:pt x="47077" y="15737"/>
                    <a:pt x="45094" y="17120"/>
                    <a:pt x="43893" y="18451"/>
                  </a:cubicBezTo>
                  <a:cubicBezTo>
                    <a:pt x="41362" y="21321"/>
                    <a:pt x="41310" y="25549"/>
                    <a:pt x="38492" y="28237"/>
                  </a:cubicBezTo>
                  <a:cubicBezTo>
                    <a:pt x="37051" y="29619"/>
                    <a:pt x="35165" y="30223"/>
                    <a:pt x="33251" y="30223"/>
                  </a:cubicBezTo>
                  <a:cubicBezTo>
                    <a:pt x="31698" y="30223"/>
                    <a:pt x="30126" y="29825"/>
                    <a:pt x="28758" y="29124"/>
                  </a:cubicBezTo>
                  <a:cubicBezTo>
                    <a:pt x="27088" y="28263"/>
                    <a:pt x="25600" y="27036"/>
                    <a:pt x="24034" y="25992"/>
                  </a:cubicBezTo>
                  <a:cubicBezTo>
                    <a:pt x="22417" y="24922"/>
                    <a:pt x="20616" y="24140"/>
                    <a:pt x="18711" y="23722"/>
                  </a:cubicBezTo>
                  <a:cubicBezTo>
                    <a:pt x="15240" y="22887"/>
                    <a:pt x="11561" y="23409"/>
                    <a:pt x="8142" y="22469"/>
                  </a:cubicBezTo>
                  <a:cubicBezTo>
                    <a:pt x="6837" y="22104"/>
                    <a:pt x="5272" y="21165"/>
                    <a:pt x="5298" y="19651"/>
                  </a:cubicBezTo>
                  <a:cubicBezTo>
                    <a:pt x="5298" y="18529"/>
                    <a:pt x="6263" y="17459"/>
                    <a:pt x="6942" y="16650"/>
                  </a:cubicBezTo>
                  <a:cubicBezTo>
                    <a:pt x="7829" y="15580"/>
                    <a:pt x="8821" y="14588"/>
                    <a:pt x="9630" y="13466"/>
                  </a:cubicBezTo>
                  <a:cubicBezTo>
                    <a:pt x="10699" y="11901"/>
                    <a:pt x="11535" y="10178"/>
                    <a:pt x="12109" y="8378"/>
                  </a:cubicBezTo>
                  <a:cubicBezTo>
                    <a:pt x="13042" y="5474"/>
                    <a:pt x="14027" y="2596"/>
                    <a:pt x="15626" y="5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6"/>
            <p:cNvSpPr/>
            <p:nvPr/>
          </p:nvSpPr>
          <p:spPr>
            <a:xfrm rot="1770609">
              <a:off x="-3138145" y="1850719"/>
              <a:ext cx="951053" cy="666655"/>
            </a:xfrm>
            <a:custGeom>
              <a:rect b="b" l="l" r="r" t="t"/>
              <a:pathLst>
                <a:path extrusionOk="0" h="21275" w="30351">
                  <a:moveTo>
                    <a:pt x="9247" y="0"/>
                  </a:moveTo>
                  <a:cubicBezTo>
                    <a:pt x="8882" y="0"/>
                    <a:pt x="8525" y="41"/>
                    <a:pt x="8169" y="130"/>
                  </a:cubicBezTo>
                  <a:cubicBezTo>
                    <a:pt x="6238" y="547"/>
                    <a:pt x="4698" y="2009"/>
                    <a:pt x="3445" y="4540"/>
                  </a:cubicBezTo>
                  <a:cubicBezTo>
                    <a:pt x="2976" y="5636"/>
                    <a:pt x="2636" y="6784"/>
                    <a:pt x="2428" y="7985"/>
                  </a:cubicBezTo>
                  <a:cubicBezTo>
                    <a:pt x="2375" y="8298"/>
                    <a:pt x="2323" y="8637"/>
                    <a:pt x="2271" y="8950"/>
                  </a:cubicBezTo>
                  <a:cubicBezTo>
                    <a:pt x="2088" y="10255"/>
                    <a:pt x="1775" y="11508"/>
                    <a:pt x="1306" y="12734"/>
                  </a:cubicBezTo>
                  <a:cubicBezTo>
                    <a:pt x="1227" y="12943"/>
                    <a:pt x="1149" y="13126"/>
                    <a:pt x="1045" y="13334"/>
                  </a:cubicBezTo>
                  <a:cubicBezTo>
                    <a:pt x="549" y="14430"/>
                    <a:pt x="1" y="15683"/>
                    <a:pt x="236" y="16857"/>
                  </a:cubicBezTo>
                  <a:cubicBezTo>
                    <a:pt x="314" y="17249"/>
                    <a:pt x="444" y="17640"/>
                    <a:pt x="653" y="17979"/>
                  </a:cubicBezTo>
                  <a:lnTo>
                    <a:pt x="653" y="18006"/>
                  </a:lnTo>
                  <a:cubicBezTo>
                    <a:pt x="705" y="18032"/>
                    <a:pt x="731" y="18084"/>
                    <a:pt x="705" y="18110"/>
                  </a:cubicBezTo>
                  <a:cubicBezTo>
                    <a:pt x="1175" y="18841"/>
                    <a:pt x="1775" y="19467"/>
                    <a:pt x="2506" y="19963"/>
                  </a:cubicBezTo>
                  <a:cubicBezTo>
                    <a:pt x="2819" y="20145"/>
                    <a:pt x="3158" y="20328"/>
                    <a:pt x="3498" y="20485"/>
                  </a:cubicBezTo>
                  <a:cubicBezTo>
                    <a:pt x="4861" y="21011"/>
                    <a:pt x="6312" y="21274"/>
                    <a:pt x="7791" y="21274"/>
                  </a:cubicBezTo>
                  <a:cubicBezTo>
                    <a:pt x="7925" y="21274"/>
                    <a:pt x="8060" y="21272"/>
                    <a:pt x="8195" y="21268"/>
                  </a:cubicBezTo>
                  <a:cubicBezTo>
                    <a:pt x="9552" y="21268"/>
                    <a:pt x="10909" y="21137"/>
                    <a:pt x="12240" y="21033"/>
                  </a:cubicBezTo>
                  <a:lnTo>
                    <a:pt x="12918" y="20980"/>
                  </a:lnTo>
                  <a:cubicBezTo>
                    <a:pt x="14014" y="20876"/>
                    <a:pt x="15110" y="20850"/>
                    <a:pt x="16180" y="20824"/>
                  </a:cubicBezTo>
                  <a:cubicBezTo>
                    <a:pt x="16728" y="20824"/>
                    <a:pt x="17250" y="20772"/>
                    <a:pt x="17798" y="20746"/>
                  </a:cubicBezTo>
                  <a:cubicBezTo>
                    <a:pt x="21869" y="20589"/>
                    <a:pt x="25549" y="19258"/>
                    <a:pt x="28419" y="16910"/>
                  </a:cubicBezTo>
                  <a:cubicBezTo>
                    <a:pt x="29463" y="16101"/>
                    <a:pt x="30350" y="14691"/>
                    <a:pt x="29854" y="13204"/>
                  </a:cubicBezTo>
                  <a:cubicBezTo>
                    <a:pt x="29776" y="12995"/>
                    <a:pt x="29698" y="12812"/>
                    <a:pt x="29619" y="12656"/>
                  </a:cubicBezTo>
                  <a:lnTo>
                    <a:pt x="29619" y="12656"/>
                  </a:lnTo>
                  <a:cubicBezTo>
                    <a:pt x="29646" y="13204"/>
                    <a:pt x="29515" y="13778"/>
                    <a:pt x="29228" y="14274"/>
                  </a:cubicBezTo>
                  <a:cubicBezTo>
                    <a:pt x="27923" y="16675"/>
                    <a:pt x="24661" y="17510"/>
                    <a:pt x="22182" y="17875"/>
                  </a:cubicBezTo>
                  <a:cubicBezTo>
                    <a:pt x="21258" y="18011"/>
                    <a:pt x="20329" y="18047"/>
                    <a:pt x="19398" y="18047"/>
                  </a:cubicBezTo>
                  <a:cubicBezTo>
                    <a:pt x="18311" y="18047"/>
                    <a:pt x="17222" y="17997"/>
                    <a:pt x="16135" y="17997"/>
                  </a:cubicBezTo>
                  <a:cubicBezTo>
                    <a:pt x="15286" y="17997"/>
                    <a:pt x="14439" y="18028"/>
                    <a:pt x="13597" y="18136"/>
                  </a:cubicBezTo>
                  <a:cubicBezTo>
                    <a:pt x="11637" y="18376"/>
                    <a:pt x="9795" y="18905"/>
                    <a:pt x="7904" y="18905"/>
                  </a:cubicBezTo>
                  <a:cubicBezTo>
                    <a:pt x="7126" y="18905"/>
                    <a:pt x="6339" y="18815"/>
                    <a:pt x="5533" y="18580"/>
                  </a:cubicBezTo>
                  <a:cubicBezTo>
                    <a:pt x="4228" y="18188"/>
                    <a:pt x="2897" y="17170"/>
                    <a:pt x="2845" y="15709"/>
                  </a:cubicBezTo>
                  <a:cubicBezTo>
                    <a:pt x="2793" y="14535"/>
                    <a:pt x="3628" y="13334"/>
                    <a:pt x="3915" y="12186"/>
                  </a:cubicBezTo>
                  <a:cubicBezTo>
                    <a:pt x="4489" y="9942"/>
                    <a:pt x="3941" y="7619"/>
                    <a:pt x="4698" y="5401"/>
                  </a:cubicBezTo>
                  <a:cubicBezTo>
                    <a:pt x="5951" y="1852"/>
                    <a:pt x="6890" y="600"/>
                    <a:pt x="9761" y="25"/>
                  </a:cubicBezTo>
                  <a:cubicBezTo>
                    <a:pt x="9587" y="9"/>
                    <a:pt x="9416" y="0"/>
                    <a:pt x="924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6"/>
            <p:cNvSpPr/>
            <p:nvPr/>
          </p:nvSpPr>
          <p:spPr>
            <a:xfrm rot="1770609">
              <a:off x="-3732054" y="909652"/>
              <a:ext cx="1012376" cy="672766"/>
            </a:xfrm>
            <a:custGeom>
              <a:rect b="b" l="l" r="r" t="t"/>
              <a:pathLst>
                <a:path extrusionOk="0" h="21470" w="32308">
                  <a:moveTo>
                    <a:pt x="12046" y="1"/>
                  </a:moveTo>
                  <a:cubicBezTo>
                    <a:pt x="8695" y="1"/>
                    <a:pt x="6595" y="1537"/>
                    <a:pt x="5455" y="5239"/>
                  </a:cubicBezTo>
                  <a:cubicBezTo>
                    <a:pt x="4933" y="6961"/>
                    <a:pt x="4724" y="8553"/>
                    <a:pt x="3680" y="10041"/>
                  </a:cubicBezTo>
                  <a:cubicBezTo>
                    <a:pt x="1149" y="13720"/>
                    <a:pt x="1" y="17061"/>
                    <a:pt x="6707" y="18130"/>
                  </a:cubicBezTo>
                  <a:cubicBezTo>
                    <a:pt x="8090" y="18339"/>
                    <a:pt x="9499" y="18444"/>
                    <a:pt x="10909" y="18444"/>
                  </a:cubicBezTo>
                  <a:cubicBezTo>
                    <a:pt x="12318" y="18444"/>
                    <a:pt x="13753" y="18548"/>
                    <a:pt x="15162" y="18731"/>
                  </a:cubicBezTo>
                  <a:cubicBezTo>
                    <a:pt x="17041" y="19018"/>
                    <a:pt x="18763" y="19775"/>
                    <a:pt x="20512" y="20531"/>
                  </a:cubicBezTo>
                  <a:cubicBezTo>
                    <a:pt x="21986" y="21156"/>
                    <a:pt x="23435" y="21469"/>
                    <a:pt x="24835" y="21469"/>
                  </a:cubicBezTo>
                  <a:cubicBezTo>
                    <a:pt x="26361" y="21469"/>
                    <a:pt x="27827" y="21097"/>
                    <a:pt x="29202" y="20349"/>
                  </a:cubicBezTo>
                  <a:cubicBezTo>
                    <a:pt x="30715" y="19566"/>
                    <a:pt x="31942" y="18261"/>
                    <a:pt x="32098" y="16513"/>
                  </a:cubicBezTo>
                  <a:cubicBezTo>
                    <a:pt x="32307" y="14738"/>
                    <a:pt x="31498" y="12911"/>
                    <a:pt x="30507" y="11267"/>
                  </a:cubicBezTo>
                  <a:cubicBezTo>
                    <a:pt x="28549" y="8031"/>
                    <a:pt x="25470" y="5526"/>
                    <a:pt x="22208" y="3465"/>
                  </a:cubicBezTo>
                  <a:cubicBezTo>
                    <a:pt x="19807" y="1951"/>
                    <a:pt x="17093" y="672"/>
                    <a:pt x="14353" y="203"/>
                  </a:cubicBezTo>
                  <a:cubicBezTo>
                    <a:pt x="13526" y="70"/>
                    <a:pt x="12758" y="1"/>
                    <a:pt x="12046"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6"/>
            <p:cNvSpPr/>
            <p:nvPr/>
          </p:nvSpPr>
          <p:spPr>
            <a:xfrm rot="1770609">
              <a:off x="-2935501" y="1974401"/>
              <a:ext cx="647666" cy="380346"/>
            </a:xfrm>
            <a:custGeom>
              <a:rect b="b" l="l" r="r" t="t"/>
              <a:pathLst>
                <a:path extrusionOk="0" h="12138" w="20669">
                  <a:moveTo>
                    <a:pt x="4866" y="1"/>
                  </a:moveTo>
                  <a:cubicBezTo>
                    <a:pt x="4339" y="1"/>
                    <a:pt x="3817" y="90"/>
                    <a:pt x="3315" y="295"/>
                  </a:cubicBezTo>
                  <a:cubicBezTo>
                    <a:pt x="1071" y="1183"/>
                    <a:pt x="1" y="3479"/>
                    <a:pt x="131" y="5775"/>
                  </a:cubicBezTo>
                  <a:cubicBezTo>
                    <a:pt x="288" y="8098"/>
                    <a:pt x="1592" y="9481"/>
                    <a:pt x="3654" y="10316"/>
                  </a:cubicBezTo>
                  <a:cubicBezTo>
                    <a:pt x="6211" y="11334"/>
                    <a:pt x="9004" y="11751"/>
                    <a:pt x="11718" y="11934"/>
                  </a:cubicBezTo>
                  <a:cubicBezTo>
                    <a:pt x="12731" y="12017"/>
                    <a:pt x="13870" y="12138"/>
                    <a:pt x="14993" y="12138"/>
                  </a:cubicBezTo>
                  <a:cubicBezTo>
                    <a:pt x="15981" y="12138"/>
                    <a:pt x="16957" y="12045"/>
                    <a:pt x="17824" y="11751"/>
                  </a:cubicBezTo>
                  <a:cubicBezTo>
                    <a:pt x="20668" y="10812"/>
                    <a:pt x="19677" y="9064"/>
                    <a:pt x="16154" y="6793"/>
                  </a:cubicBezTo>
                  <a:cubicBezTo>
                    <a:pt x="15006" y="6036"/>
                    <a:pt x="13936" y="5149"/>
                    <a:pt x="12840" y="4340"/>
                  </a:cubicBezTo>
                  <a:cubicBezTo>
                    <a:pt x="11300" y="3218"/>
                    <a:pt x="9839" y="1913"/>
                    <a:pt x="8169" y="974"/>
                  </a:cubicBezTo>
                  <a:cubicBezTo>
                    <a:pt x="7168" y="420"/>
                    <a:pt x="6008" y="1"/>
                    <a:pt x="4866"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6"/>
            <p:cNvSpPr/>
            <p:nvPr/>
          </p:nvSpPr>
          <p:spPr>
            <a:xfrm rot="1770609">
              <a:off x="-3547570" y="1491114"/>
              <a:ext cx="311033" cy="179550"/>
            </a:xfrm>
            <a:custGeom>
              <a:rect b="b" l="l" r="r" t="t"/>
              <a:pathLst>
                <a:path extrusionOk="0" h="5730" w="9926">
                  <a:moveTo>
                    <a:pt x="2416" y="1"/>
                  </a:moveTo>
                  <a:cubicBezTo>
                    <a:pt x="0" y="1"/>
                    <a:pt x="1222" y="2223"/>
                    <a:pt x="2332" y="3332"/>
                  </a:cubicBezTo>
                  <a:cubicBezTo>
                    <a:pt x="3088" y="4141"/>
                    <a:pt x="4002" y="4819"/>
                    <a:pt x="4993" y="5315"/>
                  </a:cubicBezTo>
                  <a:cubicBezTo>
                    <a:pt x="5521" y="5579"/>
                    <a:pt x="6082" y="5729"/>
                    <a:pt x="6643" y="5729"/>
                  </a:cubicBezTo>
                  <a:cubicBezTo>
                    <a:pt x="7191" y="5729"/>
                    <a:pt x="7739" y="5585"/>
                    <a:pt x="8255" y="5263"/>
                  </a:cubicBezTo>
                  <a:cubicBezTo>
                    <a:pt x="9090" y="4741"/>
                    <a:pt x="9925" y="3671"/>
                    <a:pt x="9273" y="2679"/>
                  </a:cubicBezTo>
                  <a:cubicBezTo>
                    <a:pt x="8934" y="2184"/>
                    <a:pt x="8229" y="1844"/>
                    <a:pt x="7707" y="1583"/>
                  </a:cubicBezTo>
                  <a:cubicBezTo>
                    <a:pt x="6872" y="1192"/>
                    <a:pt x="6037" y="853"/>
                    <a:pt x="5202" y="540"/>
                  </a:cubicBezTo>
                  <a:cubicBezTo>
                    <a:pt x="4811" y="435"/>
                    <a:pt x="4445" y="331"/>
                    <a:pt x="4054" y="226"/>
                  </a:cubicBezTo>
                  <a:cubicBezTo>
                    <a:pt x="3381" y="70"/>
                    <a:pt x="2842" y="1"/>
                    <a:pt x="2416"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6"/>
            <p:cNvSpPr/>
            <p:nvPr/>
          </p:nvSpPr>
          <p:spPr>
            <a:xfrm rot="1770609">
              <a:off x="-3275354" y="1669899"/>
              <a:ext cx="136339" cy="101119"/>
            </a:xfrm>
            <a:custGeom>
              <a:rect b="b" l="l" r="r" t="t"/>
              <a:pathLst>
                <a:path extrusionOk="0" h="3227" w="4351">
                  <a:moveTo>
                    <a:pt x="1377" y="0"/>
                  </a:moveTo>
                  <a:cubicBezTo>
                    <a:pt x="549" y="0"/>
                    <a:pt x="0" y="563"/>
                    <a:pt x="384" y="1840"/>
                  </a:cubicBezTo>
                  <a:cubicBezTo>
                    <a:pt x="610" y="2570"/>
                    <a:pt x="1127" y="3226"/>
                    <a:pt x="1865" y="3226"/>
                  </a:cubicBezTo>
                  <a:cubicBezTo>
                    <a:pt x="1893" y="3226"/>
                    <a:pt x="1921" y="3225"/>
                    <a:pt x="1949" y="3224"/>
                  </a:cubicBezTo>
                  <a:cubicBezTo>
                    <a:pt x="4350" y="3015"/>
                    <a:pt x="4324" y="1188"/>
                    <a:pt x="2550" y="301"/>
                  </a:cubicBezTo>
                  <a:cubicBezTo>
                    <a:pt x="2141" y="105"/>
                    <a:pt x="1733" y="0"/>
                    <a:pt x="1377"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6"/>
            <p:cNvSpPr/>
            <p:nvPr/>
          </p:nvSpPr>
          <p:spPr>
            <a:xfrm rot="1770609">
              <a:off x="-3012891" y="2168633"/>
              <a:ext cx="190549" cy="91937"/>
            </a:xfrm>
            <a:custGeom>
              <a:rect b="b" l="l" r="r" t="t"/>
              <a:pathLst>
                <a:path extrusionOk="0" h="2934" w="6081">
                  <a:moveTo>
                    <a:pt x="2455" y="0"/>
                  </a:moveTo>
                  <a:cubicBezTo>
                    <a:pt x="1885" y="0"/>
                    <a:pt x="1356" y="180"/>
                    <a:pt x="992" y="689"/>
                  </a:cubicBezTo>
                  <a:cubicBezTo>
                    <a:pt x="0" y="2046"/>
                    <a:pt x="1409" y="2908"/>
                    <a:pt x="2557" y="2934"/>
                  </a:cubicBezTo>
                  <a:cubicBezTo>
                    <a:pt x="3471" y="2882"/>
                    <a:pt x="4384" y="2647"/>
                    <a:pt x="5219" y="2229"/>
                  </a:cubicBezTo>
                  <a:cubicBezTo>
                    <a:pt x="5585" y="2020"/>
                    <a:pt x="6080" y="1603"/>
                    <a:pt x="5715" y="1159"/>
                  </a:cubicBezTo>
                  <a:cubicBezTo>
                    <a:pt x="5167" y="507"/>
                    <a:pt x="3967" y="246"/>
                    <a:pt x="3210" y="89"/>
                  </a:cubicBezTo>
                  <a:cubicBezTo>
                    <a:pt x="2957" y="34"/>
                    <a:pt x="2702" y="0"/>
                    <a:pt x="2455"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6"/>
            <p:cNvSpPr/>
            <p:nvPr/>
          </p:nvSpPr>
          <p:spPr>
            <a:xfrm rot="1770609">
              <a:off x="-2964780" y="2083053"/>
              <a:ext cx="64488" cy="53144"/>
            </a:xfrm>
            <a:custGeom>
              <a:rect b="b" l="l" r="r" t="t"/>
              <a:pathLst>
                <a:path extrusionOk="0" h="1696" w="2058">
                  <a:moveTo>
                    <a:pt x="717" y="1"/>
                  </a:moveTo>
                  <a:cubicBezTo>
                    <a:pt x="341" y="1"/>
                    <a:pt x="100" y="335"/>
                    <a:pt x="53" y="690"/>
                  </a:cubicBezTo>
                  <a:cubicBezTo>
                    <a:pt x="1" y="1160"/>
                    <a:pt x="288" y="1577"/>
                    <a:pt x="732" y="1655"/>
                  </a:cubicBezTo>
                  <a:cubicBezTo>
                    <a:pt x="822" y="1683"/>
                    <a:pt x="910" y="1695"/>
                    <a:pt x="994" y="1695"/>
                  </a:cubicBezTo>
                  <a:cubicBezTo>
                    <a:pt x="1638" y="1695"/>
                    <a:pt x="2057" y="963"/>
                    <a:pt x="1619" y="455"/>
                  </a:cubicBezTo>
                  <a:cubicBezTo>
                    <a:pt x="1410" y="220"/>
                    <a:pt x="1123" y="64"/>
                    <a:pt x="836" y="11"/>
                  </a:cubicBezTo>
                  <a:cubicBezTo>
                    <a:pt x="795" y="4"/>
                    <a:pt x="755" y="1"/>
                    <a:pt x="717"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6"/>
            <p:cNvSpPr/>
            <p:nvPr/>
          </p:nvSpPr>
          <p:spPr>
            <a:xfrm rot="1770609">
              <a:off x="-3153251" y="1605310"/>
              <a:ext cx="296023" cy="606774"/>
            </a:xfrm>
            <a:custGeom>
              <a:rect b="b" l="l" r="r" t="t"/>
              <a:pathLst>
                <a:path extrusionOk="0" h="19364" w="9447">
                  <a:moveTo>
                    <a:pt x="9447" y="1"/>
                  </a:moveTo>
                  <a:cubicBezTo>
                    <a:pt x="9212" y="1201"/>
                    <a:pt x="8273" y="2297"/>
                    <a:pt x="7516" y="3210"/>
                  </a:cubicBezTo>
                  <a:lnTo>
                    <a:pt x="7464" y="3263"/>
                  </a:lnTo>
                  <a:cubicBezTo>
                    <a:pt x="6707" y="4150"/>
                    <a:pt x="6107" y="5168"/>
                    <a:pt x="5715" y="6264"/>
                  </a:cubicBezTo>
                  <a:cubicBezTo>
                    <a:pt x="5350" y="7255"/>
                    <a:pt x="5063" y="8273"/>
                    <a:pt x="4828" y="9317"/>
                  </a:cubicBezTo>
                  <a:cubicBezTo>
                    <a:pt x="4619" y="10204"/>
                    <a:pt x="4384" y="11144"/>
                    <a:pt x="4097" y="12031"/>
                  </a:cubicBezTo>
                  <a:cubicBezTo>
                    <a:pt x="3523" y="13701"/>
                    <a:pt x="2610" y="15241"/>
                    <a:pt x="1436" y="16545"/>
                  </a:cubicBezTo>
                  <a:cubicBezTo>
                    <a:pt x="992" y="17041"/>
                    <a:pt x="522" y="17511"/>
                    <a:pt x="0" y="17955"/>
                  </a:cubicBezTo>
                  <a:cubicBezTo>
                    <a:pt x="0" y="17955"/>
                    <a:pt x="0" y="17981"/>
                    <a:pt x="0" y="18007"/>
                  </a:cubicBezTo>
                  <a:cubicBezTo>
                    <a:pt x="235" y="18268"/>
                    <a:pt x="496" y="18503"/>
                    <a:pt x="809" y="18711"/>
                  </a:cubicBezTo>
                  <a:cubicBezTo>
                    <a:pt x="1383" y="19103"/>
                    <a:pt x="2062" y="19312"/>
                    <a:pt x="2766" y="19364"/>
                  </a:cubicBezTo>
                  <a:cubicBezTo>
                    <a:pt x="2297" y="19233"/>
                    <a:pt x="1879" y="18920"/>
                    <a:pt x="1592" y="18503"/>
                  </a:cubicBezTo>
                  <a:cubicBezTo>
                    <a:pt x="914" y="17459"/>
                    <a:pt x="2375" y="16023"/>
                    <a:pt x="2949" y="15241"/>
                  </a:cubicBezTo>
                  <a:cubicBezTo>
                    <a:pt x="4410" y="13153"/>
                    <a:pt x="4750" y="10439"/>
                    <a:pt x="5480" y="8038"/>
                  </a:cubicBezTo>
                  <a:cubicBezTo>
                    <a:pt x="5846" y="6681"/>
                    <a:pt x="6446" y="5402"/>
                    <a:pt x="7229" y="4228"/>
                  </a:cubicBezTo>
                  <a:cubicBezTo>
                    <a:pt x="7725" y="3524"/>
                    <a:pt x="8273" y="2845"/>
                    <a:pt x="8742" y="2114"/>
                  </a:cubicBezTo>
                  <a:cubicBezTo>
                    <a:pt x="9134" y="1462"/>
                    <a:pt x="9395" y="757"/>
                    <a:pt x="94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6"/>
            <p:cNvSpPr/>
            <p:nvPr/>
          </p:nvSpPr>
          <p:spPr>
            <a:xfrm rot="1770609">
              <a:off x="-3900537" y="1725805"/>
              <a:ext cx="569987" cy="226522"/>
            </a:xfrm>
            <a:custGeom>
              <a:rect b="b" l="l" r="r" t="t"/>
              <a:pathLst>
                <a:path extrusionOk="0" h="7229" w="18190">
                  <a:moveTo>
                    <a:pt x="1123" y="0"/>
                  </a:moveTo>
                  <a:cubicBezTo>
                    <a:pt x="1097" y="26"/>
                    <a:pt x="1097" y="26"/>
                    <a:pt x="1123" y="52"/>
                  </a:cubicBezTo>
                  <a:cubicBezTo>
                    <a:pt x="1488" y="887"/>
                    <a:pt x="1097" y="1775"/>
                    <a:pt x="679" y="2505"/>
                  </a:cubicBezTo>
                  <a:cubicBezTo>
                    <a:pt x="1" y="3653"/>
                    <a:pt x="27" y="4515"/>
                    <a:pt x="706" y="5271"/>
                  </a:cubicBezTo>
                  <a:cubicBezTo>
                    <a:pt x="966" y="5558"/>
                    <a:pt x="1254" y="5819"/>
                    <a:pt x="1593" y="6054"/>
                  </a:cubicBezTo>
                  <a:cubicBezTo>
                    <a:pt x="2193" y="6420"/>
                    <a:pt x="2845" y="6707"/>
                    <a:pt x="3524" y="6915"/>
                  </a:cubicBezTo>
                  <a:cubicBezTo>
                    <a:pt x="4124" y="7072"/>
                    <a:pt x="4750" y="7203"/>
                    <a:pt x="5377" y="7229"/>
                  </a:cubicBezTo>
                  <a:cubicBezTo>
                    <a:pt x="3524" y="6602"/>
                    <a:pt x="1645" y="5558"/>
                    <a:pt x="2089" y="3993"/>
                  </a:cubicBezTo>
                  <a:cubicBezTo>
                    <a:pt x="2358" y="3122"/>
                    <a:pt x="3468" y="2745"/>
                    <a:pt x="4384" y="2745"/>
                  </a:cubicBezTo>
                  <a:cubicBezTo>
                    <a:pt x="4621" y="2745"/>
                    <a:pt x="4845" y="2770"/>
                    <a:pt x="5037" y="2818"/>
                  </a:cubicBezTo>
                  <a:cubicBezTo>
                    <a:pt x="6655" y="3184"/>
                    <a:pt x="8143" y="4045"/>
                    <a:pt x="9630" y="4776"/>
                  </a:cubicBezTo>
                  <a:cubicBezTo>
                    <a:pt x="11336" y="5609"/>
                    <a:pt x="13771" y="6691"/>
                    <a:pt x="15926" y="6691"/>
                  </a:cubicBezTo>
                  <a:cubicBezTo>
                    <a:pt x="16738" y="6691"/>
                    <a:pt x="17511" y="6537"/>
                    <a:pt x="18190" y="6159"/>
                  </a:cubicBezTo>
                  <a:lnTo>
                    <a:pt x="18190" y="6159"/>
                  </a:lnTo>
                  <a:cubicBezTo>
                    <a:pt x="17884" y="6192"/>
                    <a:pt x="17579" y="6208"/>
                    <a:pt x="17276" y="6208"/>
                  </a:cubicBezTo>
                  <a:cubicBezTo>
                    <a:pt x="15223" y="6208"/>
                    <a:pt x="13265" y="5501"/>
                    <a:pt x="11901" y="4932"/>
                  </a:cubicBezTo>
                  <a:cubicBezTo>
                    <a:pt x="10465" y="4358"/>
                    <a:pt x="9056" y="3627"/>
                    <a:pt x="7699" y="2923"/>
                  </a:cubicBezTo>
                  <a:cubicBezTo>
                    <a:pt x="6290" y="2192"/>
                    <a:pt x="4803" y="1435"/>
                    <a:pt x="3315" y="835"/>
                  </a:cubicBezTo>
                  <a:cubicBezTo>
                    <a:pt x="2663" y="574"/>
                    <a:pt x="1958" y="287"/>
                    <a:pt x="11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6"/>
            <p:cNvSpPr/>
            <p:nvPr/>
          </p:nvSpPr>
          <p:spPr>
            <a:xfrm rot="1770609">
              <a:off x="-4240637" y="931073"/>
              <a:ext cx="2316608" cy="1342900"/>
            </a:xfrm>
            <a:custGeom>
              <a:rect b="b" l="l" r="r" t="t"/>
              <a:pathLst>
                <a:path extrusionOk="0" h="42856" w="73930">
                  <a:moveTo>
                    <a:pt x="49267" y="18992"/>
                  </a:moveTo>
                  <a:cubicBezTo>
                    <a:pt x="50103" y="18992"/>
                    <a:pt x="50888" y="19423"/>
                    <a:pt x="51331" y="20162"/>
                  </a:cubicBezTo>
                  <a:cubicBezTo>
                    <a:pt x="48695" y="20449"/>
                    <a:pt x="46947" y="22536"/>
                    <a:pt x="45851" y="24807"/>
                  </a:cubicBezTo>
                  <a:cubicBezTo>
                    <a:pt x="45068" y="26477"/>
                    <a:pt x="44807" y="28304"/>
                    <a:pt x="44494" y="30104"/>
                  </a:cubicBezTo>
                  <a:cubicBezTo>
                    <a:pt x="44389" y="30887"/>
                    <a:pt x="44181" y="31644"/>
                    <a:pt x="43946" y="32401"/>
                  </a:cubicBezTo>
                  <a:cubicBezTo>
                    <a:pt x="43685" y="33053"/>
                    <a:pt x="43398" y="33705"/>
                    <a:pt x="43137" y="34358"/>
                  </a:cubicBezTo>
                  <a:cubicBezTo>
                    <a:pt x="42693" y="35454"/>
                    <a:pt x="42354" y="36680"/>
                    <a:pt x="42797" y="37829"/>
                  </a:cubicBezTo>
                  <a:cubicBezTo>
                    <a:pt x="42850" y="37985"/>
                    <a:pt x="42928" y="38142"/>
                    <a:pt x="43032" y="38298"/>
                  </a:cubicBezTo>
                  <a:cubicBezTo>
                    <a:pt x="42767" y="38352"/>
                    <a:pt x="42501" y="38379"/>
                    <a:pt x="42236" y="38379"/>
                  </a:cubicBezTo>
                  <a:cubicBezTo>
                    <a:pt x="41092" y="38379"/>
                    <a:pt x="39985" y="37888"/>
                    <a:pt x="39222" y="37020"/>
                  </a:cubicBezTo>
                  <a:cubicBezTo>
                    <a:pt x="39744" y="36576"/>
                    <a:pt x="40214" y="36132"/>
                    <a:pt x="40658" y="35637"/>
                  </a:cubicBezTo>
                  <a:cubicBezTo>
                    <a:pt x="41832" y="34306"/>
                    <a:pt x="42745" y="32766"/>
                    <a:pt x="43319" y="31070"/>
                  </a:cubicBezTo>
                  <a:cubicBezTo>
                    <a:pt x="43972" y="29191"/>
                    <a:pt x="44233" y="27182"/>
                    <a:pt x="44937" y="25329"/>
                  </a:cubicBezTo>
                  <a:cubicBezTo>
                    <a:pt x="45355" y="24233"/>
                    <a:pt x="45929" y="23215"/>
                    <a:pt x="46686" y="22328"/>
                  </a:cubicBezTo>
                  <a:cubicBezTo>
                    <a:pt x="47469" y="21388"/>
                    <a:pt x="48434" y="20292"/>
                    <a:pt x="48669" y="19066"/>
                  </a:cubicBezTo>
                  <a:cubicBezTo>
                    <a:pt x="48869" y="19016"/>
                    <a:pt x="49069" y="18992"/>
                    <a:pt x="49267" y="18992"/>
                  </a:cubicBezTo>
                  <a:close/>
                  <a:moveTo>
                    <a:pt x="24583" y="270"/>
                  </a:moveTo>
                  <a:cubicBezTo>
                    <a:pt x="26185" y="270"/>
                    <a:pt x="27791" y="610"/>
                    <a:pt x="29306" y="1164"/>
                  </a:cubicBezTo>
                  <a:cubicBezTo>
                    <a:pt x="35125" y="3278"/>
                    <a:pt x="39509" y="8262"/>
                    <a:pt x="43815" y="12490"/>
                  </a:cubicBezTo>
                  <a:cubicBezTo>
                    <a:pt x="44755" y="13429"/>
                    <a:pt x="45772" y="14290"/>
                    <a:pt x="46686" y="15256"/>
                  </a:cubicBezTo>
                  <a:cubicBezTo>
                    <a:pt x="47364" y="15960"/>
                    <a:pt x="48069" y="16743"/>
                    <a:pt x="48356" y="17709"/>
                  </a:cubicBezTo>
                  <a:cubicBezTo>
                    <a:pt x="48904" y="19405"/>
                    <a:pt x="47469" y="20997"/>
                    <a:pt x="46477" y="22171"/>
                  </a:cubicBezTo>
                  <a:cubicBezTo>
                    <a:pt x="43789" y="25355"/>
                    <a:pt x="44024" y="29661"/>
                    <a:pt x="42093" y="33184"/>
                  </a:cubicBezTo>
                  <a:cubicBezTo>
                    <a:pt x="40814" y="35532"/>
                    <a:pt x="38596" y="37750"/>
                    <a:pt x="35986" y="38507"/>
                  </a:cubicBezTo>
                  <a:cubicBezTo>
                    <a:pt x="35353" y="38686"/>
                    <a:pt x="34708" y="38763"/>
                    <a:pt x="34062" y="38763"/>
                  </a:cubicBezTo>
                  <a:cubicBezTo>
                    <a:pt x="32448" y="38763"/>
                    <a:pt x="30823" y="38283"/>
                    <a:pt x="29332" y="37724"/>
                  </a:cubicBezTo>
                  <a:cubicBezTo>
                    <a:pt x="26435" y="36628"/>
                    <a:pt x="23774" y="34958"/>
                    <a:pt x="20955" y="33705"/>
                  </a:cubicBezTo>
                  <a:cubicBezTo>
                    <a:pt x="17432" y="32218"/>
                    <a:pt x="13779" y="31096"/>
                    <a:pt x="10047" y="30313"/>
                  </a:cubicBezTo>
                  <a:cubicBezTo>
                    <a:pt x="7568" y="29765"/>
                    <a:pt x="4880" y="29608"/>
                    <a:pt x="2584" y="28486"/>
                  </a:cubicBezTo>
                  <a:cubicBezTo>
                    <a:pt x="1853" y="28173"/>
                    <a:pt x="1227" y="27651"/>
                    <a:pt x="809" y="26999"/>
                  </a:cubicBezTo>
                  <a:cubicBezTo>
                    <a:pt x="340" y="26216"/>
                    <a:pt x="548" y="25329"/>
                    <a:pt x="940" y="24572"/>
                  </a:cubicBezTo>
                  <a:cubicBezTo>
                    <a:pt x="1644" y="23241"/>
                    <a:pt x="2871" y="22223"/>
                    <a:pt x="3993" y="21310"/>
                  </a:cubicBezTo>
                  <a:cubicBezTo>
                    <a:pt x="5402" y="20188"/>
                    <a:pt x="6707" y="18935"/>
                    <a:pt x="7907" y="17578"/>
                  </a:cubicBezTo>
                  <a:cubicBezTo>
                    <a:pt x="9578" y="15699"/>
                    <a:pt x="10752" y="13533"/>
                    <a:pt x="11822" y="11263"/>
                  </a:cubicBezTo>
                  <a:cubicBezTo>
                    <a:pt x="12944" y="8888"/>
                    <a:pt x="14092" y="6540"/>
                    <a:pt x="15841" y="4556"/>
                  </a:cubicBezTo>
                  <a:cubicBezTo>
                    <a:pt x="17380" y="2730"/>
                    <a:pt x="19442" y="1373"/>
                    <a:pt x="21712" y="668"/>
                  </a:cubicBezTo>
                  <a:cubicBezTo>
                    <a:pt x="22654" y="393"/>
                    <a:pt x="23618" y="270"/>
                    <a:pt x="24583" y="270"/>
                  </a:cubicBezTo>
                  <a:close/>
                  <a:moveTo>
                    <a:pt x="51944" y="20378"/>
                  </a:moveTo>
                  <a:cubicBezTo>
                    <a:pt x="54078" y="20378"/>
                    <a:pt x="56211" y="21545"/>
                    <a:pt x="57933" y="22693"/>
                  </a:cubicBezTo>
                  <a:cubicBezTo>
                    <a:pt x="59629" y="23841"/>
                    <a:pt x="61143" y="25250"/>
                    <a:pt x="62813" y="26451"/>
                  </a:cubicBezTo>
                  <a:cubicBezTo>
                    <a:pt x="64535" y="27730"/>
                    <a:pt x="66414" y="28773"/>
                    <a:pt x="68241" y="29869"/>
                  </a:cubicBezTo>
                  <a:cubicBezTo>
                    <a:pt x="69781" y="30783"/>
                    <a:pt x="71842" y="31748"/>
                    <a:pt x="72442" y="33549"/>
                  </a:cubicBezTo>
                  <a:cubicBezTo>
                    <a:pt x="72886" y="34958"/>
                    <a:pt x="72077" y="36367"/>
                    <a:pt x="71007" y="37228"/>
                  </a:cubicBezTo>
                  <a:cubicBezTo>
                    <a:pt x="68006" y="39655"/>
                    <a:pt x="64222" y="40882"/>
                    <a:pt x="60412" y="41065"/>
                  </a:cubicBezTo>
                  <a:cubicBezTo>
                    <a:pt x="58768" y="41117"/>
                    <a:pt x="57150" y="41117"/>
                    <a:pt x="55506" y="41273"/>
                  </a:cubicBezTo>
                  <a:cubicBezTo>
                    <a:pt x="53888" y="41404"/>
                    <a:pt x="52349" y="41560"/>
                    <a:pt x="50783" y="41586"/>
                  </a:cubicBezTo>
                  <a:cubicBezTo>
                    <a:pt x="50658" y="41590"/>
                    <a:pt x="50533" y="41592"/>
                    <a:pt x="50408" y="41592"/>
                  </a:cubicBezTo>
                  <a:cubicBezTo>
                    <a:pt x="48919" y="41592"/>
                    <a:pt x="47458" y="41307"/>
                    <a:pt x="46086" y="40777"/>
                  </a:cubicBezTo>
                  <a:cubicBezTo>
                    <a:pt x="44963" y="40308"/>
                    <a:pt x="43998" y="39473"/>
                    <a:pt x="43346" y="38429"/>
                  </a:cubicBezTo>
                  <a:cubicBezTo>
                    <a:pt x="43346" y="38377"/>
                    <a:pt x="43319" y="38324"/>
                    <a:pt x="43267" y="38298"/>
                  </a:cubicBezTo>
                  <a:cubicBezTo>
                    <a:pt x="43058" y="37959"/>
                    <a:pt x="42928" y="37568"/>
                    <a:pt x="42850" y="37176"/>
                  </a:cubicBezTo>
                  <a:cubicBezTo>
                    <a:pt x="42563" y="35819"/>
                    <a:pt x="43424" y="34306"/>
                    <a:pt x="43920" y="33079"/>
                  </a:cubicBezTo>
                  <a:cubicBezTo>
                    <a:pt x="44572" y="31566"/>
                    <a:pt x="44755" y="29948"/>
                    <a:pt x="45042" y="28330"/>
                  </a:cubicBezTo>
                  <a:cubicBezTo>
                    <a:pt x="45251" y="27155"/>
                    <a:pt x="45590" y="26007"/>
                    <a:pt x="46086" y="24911"/>
                  </a:cubicBezTo>
                  <a:cubicBezTo>
                    <a:pt x="47077" y="22928"/>
                    <a:pt x="48512" y="21023"/>
                    <a:pt x="50783" y="20501"/>
                  </a:cubicBezTo>
                  <a:cubicBezTo>
                    <a:pt x="51168" y="20417"/>
                    <a:pt x="51556" y="20378"/>
                    <a:pt x="51944" y="20378"/>
                  </a:cubicBezTo>
                  <a:close/>
                  <a:moveTo>
                    <a:pt x="17928" y="32818"/>
                  </a:moveTo>
                  <a:cubicBezTo>
                    <a:pt x="18633" y="33079"/>
                    <a:pt x="19363" y="33340"/>
                    <a:pt x="20068" y="33627"/>
                  </a:cubicBezTo>
                  <a:cubicBezTo>
                    <a:pt x="23017" y="34828"/>
                    <a:pt x="25731" y="36524"/>
                    <a:pt x="28654" y="37750"/>
                  </a:cubicBezTo>
                  <a:cubicBezTo>
                    <a:pt x="30356" y="38449"/>
                    <a:pt x="32168" y="39020"/>
                    <a:pt x="34014" y="39020"/>
                  </a:cubicBezTo>
                  <a:cubicBezTo>
                    <a:pt x="34374" y="39020"/>
                    <a:pt x="34736" y="38998"/>
                    <a:pt x="35099" y="38951"/>
                  </a:cubicBezTo>
                  <a:lnTo>
                    <a:pt x="35334" y="38899"/>
                  </a:lnTo>
                  <a:cubicBezTo>
                    <a:pt x="35804" y="39160"/>
                    <a:pt x="36169" y="39525"/>
                    <a:pt x="36430" y="39995"/>
                  </a:cubicBezTo>
                  <a:cubicBezTo>
                    <a:pt x="36769" y="40699"/>
                    <a:pt x="36221" y="41404"/>
                    <a:pt x="35726" y="41847"/>
                  </a:cubicBezTo>
                  <a:cubicBezTo>
                    <a:pt x="35127" y="42386"/>
                    <a:pt x="34417" y="42581"/>
                    <a:pt x="33689" y="42581"/>
                  </a:cubicBezTo>
                  <a:cubicBezTo>
                    <a:pt x="33148" y="42581"/>
                    <a:pt x="32596" y="42473"/>
                    <a:pt x="32072" y="42317"/>
                  </a:cubicBezTo>
                  <a:cubicBezTo>
                    <a:pt x="30846" y="41952"/>
                    <a:pt x="29645" y="41352"/>
                    <a:pt x="28393" y="40934"/>
                  </a:cubicBezTo>
                  <a:cubicBezTo>
                    <a:pt x="26983" y="40412"/>
                    <a:pt x="25496" y="40125"/>
                    <a:pt x="23982" y="40047"/>
                  </a:cubicBezTo>
                  <a:cubicBezTo>
                    <a:pt x="22730" y="39995"/>
                    <a:pt x="21555" y="39995"/>
                    <a:pt x="20329" y="39655"/>
                  </a:cubicBezTo>
                  <a:cubicBezTo>
                    <a:pt x="19259" y="39368"/>
                    <a:pt x="18294" y="38820"/>
                    <a:pt x="17511" y="38037"/>
                  </a:cubicBezTo>
                  <a:cubicBezTo>
                    <a:pt x="16728" y="37150"/>
                    <a:pt x="16937" y="36237"/>
                    <a:pt x="17485" y="35297"/>
                  </a:cubicBezTo>
                  <a:cubicBezTo>
                    <a:pt x="17928" y="34514"/>
                    <a:pt x="18294" y="33653"/>
                    <a:pt x="17928" y="32818"/>
                  </a:cubicBezTo>
                  <a:close/>
                  <a:moveTo>
                    <a:pt x="24740" y="0"/>
                  </a:moveTo>
                  <a:cubicBezTo>
                    <a:pt x="20642" y="0"/>
                    <a:pt x="17086" y="2322"/>
                    <a:pt x="14614" y="5626"/>
                  </a:cubicBezTo>
                  <a:cubicBezTo>
                    <a:pt x="13100" y="7688"/>
                    <a:pt x="12135" y="10063"/>
                    <a:pt x="11039" y="12333"/>
                  </a:cubicBezTo>
                  <a:cubicBezTo>
                    <a:pt x="9812" y="14864"/>
                    <a:pt x="8142" y="17135"/>
                    <a:pt x="6133" y="19092"/>
                  </a:cubicBezTo>
                  <a:cubicBezTo>
                    <a:pt x="4802" y="20370"/>
                    <a:pt x="3288" y="21440"/>
                    <a:pt x="2010" y="22771"/>
                  </a:cubicBezTo>
                  <a:cubicBezTo>
                    <a:pt x="1253" y="23476"/>
                    <a:pt x="679" y="24363"/>
                    <a:pt x="366" y="25381"/>
                  </a:cubicBezTo>
                  <a:cubicBezTo>
                    <a:pt x="0" y="26868"/>
                    <a:pt x="1070" y="27990"/>
                    <a:pt x="2271" y="28643"/>
                  </a:cubicBezTo>
                  <a:cubicBezTo>
                    <a:pt x="4332" y="29739"/>
                    <a:pt x="6759" y="29948"/>
                    <a:pt x="9029" y="30365"/>
                  </a:cubicBezTo>
                  <a:cubicBezTo>
                    <a:pt x="11926" y="30965"/>
                    <a:pt x="14771" y="31722"/>
                    <a:pt x="17589" y="32688"/>
                  </a:cubicBezTo>
                  <a:cubicBezTo>
                    <a:pt x="18398" y="34019"/>
                    <a:pt x="17041" y="35062"/>
                    <a:pt x="16754" y="36289"/>
                  </a:cubicBezTo>
                  <a:cubicBezTo>
                    <a:pt x="16545" y="37176"/>
                    <a:pt x="17067" y="37985"/>
                    <a:pt x="17693" y="38559"/>
                  </a:cubicBezTo>
                  <a:cubicBezTo>
                    <a:pt x="18581" y="39342"/>
                    <a:pt x="19755" y="39786"/>
                    <a:pt x="20903" y="40073"/>
                  </a:cubicBezTo>
                  <a:cubicBezTo>
                    <a:pt x="22364" y="40412"/>
                    <a:pt x="23826" y="40229"/>
                    <a:pt x="25313" y="40438"/>
                  </a:cubicBezTo>
                  <a:cubicBezTo>
                    <a:pt x="26957" y="40699"/>
                    <a:pt x="28575" y="41169"/>
                    <a:pt x="30089" y="41847"/>
                  </a:cubicBezTo>
                  <a:cubicBezTo>
                    <a:pt x="31183" y="42276"/>
                    <a:pt x="32408" y="42856"/>
                    <a:pt x="33625" y="42856"/>
                  </a:cubicBezTo>
                  <a:cubicBezTo>
                    <a:pt x="33742" y="42856"/>
                    <a:pt x="33860" y="42851"/>
                    <a:pt x="33977" y="42839"/>
                  </a:cubicBezTo>
                  <a:cubicBezTo>
                    <a:pt x="35125" y="42761"/>
                    <a:pt x="36300" y="42056"/>
                    <a:pt x="36743" y="40934"/>
                  </a:cubicBezTo>
                  <a:cubicBezTo>
                    <a:pt x="37056" y="40073"/>
                    <a:pt x="36404" y="39316"/>
                    <a:pt x="35726" y="38846"/>
                  </a:cubicBezTo>
                  <a:cubicBezTo>
                    <a:pt x="36952" y="38533"/>
                    <a:pt x="38074" y="37985"/>
                    <a:pt x="39040" y="37176"/>
                  </a:cubicBezTo>
                  <a:cubicBezTo>
                    <a:pt x="39863" y="38126"/>
                    <a:pt x="41061" y="38649"/>
                    <a:pt x="42289" y="38649"/>
                  </a:cubicBezTo>
                  <a:cubicBezTo>
                    <a:pt x="42580" y="38649"/>
                    <a:pt x="42873" y="38619"/>
                    <a:pt x="43163" y="38559"/>
                  </a:cubicBezTo>
                  <a:cubicBezTo>
                    <a:pt x="43789" y="39551"/>
                    <a:pt x="44650" y="40334"/>
                    <a:pt x="45694" y="40856"/>
                  </a:cubicBezTo>
                  <a:cubicBezTo>
                    <a:pt x="47198" y="41638"/>
                    <a:pt x="48918" y="41856"/>
                    <a:pt x="50646" y="41856"/>
                  </a:cubicBezTo>
                  <a:cubicBezTo>
                    <a:pt x="51916" y="41856"/>
                    <a:pt x="53190" y="41738"/>
                    <a:pt x="54384" y="41639"/>
                  </a:cubicBezTo>
                  <a:cubicBezTo>
                    <a:pt x="56002" y="41482"/>
                    <a:pt x="57672" y="41378"/>
                    <a:pt x="59316" y="41352"/>
                  </a:cubicBezTo>
                  <a:cubicBezTo>
                    <a:pt x="61065" y="41299"/>
                    <a:pt x="62787" y="41221"/>
                    <a:pt x="64483" y="40777"/>
                  </a:cubicBezTo>
                  <a:cubicBezTo>
                    <a:pt x="66205" y="40308"/>
                    <a:pt x="67849" y="39603"/>
                    <a:pt x="69363" y="38690"/>
                  </a:cubicBezTo>
                  <a:cubicBezTo>
                    <a:pt x="70563" y="37985"/>
                    <a:pt x="71868" y="37124"/>
                    <a:pt x="72495" y="35819"/>
                  </a:cubicBezTo>
                  <a:cubicBezTo>
                    <a:pt x="73930" y="32818"/>
                    <a:pt x="70459" y="30913"/>
                    <a:pt x="68371" y="29661"/>
                  </a:cubicBezTo>
                  <a:cubicBezTo>
                    <a:pt x="66519" y="28539"/>
                    <a:pt x="64666" y="27495"/>
                    <a:pt x="62943" y="26242"/>
                  </a:cubicBezTo>
                  <a:cubicBezTo>
                    <a:pt x="61273" y="25042"/>
                    <a:pt x="59760" y="23632"/>
                    <a:pt x="58037" y="22484"/>
                  </a:cubicBezTo>
                  <a:cubicBezTo>
                    <a:pt x="56285" y="21283"/>
                    <a:pt x="54101" y="20129"/>
                    <a:pt x="51922" y="20129"/>
                  </a:cubicBezTo>
                  <a:cubicBezTo>
                    <a:pt x="51829" y="20129"/>
                    <a:pt x="51737" y="20131"/>
                    <a:pt x="51644" y="20136"/>
                  </a:cubicBezTo>
                  <a:cubicBezTo>
                    <a:pt x="51158" y="19253"/>
                    <a:pt x="50244" y="18725"/>
                    <a:pt x="49279" y="18725"/>
                  </a:cubicBezTo>
                  <a:cubicBezTo>
                    <a:pt x="49102" y="18725"/>
                    <a:pt x="48925" y="18742"/>
                    <a:pt x="48747" y="18779"/>
                  </a:cubicBezTo>
                  <a:cubicBezTo>
                    <a:pt x="48800" y="18361"/>
                    <a:pt x="48747" y="17917"/>
                    <a:pt x="48591" y="17526"/>
                  </a:cubicBezTo>
                  <a:cubicBezTo>
                    <a:pt x="48225" y="16456"/>
                    <a:pt x="47443" y="15595"/>
                    <a:pt x="46634" y="14812"/>
                  </a:cubicBezTo>
                  <a:cubicBezTo>
                    <a:pt x="45433" y="13612"/>
                    <a:pt x="44154" y="12463"/>
                    <a:pt x="42954" y="11237"/>
                  </a:cubicBezTo>
                  <a:cubicBezTo>
                    <a:pt x="38309" y="6670"/>
                    <a:pt x="33168" y="1138"/>
                    <a:pt x="26357" y="120"/>
                  </a:cubicBezTo>
                  <a:cubicBezTo>
                    <a:pt x="25810" y="39"/>
                    <a:pt x="25270" y="0"/>
                    <a:pt x="247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6"/>
            <p:cNvSpPr/>
            <p:nvPr/>
          </p:nvSpPr>
          <p:spPr>
            <a:xfrm rot="1770609">
              <a:off x="-3224877" y="908804"/>
              <a:ext cx="386645" cy="135211"/>
            </a:xfrm>
            <a:custGeom>
              <a:rect b="b" l="l" r="r" t="t"/>
              <a:pathLst>
                <a:path extrusionOk="0" h="4315" w="12339">
                  <a:moveTo>
                    <a:pt x="2171" y="1"/>
                  </a:moveTo>
                  <a:cubicBezTo>
                    <a:pt x="1442" y="1"/>
                    <a:pt x="714" y="82"/>
                    <a:pt x="0" y="263"/>
                  </a:cubicBezTo>
                  <a:lnTo>
                    <a:pt x="0" y="289"/>
                  </a:lnTo>
                  <a:cubicBezTo>
                    <a:pt x="594" y="186"/>
                    <a:pt x="1179" y="139"/>
                    <a:pt x="1757" y="139"/>
                  </a:cubicBezTo>
                  <a:cubicBezTo>
                    <a:pt x="5603" y="139"/>
                    <a:pt x="9112" y="2243"/>
                    <a:pt x="12266" y="4307"/>
                  </a:cubicBezTo>
                  <a:cubicBezTo>
                    <a:pt x="12275" y="4312"/>
                    <a:pt x="12284" y="4315"/>
                    <a:pt x="12292" y="4315"/>
                  </a:cubicBezTo>
                  <a:cubicBezTo>
                    <a:pt x="12326" y="4315"/>
                    <a:pt x="12339" y="4276"/>
                    <a:pt x="12318" y="4255"/>
                  </a:cubicBezTo>
                  <a:cubicBezTo>
                    <a:pt x="10595" y="2794"/>
                    <a:pt x="8638" y="1646"/>
                    <a:pt x="6524" y="863"/>
                  </a:cubicBezTo>
                  <a:cubicBezTo>
                    <a:pt x="5142" y="338"/>
                    <a:pt x="3654" y="1"/>
                    <a:pt x="21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6"/>
            <p:cNvSpPr/>
            <p:nvPr/>
          </p:nvSpPr>
          <p:spPr>
            <a:xfrm rot="1770609">
              <a:off x="-2897490" y="1145049"/>
              <a:ext cx="24316" cy="18362"/>
            </a:xfrm>
            <a:custGeom>
              <a:rect b="b" l="l" r="r" t="t"/>
              <a:pathLst>
                <a:path extrusionOk="0" h="586" w="776">
                  <a:moveTo>
                    <a:pt x="23" y="0"/>
                  </a:moveTo>
                  <a:cubicBezTo>
                    <a:pt x="8" y="0"/>
                    <a:pt x="0" y="19"/>
                    <a:pt x="19" y="37"/>
                  </a:cubicBezTo>
                  <a:cubicBezTo>
                    <a:pt x="202" y="246"/>
                    <a:pt x="436" y="429"/>
                    <a:pt x="697" y="585"/>
                  </a:cubicBezTo>
                  <a:cubicBezTo>
                    <a:pt x="724" y="585"/>
                    <a:pt x="776" y="585"/>
                    <a:pt x="750" y="533"/>
                  </a:cubicBezTo>
                  <a:cubicBezTo>
                    <a:pt x="593" y="272"/>
                    <a:pt x="332" y="90"/>
                    <a:pt x="45" y="11"/>
                  </a:cubicBezTo>
                  <a:cubicBezTo>
                    <a:pt x="37" y="4"/>
                    <a:pt x="30" y="0"/>
                    <a:pt x="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6"/>
            <p:cNvSpPr/>
            <p:nvPr/>
          </p:nvSpPr>
          <p:spPr>
            <a:xfrm rot="1770609">
              <a:off x="-3769048" y="1929558"/>
              <a:ext cx="230627" cy="55244"/>
            </a:xfrm>
            <a:custGeom>
              <a:rect b="b" l="l" r="r" t="t"/>
              <a:pathLst>
                <a:path extrusionOk="0" h="1763" w="7360">
                  <a:moveTo>
                    <a:pt x="1309" y="0"/>
                  </a:moveTo>
                  <a:cubicBezTo>
                    <a:pt x="877" y="0"/>
                    <a:pt x="448" y="30"/>
                    <a:pt x="27" y="93"/>
                  </a:cubicBezTo>
                  <a:cubicBezTo>
                    <a:pt x="1" y="119"/>
                    <a:pt x="1" y="119"/>
                    <a:pt x="27" y="145"/>
                  </a:cubicBezTo>
                  <a:cubicBezTo>
                    <a:pt x="1201" y="145"/>
                    <a:pt x="2375" y="249"/>
                    <a:pt x="3550" y="458"/>
                  </a:cubicBezTo>
                  <a:cubicBezTo>
                    <a:pt x="4855" y="745"/>
                    <a:pt x="6055" y="1293"/>
                    <a:pt x="7308" y="1763"/>
                  </a:cubicBezTo>
                  <a:cubicBezTo>
                    <a:pt x="7334" y="1763"/>
                    <a:pt x="7360" y="1711"/>
                    <a:pt x="7334" y="1685"/>
                  </a:cubicBezTo>
                  <a:cubicBezTo>
                    <a:pt x="5561" y="690"/>
                    <a:pt x="3395" y="0"/>
                    <a:pt x="1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6"/>
            <p:cNvSpPr/>
            <p:nvPr/>
          </p:nvSpPr>
          <p:spPr>
            <a:xfrm rot="1770609">
              <a:off x="-3564293" y="2047938"/>
              <a:ext cx="16388" cy="8022"/>
            </a:xfrm>
            <a:custGeom>
              <a:rect b="b" l="l" r="r" t="t"/>
              <a:pathLst>
                <a:path extrusionOk="0" h="256" w="523">
                  <a:moveTo>
                    <a:pt x="117" y="0"/>
                  </a:moveTo>
                  <a:cubicBezTo>
                    <a:pt x="78" y="0"/>
                    <a:pt x="39" y="5"/>
                    <a:pt x="1" y="16"/>
                  </a:cubicBezTo>
                  <a:cubicBezTo>
                    <a:pt x="1" y="16"/>
                    <a:pt x="1" y="16"/>
                    <a:pt x="1" y="42"/>
                  </a:cubicBezTo>
                  <a:cubicBezTo>
                    <a:pt x="115" y="179"/>
                    <a:pt x="268" y="256"/>
                    <a:pt x="427" y="256"/>
                  </a:cubicBezTo>
                  <a:cubicBezTo>
                    <a:pt x="450" y="256"/>
                    <a:pt x="473" y="254"/>
                    <a:pt x="497" y="251"/>
                  </a:cubicBezTo>
                  <a:cubicBezTo>
                    <a:pt x="497" y="251"/>
                    <a:pt x="523" y="225"/>
                    <a:pt x="497" y="199"/>
                  </a:cubicBezTo>
                  <a:cubicBezTo>
                    <a:pt x="414" y="75"/>
                    <a:pt x="266"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6"/>
            <p:cNvSpPr/>
            <p:nvPr/>
          </p:nvSpPr>
          <p:spPr>
            <a:xfrm rot="1770609">
              <a:off x="-2761174" y="2439945"/>
              <a:ext cx="366339" cy="127158"/>
            </a:xfrm>
            <a:custGeom>
              <a:rect b="b" l="l" r="r" t="t"/>
              <a:pathLst>
                <a:path extrusionOk="0" h="4058" w="11691">
                  <a:moveTo>
                    <a:pt x="11691" y="1"/>
                  </a:moveTo>
                  <a:lnTo>
                    <a:pt x="11691" y="1"/>
                  </a:lnTo>
                  <a:cubicBezTo>
                    <a:pt x="8507" y="2689"/>
                    <a:pt x="4149" y="3811"/>
                    <a:pt x="52" y="3941"/>
                  </a:cubicBezTo>
                  <a:cubicBezTo>
                    <a:pt x="0" y="3941"/>
                    <a:pt x="0" y="3993"/>
                    <a:pt x="52" y="3993"/>
                  </a:cubicBezTo>
                  <a:cubicBezTo>
                    <a:pt x="412" y="4038"/>
                    <a:pt x="775" y="4058"/>
                    <a:pt x="1141" y="4058"/>
                  </a:cubicBezTo>
                  <a:cubicBezTo>
                    <a:pt x="2709" y="4058"/>
                    <a:pt x="4307" y="3686"/>
                    <a:pt x="5767" y="3263"/>
                  </a:cubicBezTo>
                  <a:cubicBezTo>
                    <a:pt x="7933" y="2663"/>
                    <a:pt x="10177" y="1723"/>
                    <a:pt x="116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6"/>
            <p:cNvSpPr/>
            <p:nvPr/>
          </p:nvSpPr>
          <p:spPr>
            <a:xfrm rot="1770609">
              <a:off x="-2797329" y="2453813"/>
              <a:ext cx="22906" cy="3917"/>
            </a:xfrm>
            <a:custGeom>
              <a:rect b="b" l="l" r="r" t="t"/>
              <a:pathLst>
                <a:path extrusionOk="0" h="125" w="731">
                  <a:moveTo>
                    <a:pt x="379" y="1"/>
                  </a:moveTo>
                  <a:cubicBezTo>
                    <a:pt x="261" y="1"/>
                    <a:pt x="144" y="20"/>
                    <a:pt x="26" y="59"/>
                  </a:cubicBezTo>
                  <a:cubicBezTo>
                    <a:pt x="0" y="59"/>
                    <a:pt x="0" y="85"/>
                    <a:pt x="26" y="85"/>
                  </a:cubicBezTo>
                  <a:cubicBezTo>
                    <a:pt x="144" y="112"/>
                    <a:pt x="261" y="125"/>
                    <a:pt x="379" y="125"/>
                  </a:cubicBezTo>
                  <a:cubicBezTo>
                    <a:pt x="496" y="125"/>
                    <a:pt x="613" y="112"/>
                    <a:pt x="731" y="85"/>
                  </a:cubicBezTo>
                  <a:lnTo>
                    <a:pt x="731" y="59"/>
                  </a:lnTo>
                  <a:cubicBezTo>
                    <a:pt x="613" y="20"/>
                    <a:pt x="496" y="1"/>
                    <a:pt x="3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6"/>
            <p:cNvSpPr/>
            <p:nvPr/>
          </p:nvSpPr>
          <p:spPr>
            <a:xfrm rot="1770609">
              <a:off x="-3250761" y="1909466"/>
              <a:ext cx="120076" cy="171153"/>
            </a:xfrm>
            <a:custGeom>
              <a:rect b="b" l="l" r="r" t="t"/>
              <a:pathLst>
                <a:path extrusionOk="0" h="5462" w="3832">
                  <a:moveTo>
                    <a:pt x="3806" y="1"/>
                  </a:moveTo>
                  <a:cubicBezTo>
                    <a:pt x="2971" y="2114"/>
                    <a:pt x="1614" y="3811"/>
                    <a:pt x="22" y="5403"/>
                  </a:cubicBezTo>
                  <a:cubicBezTo>
                    <a:pt x="1" y="5424"/>
                    <a:pt x="31" y="5462"/>
                    <a:pt x="57" y="5462"/>
                  </a:cubicBezTo>
                  <a:cubicBezTo>
                    <a:pt x="63" y="5462"/>
                    <a:pt x="69" y="5460"/>
                    <a:pt x="74" y="5455"/>
                  </a:cubicBezTo>
                  <a:cubicBezTo>
                    <a:pt x="1822" y="4098"/>
                    <a:pt x="3336" y="2219"/>
                    <a:pt x="3832" y="27"/>
                  </a:cubicBezTo>
                  <a:cubicBezTo>
                    <a:pt x="3832" y="1"/>
                    <a:pt x="3806" y="1"/>
                    <a:pt x="3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6"/>
            <p:cNvSpPr/>
            <p:nvPr/>
          </p:nvSpPr>
          <p:spPr>
            <a:xfrm rot="1770609">
              <a:off x="-4112774" y="1359550"/>
              <a:ext cx="302290" cy="71413"/>
            </a:xfrm>
            <a:custGeom>
              <a:rect b="b" l="l" r="r" t="t"/>
              <a:pathLst>
                <a:path extrusionOk="0" h="2279" w="9647">
                  <a:moveTo>
                    <a:pt x="123" y="0"/>
                  </a:moveTo>
                  <a:cubicBezTo>
                    <a:pt x="82" y="0"/>
                    <a:pt x="41" y="1"/>
                    <a:pt x="1" y="1"/>
                  </a:cubicBezTo>
                  <a:lnTo>
                    <a:pt x="1" y="27"/>
                  </a:lnTo>
                  <a:cubicBezTo>
                    <a:pt x="3341" y="314"/>
                    <a:pt x="6394" y="1384"/>
                    <a:pt x="9604" y="2271"/>
                  </a:cubicBezTo>
                  <a:cubicBezTo>
                    <a:pt x="9609" y="2276"/>
                    <a:pt x="9614" y="2278"/>
                    <a:pt x="9618" y="2278"/>
                  </a:cubicBezTo>
                  <a:cubicBezTo>
                    <a:pt x="9637" y="2278"/>
                    <a:pt x="9646" y="2240"/>
                    <a:pt x="9604" y="2219"/>
                  </a:cubicBezTo>
                  <a:cubicBezTo>
                    <a:pt x="6666" y="1008"/>
                    <a:pt x="3322" y="0"/>
                    <a:pt x="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 name="Google Shape;665;p26"/>
          <p:cNvGrpSpPr/>
          <p:nvPr/>
        </p:nvGrpSpPr>
        <p:grpSpPr>
          <a:xfrm rot="-2354599">
            <a:off x="7575657" y="3151267"/>
            <a:ext cx="1402543" cy="1974813"/>
            <a:chOff x="3684725" y="1721225"/>
            <a:chExt cx="932300" cy="1312700"/>
          </a:xfrm>
        </p:grpSpPr>
        <p:sp>
          <p:nvSpPr>
            <p:cNvPr id="666" name="Google Shape;666;p26"/>
            <p:cNvSpPr/>
            <p:nvPr/>
          </p:nvSpPr>
          <p:spPr>
            <a:xfrm>
              <a:off x="4266650" y="2186175"/>
              <a:ext cx="260975" cy="315125"/>
            </a:xfrm>
            <a:custGeom>
              <a:rect b="b" l="l" r="r" t="t"/>
              <a:pathLst>
                <a:path extrusionOk="0" h="12605" w="10439">
                  <a:moveTo>
                    <a:pt x="10387" y="0"/>
                  </a:moveTo>
                  <a:cubicBezTo>
                    <a:pt x="7307" y="3132"/>
                    <a:pt x="3732" y="5820"/>
                    <a:pt x="262" y="8429"/>
                  </a:cubicBezTo>
                  <a:lnTo>
                    <a:pt x="79" y="8560"/>
                  </a:lnTo>
                  <a:lnTo>
                    <a:pt x="27" y="8560"/>
                  </a:lnTo>
                  <a:cubicBezTo>
                    <a:pt x="27" y="8560"/>
                    <a:pt x="27" y="8586"/>
                    <a:pt x="27" y="8586"/>
                  </a:cubicBezTo>
                  <a:cubicBezTo>
                    <a:pt x="1" y="8586"/>
                    <a:pt x="1" y="8612"/>
                    <a:pt x="27" y="8612"/>
                  </a:cubicBezTo>
                  <a:cubicBezTo>
                    <a:pt x="27" y="8612"/>
                    <a:pt x="992" y="11691"/>
                    <a:pt x="1253" y="12579"/>
                  </a:cubicBezTo>
                  <a:cubicBezTo>
                    <a:pt x="1253" y="12579"/>
                    <a:pt x="1279" y="12605"/>
                    <a:pt x="1279" y="12605"/>
                  </a:cubicBezTo>
                  <a:lnTo>
                    <a:pt x="1331" y="12605"/>
                  </a:lnTo>
                  <a:cubicBezTo>
                    <a:pt x="3054" y="11300"/>
                    <a:pt x="4437" y="10204"/>
                    <a:pt x="5689" y="9186"/>
                  </a:cubicBezTo>
                  <a:cubicBezTo>
                    <a:pt x="6629" y="8429"/>
                    <a:pt x="7516" y="7568"/>
                    <a:pt x="8325" y="6655"/>
                  </a:cubicBezTo>
                  <a:cubicBezTo>
                    <a:pt x="8638" y="6237"/>
                    <a:pt x="8899" y="5768"/>
                    <a:pt x="9134" y="5298"/>
                  </a:cubicBezTo>
                  <a:cubicBezTo>
                    <a:pt x="9943" y="3654"/>
                    <a:pt x="10387" y="1879"/>
                    <a:pt x="10439" y="53"/>
                  </a:cubicBezTo>
                  <a:cubicBezTo>
                    <a:pt x="10439" y="26"/>
                    <a:pt x="10439" y="0"/>
                    <a:pt x="104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6"/>
            <p:cNvSpPr/>
            <p:nvPr/>
          </p:nvSpPr>
          <p:spPr>
            <a:xfrm>
              <a:off x="4235325" y="2091075"/>
              <a:ext cx="292950" cy="305200"/>
            </a:xfrm>
            <a:custGeom>
              <a:rect b="b" l="l" r="r" t="t"/>
              <a:pathLst>
                <a:path extrusionOk="0" h="12208" w="11718">
                  <a:moveTo>
                    <a:pt x="11173" y="1"/>
                  </a:moveTo>
                  <a:cubicBezTo>
                    <a:pt x="11170" y="1"/>
                    <a:pt x="11170" y="7"/>
                    <a:pt x="11170" y="20"/>
                  </a:cubicBezTo>
                  <a:cubicBezTo>
                    <a:pt x="8430" y="2134"/>
                    <a:pt x="5585" y="4222"/>
                    <a:pt x="2845" y="6231"/>
                  </a:cubicBezTo>
                  <a:lnTo>
                    <a:pt x="1" y="8345"/>
                  </a:lnTo>
                  <a:cubicBezTo>
                    <a:pt x="1" y="8371"/>
                    <a:pt x="1" y="8371"/>
                    <a:pt x="1" y="8397"/>
                  </a:cubicBezTo>
                  <a:lnTo>
                    <a:pt x="1175" y="12181"/>
                  </a:lnTo>
                  <a:cubicBezTo>
                    <a:pt x="1201" y="12207"/>
                    <a:pt x="1201" y="12207"/>
                    <a:pt x="1201" y="12207"/>
                  </a:cubicBezTo>
                  <a:lnTo>
                    <a:pt x="1227" y="12181"/>
                  </a:lnTo>
                  <a:cubicBezTo>
                    <a:pt x="1241" y="12194"/>
                    <a:pt x="1247" y="12201"/>
                    <a:pt x="1254" y="12201"/>
                  </a:cubicBezTo>
                  <a:cubicBezTo>
                    <a:pt x="1260" y="12201"/>
                    <a:pt x="1267" y="12194"/>
                    <a:pt x="1280" y="12181"/>
                  </a:cubicBezTo>
                  <a:lnTo>
                    <a:pt x="1436" y="12051"/>
                  </a:lnTo>
                  <a:cubicBezTo>
                    <a:pt x="4959" y="9415"/>
                    <a:pt x="8613" y="6675"/>
                    <a:pt x="11718" y="3465"/>
                  </a:cubicBezTo>
                  <a:cubicBezTo>
                    <a:pt x="11718" y="3465"/>
                    <a:pt x="11718" y="3439"/>
                    <a:pt x="11718" y="3439"/>
                  </a:cubicBezTo>
                  <a:cubicBezTo>
                    <a:pt x="11718" y="2291"/>
                    <a:pt x="11535" y="1143"/>
                    <a:pt x="11222" y="47"/>
                  </a:cubicBezTo>
                  <a:cubicBezTo>
                    <a:pt x="11222" y="20"/>
                    <a:pt x="11196" y="20"/>
                    <a:pt x="11196" y="20"/>
                  </a:cubicBezTo>
                  <a:cubicBezTo>
                    <a:pt x="11183" y="7"/>
                    <a:pt x="11177" y="1"/>
                    <a:pt x="1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6"/>
            <p:cNvSpPr/>
            <p:nvPr/>
          </p:nvSpPr>
          <p:spPr>
            <a:xfrm>
              <a:off x="4044850" y="1727125"/>
              <a:ext cx="568250" cy="362525"/>
            </a:xfrm>
            <a:custGeom>
              <a:rect b="b" l="l" r="r" t="t"/>
              <a:pathLst>
                <a:path extrusionOk="0" h="14501" w="22730">
                  <a:moveTo>
                    <a:pt x="11439" y="0"/>
                  </a:moveTo>
                  <a:cubicBezTo>
                    <a:pt x="8188" y="0"/>
                    <a:pt x="5030" y="1414"/>
                    <a:pt x="2844" y="3983"/>
                  </a:cubicBezTo>
                  <a:cubicBezTo>
                    <a:pt x="1644" y="5445"/>
                    <a:pt x="705" y="7089"/>
                    <a:pt x="26" y="8863"/>
                  </a:cubicBezTo>
                  <a:cubicBezTo>
                    <a:pt x="0" y="8863"/>
                    <a:pt x="26" y="8890"/>
                    <a:pt x="26" y="8916"/>
                  </a:cubicBezTo>
                  <a:lnTo>
                    <a:pt x="52" y="8890"/>
                  </a:lnTo>
                  <a:lnTo>
                    <a:pt x="78" y="8890"/>
                  </a:lnTo>
                  <a:cubicBezTo>
                    <a:pt x="1540" y="6645"/>
                    <a:pt x="3680" y="4923"/>
                    <a:pt x="6185" y="3983"/>
                  </a:cubicBezTo>
                  <a:cubicBezTo>
                    <a:pt x="7441" y="3533"/>
                    <a:pt x="8748" y="3304"/>
                    <a:pt x="10056" y="3304"/>
                  </a:cubicBezTo>
                  <a:cubicBezTo>
                    <a:pt x="11247" y="3304"/>
                    <a:pt x="12439" y="3494"/>
                    <a:pt x="13596" y="3879"/>
                  </a:cubicBezTo>
                  <a:lnTo>
                    <a:pt x="13648" y="3879"/>
                  </a:lnTo>
                  <a:cubicBezTo>
                    <a:pt x="15945" y="4636"/>
                    <a:pt x="18006" y="6019"/>
                    <a:pt x="19546" y="7898"/>
                  </a:cubicBezTo>
                  <a:cubicBezTo>
                    <a:pt x="21033" y="9777"/>
                    <a:pt x="21920" y="12073"/>
                    <a:pt x="22077" y="14474"/>
                  </a:cubicBezTo>
                  <a:cubicBezTo>
                    <a:pt x="22077" y="14474"/>
                    <a:pt x="22103" y="14500"/>
                    <a:pt x="22129" y="14500"/>
                  </a:cubicBezTo>
                  <a:cubicBezTo>
                    <a:pt x="22129" y="14500"/>
                    <a:pt x="22155" y="14474"/>
                    <a:pt x="22155" y="14474"/>
                  </a:cubicBezTo>
                  <a:cubicBezTo>
                    <a:pt x="22729" y="11212"/>
                    <a:pt x="22677" y="6593"/>
                    <a:pt x="19180" y="3148"/>
                  </a:cubicBezTo>
                  <a:cubicBezTo>
                    <a:pt x="17980" y="1974"/>
                    <a:pt x="16545" y="1061"/>
                    <a:pt x="14953" y="565"/>
                  </a:cubicBezTo>
                  <a:cubicBezTo>
                    <a:pt x="13797" y="184"/>
                    <a:pt x="12612" y="0"/>
                    <a:pt x="114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6"/>
            <p:cNvSpPr/>
            <p:nvPr/>
          </p:nvSpPr>
          <p:spPr>
            <a:xfrm>
              <a:off x="4004400" y="1814550"/>
              <a:ext cx="590425" cy="498200"/>
            </a:xfrm>
            <a:custGeom>
              <a:rect b="b" l="l" r="r" t="t"/>
              <a:pathLst>
                <a:path extrusionOk="0" h="19928" w="23617">
                  <a:moveTo>
                    <a:pt x="11645" y="0"/>
                  </a:moveTo>
                  <a:cubicBezTo>
                    <a:pt x="10251" y="0"/>
                    <a:pt x="8859" y="255"/>
                    <a:pt x="7542" y="774"/>
                  </a:cubicBezTo>
                  <a:cubicBezTo>
                    <a:pt x="4906" y="1817"/>
                    <a:pt x="2792" y="3775"/>
                    <a:pt x="1200" y="6593"/>
                  </a:cubicBezTo>
                  <a:cubicBezTo>
                    <a:pt x="1018" y="7115"/>
                    <a:pt x="861" y="7663"/>
                    <a:pt x="731" y="8211"/>
                  </a:cubicBezTo>
                  <a:cubicBezTo>
                    <a:pt x="287" y="9933"/>
                    <a:pt x="52" y="11708"/>
                    <a:pt x="0" y="13482"/>
                  </a:cubicBezTo>
                  <a:cubicBezTo>
                    <a:pt x="0" y="13508"/>
                    <a:pt x="0" y="13508"/>
                    <a:pt x="26" y="13508"/>
                  </a:cubicBezTo>
                  <a:lnTo>
                    <a:pt x="26" y="13534"/>
                  </a:lnTo>
                  <a:cubicBezTo>
                    <a:pt x="52" y="13534"/>
                    <a:pt x="78" y="13508"/>
                    <a:pt x="78" y="13482"/>
                  </a:cubicBezTo>
                  <a:cubicBezTo>
                    <a:pt x="365" y="12021"/>
                    <a:pt x="913" y="10612"/>
                    <a:pt x="1696" y="9359"/>
                  </a:cubicBezTo>
                  <a:cubicBezTo>
                    <a:pt x="2636" y="7793"/>
                    <a:pt x="4750" y="5053"/>
                    <a:pt x="8064" y="4114"/>
                  </a:cubicBezTo>
                  <a:cubicBezTo>
                    <a:pt x="8981" y="3864"/>
                    <a:pt x="9920" y="3739"/>
                    <a:pt x="10856" y="3739"/>
                  </a:cubicBezTo>
                  <a:cubicBezTo>
                    <a:pt x="11970" y="3739"/>
                    <a:pt x="13080" y="3916"/>
                    <a:pt x="14144" y="4270"/>
                  </a:cubicBezTo>
                  <a:cubicBezTo>
                    <a:pt x="15240" y="4610"/>
                    <a:pt x="16284" y="5158"/>
                    <a:pt x="17197" y="5888"/>
                  </a:cubicBezTo>
                  <a:cubicBezTo>
                    <a:pt x="21085" y="8968"/>
                    <a:pt x="22260" y="14970"/>
                    <a:pt x="19989" y="19876"/>
                  </a:cubicBezTo>
                  <a:cubicBezTo>
                    <a:pt x="19989" y="19902"/>
                    <a:pt x="19989" y="19902"/>
                    <a:pt x="19989" y="19928"/>
                  </a:cubicBezTo>
                  <a:cubicBezTo>
                    <a:pt x="20016" y="19928"/>
                    <a:pt x="20042" y="19928"/>
                    <a:pt x="20042" y="19902"/>
                  </a:cubicBezTo>
                  <a:cubicBezTo>
                    <a:pt x="21164" y="18284"/>
                    <a:pt x="22077" y="16535"/>
                    <a:pt x="22756" y="14683"/>
                  </a:cubicBezTo>
                  <a:cubicBezTo>
                    <a:pt x="23095" y="13821"/>
                    <a:pt x="23356" y="12908"/>
                    <a:pt x="23565" y="12021"/>
                  </a:cubicBezTo>
                  <a:cubicBezTo>
                    <a:pt x="23617" y="9203"/>
                    <a:pt x="22651" y="6462"/>
                    <a:pt x="20851" y="4296"/>
                  </a:cubicBezTo>
                  <a:cubicBezTo>
                    <a:pt x="19363" y="2600"/>
                    <a:pt x="17458" y="1322"/>
                    <a:pt x="15318" y="591"/>
                  </a:cubicBezTo>
                  <a:lnTo>
                    <a:pt x="15214" y="565"/>
                  </a:lnTo>
                  <a:cubicBezTo>
                    <a:pt x="14054" y="190"/>
                    <a:pt x="12848" y="0"/>
                    <a:pt x="116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6"/>
            <p:cNvSpPr/>
            <p:nvPr/>
          </p:nvSpPr>
          <p:spPr>
            <a:xfrm>
              <a:off x="3690575" y="2431625"/>
              <a:ext cx="396050" cy="342375"/>
            </a:xfrm>
            <a:custGeom>
              <a:rect b="b" l="l" r="r" t="t"/>
              <a:pathLst>
                <a:path extrusionOk="0" h="13695" w="15842">
                  <a:moveTo>
                    <a:pt x="14628" y="1"/>
                  </a:moveTo>
                  <a:cubicBezTo>
                    <a:pt x="14621" y="1"/>
                    <a:pt x="14615" y="7"/>
                    <a:pt x="14615" y="20"/>
                  </a:cubicBezTo>
                  <a:cubicBezTo>
                    <a:pt x="11822" y="2056"/>
                    <a:pt x="8560" y="4457"/>
                    <a:pt x="5298" y="6779"/>
                  </a:cubicBezTo>
                  <a:cubicBezTo>
                    <a:pt x="4907" y="7040"/>
                    <a:pt x="4516" y="7327"/>
                    <a:pt x="4124" y="7614"/>
                  </a:cubicBezTo>
                  <a:cubicBezTo>
                    <a:pt x="2793" y="8606"/>
                    <a:pt x="1436" y="9519"/>
                    <a:pt x="1" y="10354"/>
                  </a:cubicBezTo>
                  <a:cubicBezTo>
                    <a:pt x="1" y="10381"/>
                    <a:pt x="1" y="10407"/>
                    <a:pt x="1" y="10407"/>
                  </a:cubicBezTo>
                  <a:cubicBezTo>
                    <a:pt x="575" y="11477"/>
                    <a:pt x="1123" y="12520"/>
                    <a:pt x="1697" y="13669"/>
                  </a:cubicBezTo>
                  <a:cubicBezTo>
                    <a:pt x="1697" y="13695"/>
                    <a:pt x="1697" y="13695"/>
                    <a:pt x="1723" y="13695"/>
                  </a:cubicBezTo>
                  <a:lnTo>
                    <a:pt x="1749" y="13695"/>
                  </a:lnTo>
                  <a:cubicBezTo>
                    <a:pt x="6760" y="10250"/>
                    <a:pt x="11353" y="7040"/>
                    <a:pt x="15763" y="3883"/>
                  </a:cubicBezTo>
                  <a:lnTo>
                    <a:pt x="15815" y="3857"/>
                  </a:lnTo>
                  <a:cubicBezTo>
                    <a:pt x="15815" y="3857"/>
                    <a:pt x="15815" y="3857"/>
                    <a:pt x="15841" y="3830"/>
                  </a:cubicBezTo>
                  <a:cubicBezTo>
                    <a:pt x="15841" y="3830"/>
                    <a:pt x="15841" y="3830"/>
                    <a:pt x="15841" y="3804"/>
                  </a:cubicBezTo>
                  <a:cubicBezTo>
                    <a:pt x="15398" y="2473"/>
                    <a:pt x="15032" y="1247"/>
                    <a:pt x="14667" y="47"/>
                  </a:cubicBezTo>
                  <a:cubicBezTo>
                    <a:pt x="14667" y="20"/>
                    <a:pt x="14641" y="20"/>
                    <a:pt x="14641" y="20"/>
                  </a:cubicBezTo>
                  <a:cubicBezTo>
                    <a:pt x="14641" y="7"/>
                    <a:pt x="14634" y="1"/>
                    <a:pt x="146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6"/>
            <p:cNvSpPr/>
            <p:nvPr/>
          </p:nvSpPr>
          <p:spPr>
            <a:xfrm>
              <a:off x="3735600" y="2533250"/>
              <a:ext cx="384950" cy="336000"/>
            </a:xfrm>
            <a:custGeom>
              <a:rect b="b" l="l" r="r" t="t"/>
              <a:pathLst>
                <a:path extrusionOk="0" h="13440" w="15398">
                  <a:moveTo>
                    <a:pt x="14066" y="0"/>
                  </a:moveTo>
                  <a:cubicBezTo>
                    <a:pt x="9630" y="3158"/>
                    <a:pt x="5063" y="6368"/>
                    <a:pt x="27" y="9786"/>
                  </a:cubicBezTo>
                  <a:cubicBezTo>
                    <a:pt x="27" y="9786"/>
                    <a:pt x="1" y="9786"/>
                    <a:pt x="1" y="9812"/>
                  </a:cubicBezTo>
                  <a:cubicBezTo>
                    <a:pt x="1" y="9812"/>
                    <a:pt x="1" y="9838"/>
                    <a:pt x="1" y="9838"/>
                  </a:cubicBezTo>
                  <a:cubicBezTo>
                    <a:pt x="575" y="11013"/>
                    <a:pt x="1175" y="12213"/>
                    <a:pt x="1723" y="13414"/>
                  </a:cubicBezTo>
                  <a:cubicBezTo>
                    <a:pt x="1723" y="13414"/>
                    <a:pt x="1749" y="13440"/>
                    <a:pt x="1749" y="13440"/>
                  </a:cubicBezTo>
                  <a:lnTo>
                    <a:pt x="1801" y="13440"/>
                  </a:lnTo>
                  <a:cubicBezTo>
                    <a:pt x="4280" y="11639"/>
                    <a:pt x="6864" y="9865"/>
                    <a:pt x="9369" y="8142"/>
                  </a:cubicBezTo>
                  <a:cubicBezTo>
                    <a:pt x="11352" y="6811"/>
                    <a:pt x="13414" y="5402"/>
                    <a:pt x="15397" y="3993"/>
                  </a:cubicBezTo>
                  <a:cubicBezTo>
                    <a:pt x="15397" y="3967"/>
                    <a:pt x="15397" y="3967"/>
                    <a:pt x="15397" y="3941"/>
                  </a:cubicBezTo>
                  <a:cubicBezTo>
                    <a:pt x="14927" y="2558"/>
                    <a:pt x="14510" y="1279"/>
                    <a:pt x="14118" y="26"/>
                  </a:cubicBezTo>
                  <a:cubicBezTo>
                    <a:pt x="14118" y="26"/>
                    <a:pt x="14092" y="0"/>
                    <a:pt x="14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6"/>
            <p:cNvSpPr/>
            <p:nvPr/>
          </p:nvSpPr>
          <p:spPr>
            <a:xfrm>
              <a:off x="4005700" y="2034150"/>
              <a:ext cx="344475" cy="992975"/>
            </a:xfrm>
            <a:custGeom>
              <a:rect b="b" l="l" r="r" t="t"/>
              <a:pathLst>
                <a:path extrusionOk="0" h="39719" w="13779">
                  <a:moveTo>
                    <a:pt x="2218" y="1"/>
                  </a:moveTo>
                  <a:cubicBezTo>
                    <a:pt x="861" y="1932"/>
                    <a:pt x="79" y="4229"/>
                    <a:pt x="0" y="6603"/>
                  </a:cubicBezTo>
                  <a:cubicBezTo>
                    <a:pt x="52" y="7073"/>
                    <a:pt x="105" y="7517"/>
                    <a:pt x="183" y="7960"/>
                  </a:cubicBezTo>
                  <a:cubicBezTo>
                    <a:pt x="574" y="10465"/>
                    <a:pt x="1357" y="12971"/>
                    <a:pt x="2114" y="15398"/>
                  </a:cubicBezTo>
                  <a:lnTo>
                    <a:pt x="2192" y="15711"/>
                  </a:lnTo>
                  <a:cubicBezTo>
                    <a:pt x="2218" y="15711"/>
                    <a:pt x="2218" y="15737"/>
                    <a:pt x="2218" y="15763"/>
                  </a:cubicBezTo>
                  <a:cubicBezTo>
                    <a:pt x="2323" y="16154"/>
                    <a:pt x="2427" y="16520"/>
                    <a:pt x="2558" y="16885"/>
                  </a:cubicBezTo>
                  <a:cubicBezTo>
                    <a:pt x="3210" y="19077"/>
                    <a:pt x="3967" y="21400"/>
                    <a:pt x="4802" y="23957"/>
                  </a:cubicBezTo>
                  <a:cubicBezTo>
                    <a:pt x="5089" y="24792"/>
                    <a:pt x="5350" y="25627"/>
                    <a:pt x="5637" y="26436"/>
                  </a:cubicBezTo>
                  <a:cubicBezTo>
                    <a:pt x="6237" y="28237"/>
                    <a:pt x="6890" y="30063"/>
                    <a:pt x="7516" y="31812"/>
                  </a:cubicBezTo>
                  <a:cubicBezTo>
                    <a:pt x="8429" y="34395"/>
                    <a:pt x="9369" y="37057"/>
                    <a:pt x="10230" y="39693"/>
                  </a:cubicBezTo>
                  <a:cubicBezTo>
                    <a:pt x="10230" y="39693"/>
                    <a:pt x="10230" y="39693"/>
                    <a:pt x="10256" y="39719"/>
                  </a:cubicBezTo>
                  <a:lnTo>
                    <a:pt x="10282" y="39719"/>
                  </a:lnTo>
                  <a:cubicBezTo>
                    <a:pt x="11456" y="39067"/>
                    <a:pt x="12631" y="38440"/>
                    <a:pt x="13779" y="37840"/>
                  </a:cubicBezTo>
                  <a:lnTo>
                    <a:pt x="13779" y="37814"/>
                  </a:lnTo>
                  <a:lnTo>
                    <a:pt x="13779" y="37762"/>
                  </a:lnTo>
                  <a:cubicBezTo>
                    <a:pt x="11065" y="30090"/>
                    <a:pt x="8795" y="23357"/>
                    <a:pt x="6837" y="17172"/>
                  </a:cubicBezTo>
                  <a:cubicBezTo>
                    <a:pt x="6655" y="16624"/>
                    <a:pt x="6498" y="16102"/>
                    <a:pt x="6315" y="15554"/>
                  </a:cubicBezTo>
                  <a:cubicBezTo>
                    <a:pt x="4724" y="10518"/>
                    <a:pt x="3053" y="5298"/>
                    <a:pt x="2297" y="53"/>
                  </a:cubicBezTo>
                  <a:cubicBezTo>
                    <a:pt x="2297" y="27"/>
                    <a:pt x="2271" y="27"/>
                    <a:pt x="2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6"/>
            <p:cNvSpPr/>
            <p:nvPr/>
          </p:nvSpPr>
          <p:spPr>
            <a:xfrm>
              <a:off x="4066375" y="1964350"/>
              <a:ext cx="371225" cy="1013200"/>
            </a:xfrm>
            <a:custGeom>
              <a:rect b="b" l="l" r="r" t="t"/>
              <a:pathLst>
                <a:path extrusionOk="0" h="40528" w="14849">
                  <a:moveTo>
                    <a:pt x="2401" y="1"/>
                  </a:moveTo>
                  <a:cubicBezTo>
                    <a:pt x="2036" y="288"/>
                    <a:pt x="1696" y="575"/>
                    <a:pt x="1357" y="914"/>
                  </a:cubicBezTo>
                  <a:cubicBezTo>
                    <a:pt x="861" y="1410"/>
                    <a:pt x="418" y="1932"/>
                    <a:pt x="0" y="2506"/>
                  </a:cubicBezTo>
                  <a:cubicBezTo>
                    <a:pt x="0" y="2506"/>
                    <a:pt x="0" y="2532"/>
                    <a:pt x="0" y="2532"/>
                  </a:cubicBezTo>
                  <a:cubicBezTo>
                    <a:pt x="757" y="7908"/>
                    <a:pt x="2453" y="13205"/>
                    <a:pt x="4071" y="18346"/>
                  </a:cubicBezTo>
                  <a:cubicBezTo>
                    <a:pt x="4254" y="18868"/>
                    <a:pt x="4410" y="19390"/>
                    <a:pt x="4593" y="19938"/>
                  </a:cubicBezTo>
                  <a:cubicBezTo>
                    <a:pt x="6576" y="26201"/>
                    <a:pt x="8847" y="32934"/>
                    <a:pt x="11508" y="40502"/>
                  </a:cubicBezTo>
                  <a:cubicBezTo>
                    <a:pt x="11508" y="40502"/>
                    <a:pt x="11535" y="40502"/>
                    <a:pt x="11535" y="40528"/>
                  </a:cubicBezTo>
                  <a:lnTo>
                    <a:pt x="11561" y="40528"/>
                  </a:lnTo>
                  <a:cubicBezTo>
                    <a:pt x="12683" y="39927"/>
                    <a:pt x="13779" y="39406"/>
                    <a:pt x="14823" y="38910"/>
                  </a:cubicBezTo>
                  <a:cubicBezTo>
                    <a:pt x="14849" y="38884"/>
                    <a:pt x="14849" y="38858"/>
                    <a:pt x="14849" y="38858"/>
                  </a:cubicBezTo>
                  <a:lnTo>
                    <a:pt x="14823" y="38779"/>
                  </a:lnTo>
                  <a:cubicBezTo>
                    <a:pt x="13988" y="36822"/>
                    <a:pt x="13335" y="34760"/>
                    <a:pt x="12683" y="32751"/>
                  </a:cubicBezTo>
                  <a:cubicBezTo>
                    <a:pt x="12500" y="32203"/>
                    <a:pt x="12317" y="31655"/>
                    <a:pt x="12161" y="31133"/>
                  </a:cubicBezTo>
                  <a:cubicBezTo>
                    <a:pt x="11065" y="27819"/>
                    <a:pt x="10021" y="24505"/>
                    <a:pt x="9134" y="21686"/>
                  </a:cubicBezTo>
                  <a:cubicBezTo>
                    <a:pt x="9134" y="21686"/>
                    <a:pt x="9134" y="21660"/>
                    <a:pt x="9134" y="21660"/>
                  </a:cubicBezTo>
                  <a:lnTo>
                    <a:pt x="8768" y="20512"/>
                  </a:lnTo>
                  <a:lnTo>
                    <a:pt x="8090" y="18320"/>
                  </a:lnTo>
                  <a:cubicBezTo>
                    <a:pt x="7620" y="16833"/>
                    <a:pt x="7150" y="15345"/>
                    <a:pt x="6681" y="13858"/>
                  </a:cubicBezTo>
                  <a:cubicBezTo>
                    <a:pt x="5245" y="9343"/>
                    <a:pt x="3758" y="4672"/>
                    <a:pt x="2453" y="27"/>
                  </a:cubicBezTo>
                  <a:cubicBezTo>
                    <a:pt x="2453" y="27"/>
                    <a:pt x="2453" y="1"/>
                    <a:pt x="242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6"/>
            <p:cNvSpPr/>
            <p:nvPr/>
          </p:nvSpPr>
          <p:spPr>
            <a:xfrm>
              <a:off x="4066375" y="1993725"/>
              <a:ext cx="337950" cy="983175"/>
            </a:xfrm>
            <a:custGeom>
              <a:rect b="b" l="l" r="r" t="t"/>
              <a:pathLst>
                <a:path extrusionOk="0" h="39327" w="13518">
                  <a:moveTo>
                    <a:pt x="1096" y="0"/>
                  </a:moveTo>
                  <a:cubicBezTo>
                    <a:pt x="705" y="418"/>
                    <a:pt x="339" y="861"/>
                    <a:pt x="0" y="1305"/>
                  </a:cubicBezTo>
                  <a:cubicBezTo>
                    <a:pt x="0" y="1331"/>
                    <a:pt x="0" y="1331"/>
                    <a:pt x="0" y="1357"/>
                  </a:cubicBezTo>
                  <a:cubicBezTo>
                    <a:pt x="731" y="6707"/>
                    <a:pt x="2427" y="12030"/>
                    <a:pt x="4071" y="17145"/>
                  </a:cubicBezTo>
                  <a:cubicBezTo>
                    <a:pt x="4228" y="17667"/>
                    <a:pt x="4410" y="18215"/>
                    <a:pt x="4567" y="18737"/>
                  </a:cubicBezTo>
                  <a:cubicBezTo>
                    <a:pt x="6576" y="25026"/>
                    <a:pt x="8821" y="31733"/>
                    <a:pt x="11508" y="39300"/>
                  </a:cubicBezTo>
                  <a:cubicBezTo>
                    <a:pt x="11508" y="39327"/>
                    <a:pt x="11535" y="39327"/>
                    <a:pt x="11535" y="39327"/>
                  </a:cubicBezTo>
                  <a:lnTo>
                    <a:pt x="11561" y="39327"/>
                  </a:lnTo>
                  <a:cubicBezTo>
                    <a:pt x="12239" y="38987"/>
                    <a:pt x="12892" y="38674"/>
                    <a:pt x="13518" y="38361"/>
                  </a:cubicBezTo>
                  <a:cubicBezTo>
                    <a:pt x="12709" y="37787"/>
                    <a:pt x="12056" y="37056"/>
                    <a:pt x="11587" y="36169"/>
                  </a:cubicBezTo>
                  <a:cubicBezTo>
                    <a:pt x="10517" y="34003"/>
                    <a:pt x="9603" y="31733"/>
                    <a:pt x="8899" y="29436"/>
                  </a:cubicBezTo>
                  <a:cubicBezTo>
                    <a:pt x="7411" y="24843"/>
                    <a:pt x="5924" y="20250"/>
                    <a:pt x="4489" y="15658"/>
                  </a:cubicBezTo>
                  <a:cubicBezTo>
                    <a:pt x="3393" y="12343"/>
                    <a:pt x="2531" y="8977"/>
                    <a:pt x="1827" y="5558"/>
                  </a:cubicBezTo>
                  <a:cubicBezTo>
                    <a:pt x="1540" y="4045"/>
                    <a:pt x="1331" y="2531"/>
                    <a:pt x="1201" y="992"/>
                  </a:cubicBezTo>
                  <a:cubicBezTo>
                    <a:pt x="1174" y="705"/>
                    <a:pt x="1122" y="365"/>
                    <a:pt x="10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6"/>
            <p:cNvSpPr/>
            <p:nvPr/>
          </p:nvSpPr>
          <p:spPr>
            <a:xfrm>
              <a:off x="4044850" y="1938900"/>
              <a:ext cx="8500" cy="11125"/>
            </a:xfrm>
            <a:custGeom>
              <a:rect b="b" l="l" r="r" t="t"/>
              <a:pathLst>
                <a:path extrusionOk="0" h="445" w="340">
                  <a:moveTo>
                    <a:pt x="183" y="1"/>
                  </a:moveTo>
                  <a:cubicBezTo>
                    <a:pt x="130" y="131"/>
                    <a:pt x="52" y="262"/>
                    <a:pt x="0" y="392"/>
                  </a:cubicBezTo>
                  <a:cubicBezTo>
                    <a:pt x="0" y="419"/>
                    <a:pt x="26" y="419"/>
                    <a:pt x="26" y="445"/>
                  </a:cubicBezTo>
                  <a:lnTo>
                    <a:pt x="78" y="445"/>
                  </a:lnTo>
                  <a:cubicBezTo>
                    <a:pt x="157" y="314"/>
                    <a:pt x="261" y="184"/>
                    <a:pt x="339" y="53"/>
                  </a:cubicBezTo>
                  <a:cubicBezTo>
                    <a:pt x="287" y="27"/>
                    <a:pt x="235" y="1"/>
                    <a:pt x="18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6"/>
            <p:cNvSpPr/>
            <p:nvPr/>
          </p:nvSpPr>
          <p:spPr>
            <a:xfrm>
              <a:off x="4044850" y="1785975"/>
              <a:ext cx="561725" cy="303675"/>
            </a:xfrm>
            <a:custGeom>
              <a:rect b="b" l="l" r="r" t="t"/>
              <a:pathLst>
                <a:path extrusionOk="0" h="12147" w="22469">
                  <a:moveTo>
                    <a:pt x="10400" y="0"/>
                  </a:moveTo>
                  <a:cubicBezTo>
                    <a:pt x="9223" y="0"/>
                    <a:pt x="8042" y="151"/>
                    <a:pt x="6889" y="455"/>
                  </a:cubicBezTo>
                  <a:cubicBezTo>
                    <a:pt x="4828" y="1055"/>
                    <a:pt x="2923" y="2178"/>
                    <a:pt x="1383" y="3691"/>
                  </a:cubicBezTo>
                  <a:cubicBezTo>
                    <a:pt x="861" y="4578"/>
                    <a:pt x="391" y="5518"/>
                    <a:pt x="0" y="6509"/>
                  </a:cubicBezTo>
                  <a:cubicBezTo>
                    <a:pt x="0" y="6509"/>
                    <a:pt x="0" y="6536"/>
                    <a:pt x="26" y="6562"/>
                  </a:cubicBezTo>
                  <a:lnTo>
                    <a:pt x="78" y="6562"/>
                  </a:lnTo>
                  <a:cubicBezTo>
                    <a:pt x="1514" y="4291"/>
                    <a:pt x="3653" y="2569"/>
                    <a:pt x="6185" y="1629"/>
                  </a:cubicBezTo>
                  <a:cubicBezTo>
                    <a:pt x="7428" y="1179"/>
                    <a:pt x="8735" y="950"/>
                    <a:pt x="10047" y="950"/>
                  </a:cubicBezTo>
                  <a:cubicBezTo>
                    <a:pt x="11241" y="950"/>
                    <a:pt x="12439" y="1140"/>
                    <a:pt x="13596" y="1525"/>
                  </a:cubicBezTo>
                  <a:lnTo>
                    <a:pt x="13648" y="1525"/>
                  </a:lnTo>
                  <a:cubicBezTo>
                    <a:pt x="15945" y="2282"/>
                    <a:pt x="17980" y="3691"/>
                    <a:pt x="19546" y="5544"/>
                  </a:cubicBezTo>
                  <a:cubicBezTo>
                    <a:pt x="21033" y="7423"/>
                    <a:pt x="21920" y="9719"/>
                    <a:pt x="22077" y="12120"/>
                  </a:cubicBezTo>
                  <a:cubicBezTo>
                    <a:pt x="22077" y="12146"/>
                    <a:pt x="22103" y="12146"/>
                    <a:pt x="22103" y="12146"/>
                  </a:cubicBezTo>
                  <a:cubicBezTo>
                    <a:pt x="22129" y="12146"/>
                    <a:pt x="22155" y="12146"/>
                    <a:pt x="22155" y="12120"/>
                  </a:cubicBezTo>
                  <a:cubicBezTo>
                    <a:pt x="22364" y="10867"/>
                    <a:pt x="22469" y="9563"/>
                    <a:pt x="22390" y="8284"/>
                  </a:cubicBezTo>
                  <a:cubicBezTo>
                    <a:pt x="22077" y="7475"/>
                    <a:pt x="21686" y="6692"/>
                    <a:pt x="21268" y="5935"/>
                  </a:cubicBezTo>
                  <a:cubicBezTo>
                    <a:pt x="19911" y="3613"/>
                    <a:pt x="17771" y="1812"/>
                    <a:pt x="15240" y="873"/>
                  </a:cubicBezTo>
                  <a:cubicBezTo>
                    <a:pt x="13688" y="294"/>
                    <a:pt x="12047" y="0"/>
                    <a:pt x="104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6"/>
            <p:cNvSpPr/>
            <p:nvPr/>
          </p:nvSpPr>
          <p:spPr>
            <a:xfrm>
              <a:off x="3714725" y="2505850"/>
              <a:ext cx="371900" cy="268150"/>
            </a:xfrm>
            <a:custGeom>
              <a:rect b="b" l="l" r="r" t="t"/>
              <a:pathLst>
                <a:path extrusionOk="0" h="10726" w="14876">
                  <a:moveTo>
                    <a:pt x="14614" y="0"/>
                  </a:moveTo>
                  <a:cubicBezTo>
                    <a:pt x="12761" y="1331"/>
                    <a:pt x="10909" y="2636"/>
                    <a:pt x="9030" y="3915"/>
                  </a:cubicBezTo>
                  <a:cubicBezTo>
                    <a:pt x="6342" y="5715"/>
                    <a:pt x="3628" y="7725"/>
                    <a:pt x="627" y="9029"/>
                  </a:cubicBezTo>
                  <a:cubicBezTo>
                    <a:pt x="418" y="9108"/>
                    <a:pt x="209" y="9212"/>
                    <a:pt x="1" y="9290"/>
                  </a:cubicBezTo>
                  <a:cubicBezTo>
                    <a:pt x="235" y="9760"/>
                    <a:pt x="470" y="10230"/>
                    <a:pt x="731" y="10700"/>
                  </a:cubicBezTo>
                  <a:cubicBezTo>
                    <a:pt x="731" y="10726"/>
                    <a:pt x="731" y="10726"/>
                    <a:pt x="757" y="10726"/>
                  </a:cubicBezTo>
                  <a:lnTo>
                    <a:pt x="783" y="10726"/>
                  </a:lnTo>
                  <a:cubicBezTo>
                    <a:pt x="5794" y="7307"/>
                    <a:pt x="10387" y="4097"/>
                    <a:pt x="14823" y="914"/>
                  </a:cubicBezTo>
                  <a:lnTo>
                    <a:pt x="14849" y="914"/>
                  </a:lnTo>
                  <a:cubicBezTo>
                    <a:pt x="14849" y="914"/>
                    <a:pt x="14875" y="888"/>
                    <a:pt x="14875" y="888"/>
                  </a:cubicBezTo>
                  <a:cubicBezTo>
                    <a:pt x="14875" y="888"/>
                    <a:pt x="14875" y="861"/>
                    <a:pt x="14875" y="861"/>
                  </a:cubicBezTo>
                  <a:lnTo>
                    <a:pt x="146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6"/>
            <p:cNvSpPr/>
            <p:nvPr/>
          </p:nvSpPr>
          <p:spPr>
            <a:xfrm>
              <a:off x="4258175" y="2136600"/>
              <a:ext cx="269450" cy="259675"/>
            </a:xfrm>
            <a:custGeom>
              <a:rect b="b" l="l" r="r" t="t"/>
              <a:pathLst>
                <a:path extrusionOk="0" h="10387" w="10778">
                  <a:moveTo>
                    <a:pt x="10674" y="0"/>
                  </a:moveTo>
                  <a:lnTo>
                    <a:pt x="10439" y="287"/>
                  </a:lnTo>
                  <a:cubicBezTo>
                    <a:pt x="9812" y="1044"/>
                    <a:pt x="9134" y="1775"/>
                    <a:pt x="8403" y="2479"/>
                  </a:cubicBezTo>
                  <a:cubicBezTo>
                    <a:pt x="7229" y="3653"/>
                    <a:pt x="5976" y="4749"/>
                    <a:pt x="4698" y="5767"/>
                  </a:cubicBezTo>
                  <a:cubicBezTo>
                    <a:pt x="3132" y="7020"/>
                    <a:pt x="1566" y="8246"/>
                    <a:pt x="0" y="9473"/>
                  </a:cubicBezTo>
                  <a:lnTo>
                    <a:pt x="261" y="10334"/>
                  </a:lnTo>
                  <a:cubicBezTo>
                    <a:pt x="261" y="10334"/>
                    <a:pt x="287" y="10360"/>
                    <a:pt x="287" y="10386"/>
                  </a:cubicBezTo>
                  <a:lnTo>
                    <a:pt x="340" y="10386"/>
                  </a:lnTo>
                  <a:lnTo>
                    <a:pt x="496" y="10256"/>
                  </a:lnTo>
                  <a:cubicBezTo>
                    <a:pt x="4019" y="7594"/>
                    <a:pt x="7673" y="4880"/>
                    <a:pt x="10778" y="1670"/>
                  </a:cubicBezTo>
                  <a:cubicBezTo>
                    <a:pt x="10778" y="1644"/>
                    <a:pt x="10778" y="1644"/>
                    <a:pt x="10778" y="1618"/>
                  </a:cubicBezTo>
                  <a:cubicBezTo>
                    <a:pt x="10778" y="1070"/>
                    <a:pt x="10752" y="548"/>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6"/>
            <p:cNvSpPr/>
            <p:nvPr/>
          </p:nvSpPr>
          <p:spPr>
            <a:xfrm>
              <a:off x="4005700" y="2079175"/>
              <a:ext cx="308600" cy="947950"/>
            </a:xfrm>
            <a:custGeom>
              <a:rect b="b" l="l" r="r" t="t"/>
              <a:pathLst>
                <a:path extrusionOk="0" h="37918" w="12344">
                  <a:moveTo>
                    <a:pt x="1175" y="1"/>
                  </a:moveTo>
                  <a:cubicBezTo>
                    <a:pt x="444" y="1488"/>
                    <a:pt x="26" y="3132"/>
                    <a:pt x="0" y="4802"/>
                  </a:cubicBezTo>
                  <a:cubicBezTo>
                    <a:pt x="26" y="5298"/>
                    <a:pt x="79" y="5742"/>
                    <a:pt x="157" y="6159"/>
                  </a:cubicBezTo>
                  <a:cubicBezTo>
                    <a:pt x="548" y="8664"/>
                    <a:pt x="1331" y="11170"/>
                    <a:pt x="2088" y="13597"/>
                  </a:cubicBezTo>
                  <a:lnTo>
                    <a:pt x="2192" y="13910"/>
                  </a:lnTo>
                  <a:cubicBezTo>
                    <a:pt x="2192" y="13936"/>
                    <a:pt x="2218" y="13962"/>
                    <a:pt x="2218" y="13988"/>
                  </a:cubicBezTo>
                  <a:cubicBezTo>
                    <a:pt x="2323" y="14353"/>
                    <a:pt x="2427" y="14719"/>
                    <a:pt x="2532" y="15084"/>
                  </a:cubicBezTo>
                  <a:cubicBezTo>
                    <a:pt x="3210" y="17276"/>
                    <a:pt x="3941" y="19599"/>
                    <a:pt x="4802" y="22156"/>
                  </a:cubicBezTo>
                  <a:cubicBezTo>
                    <a:pt x="5063" y="22991"/>
                    <a:pt x="5350" y="23826"/>
                    <a:pt x="5637" y="24661"/>
                  </a:cubicBezTo>
                  <a:cubicBezTo>
                    <a:pt x="6237" y="26436"/>
                    <a:pt x="6890" y="28262"/>
                    <a:pt x="7516" y="30011"/>
                  </a:cubicBezTo>
                  <a:cubicBezTo>
                    <a:pt x="8403" y="32594"/>
                    <a:pt x="9369" y="35230"/>
                    <a:pt x="10204" y="37892"/>
                  </a:cubicBezTo>
                  <a:cubicBezTo>
                    <a:pt x="10204" y="37892"/>
                    <a:pt x="10230" y="37918"/>
                    <a:pt x="10230" y="37918"/>
                  </a:cubicBezTo>
                  <a:lnTo>
                    <a:pt x="10256" y="37918"/>
                  </a:lnTo>
                  <a:cubicBezTo>
                    <a:pt x="10960" y="37526"/>
                    <a:pt x="11665" y="37161"/>
                    <a:pt x="12344" y="36770"/>
                  </a:cubicBezTo>
                  <a:cubicBezTo>
                    <a:pt x="10595" y="36117"/>
                    <a:pt x="9995" y="33847"/>
                    <a:pt x="9369" y="32255"/>
                  </a:cubicBezTo>
                  <a:cubicBezTo>
                    <a:pt x="7855" y="28393"/>
                    <a:pt x="6550" y="24452"/>
                    <a:pt x="5246" y="20512"/>
                  </a:cubicBezTo>
                  <a:cubicBezTo>
                    <a:pt x="1827" y="10256"/>
                    <a:pt x="183" y="6133"/>
                    <a:pt x="11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6"/>
            <p:cNvSpPr/>
            <p:nvPr/>
          </p:nvSpPr>
          <p:spPr>
            <a:xfrm>
              <a:off x="3749950" y="2596525"/>
              <a:ext cx="370600" cy="272725"/>
            </a:xfrm>
            <a:custGeom>
              <a:rect b="b" l="l" r="r" t="t"/>
              <a:pathLst>
                <a:path extrusionOk="0" h="10909" w="14824">
                  <a:moveTo>
                    <a:pt x="14353" y="1"/>
                  </a:moveTo>
                  <a:cubicBezTo>
                    <a:pt x="12057" y="1645"/>
                    <a:pt x="9734" y="3237"/>
                    <a:pt x="7386" y="4776"/>
                  </a:cubicBezTo>
                  <a:cubicBezTo>
                    <a:pt x="5872" y="5742"/>
                    <a:pt x="4385" y="6707"/>
                    <a:pt x="2845" y="7621"/>
                  </a:cubicBezTo>
                  <a:cubicBezTo>
                    <a:pt x="1984" y="8143"/>
                    <a:pt x="1018" y="8456"/>
                    <a:pt x="1" y="8482"/>
                  </a:cubicBezTo>
                  <a:cubicBezTo>
                    <a:pt x="392" y="9291"/>
                    <a:pt x="784" y="10074"/>
                    <a:pt x="1149" y="10883"/>
                  </a:cubicBezTo>
                  <a:cubicBezTo>
                    <a:pt x="1149" y="10883"/>
                    <a:pt x="1149" y="10909"/>
                    <a:pt x="1175" y="10909"/>
                  </a:cubicBezTo>
                  <a:lnTo>
                    <a:pt x="1201" y="10909"/>
                  </a:lnTo>
                  <a:cubicBezTo>
                    <a:pt x="3680" y="9082"/>
                    <a:pt x="6264" y="7307"/>
                    <a:pt x="8769" y="5611"/>
                  </a:cubicBezTo>
                  <a:cubicBezTo>
                    <a:pt x="10778" y="4254"/>
                    <a:pt x="12814" y="2845"/>
                    <a:pt x="14823" y="1436"/>
                  </a:cubicBezTo>
                  <a:cubicBezTo>
                    <a:pt x="14823" y="1436"/>
                    <a:pt x="14823" y="1410"/>
                    <a:pt x="14823" y="1410"/>
                  </a:cubicBezTo>
                  <a:cubicBezTo>
                    <a:pt x="14667" y="914"/>
                    <a:pt x="14510" y="470"/>
                    <a:pt x="143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6"/>
            <p:cNvSpPr/>
            <p:nvPr/>
          </p:nvSpPr>
          <p:spPr>
            <a:xfrm>
              <a:off x="4287525" y="2235750"/>
              <a:ext cx="234900" cy="265550"/>
            </a:xfrm>
            <a:custGeom>
              <a:rect b="b" l="l" r="r" t="t"/>
              <a:pathLst>
                <a:path extrusionOk="0" h="10622" w="9396">
                  <a:moveTo>
                    <a:pt x="9395" y="1"/>
                  </a:moveTo>
                  <a:lnTo>
                    <a:pt x="9395" y="1"/>
                  </a:lnTo>
                  <a:cubicBezTo>
                    <a:pt x="8299" y="2454"/>
                    <a:pt x="6446" y="4359"/>
                    <a:pt x="4150" y="6133"/>
                  </a:cubicBezTo>
                  <a:cubicBezTo>
                    <a:pt x="2793" y="7203"/>
                    <a:pt x="1410" y="8247"/>
                    <a:pt x="1" y="9291"/>
                  </a:cubicBezTo>
                  <a:lnTo>
                    <a:pt x="418" y="10596"/>
                  </a:lnTo>
                  <a:cubicBezTo>
                    <a:pt x="418" y="10596"/>
                    <a:pt x="444" y="10622"/>
                    <a:pt x="444" y="10622"/>
                  </a:cubicBezTo>
                  <a:lnTo>
                    <a:pt x="496" y="10622"/>
                  </a:lnTo>
                  <a:cubicBezTo>
                    <a:pt x="2219" y="9317"/>
                    <a:pt x="3602" y="8221"/>
                    <a:pt x="4854" y="7177"/>
                  </a:cubicBezTo>
                  <a:cubicBezTo>
                    <a:pt x="5820" y="6420"/>
                    <a:pt x="6707" y="5585"/>
                    <a:pt x="7516" y="4646"/>
                  </a:cubicBezTo>
                  <a:cubicBezTo>
                    <a:pt x="7803" y="4228"/>
                    <a:pt x="8090" y="3785"/>
                    <a:pt x="8325" y="3315"/>
                  </a:cubicBezTo>
                  <a:cubicBezTo>
                    <a:pt x="8847" y="2271"/>
                    <a:pt x="9212" y="1149"/>
                    <a:pt x="9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6"/>
            <p:cNvSpPr/>
            <p:nvPr/>
          </p:nvSpPr>
          <p:spPr>
            <a:xfrm>
              <a:off x="4004400" y="1885650"/>
              <a:ext cx="559775" cy="427100"/>
            </a:xfrm>
            <a:custGeom>
              <a:rect b="b" l="l" r="r" t="t"/>
              <a:pathLst>
                <a:path extrusionOk="0" h="17084" w="22391">
                  <a:moveTo>
                    <a:pt x="11043" y="0"/>
                  </a:moveTo>
                  <a:cubicBezTo>
                    <a:pt x="9110" y="0"/>
                    <a:pt x="7179" y="441"/>
                    <a:pt x="5506" y="1322"/>
                  </a:cubicBezTo>
                  <a:cubicBezTo>
                    <a:pt x="3158" y="2601"/>
                    <a:pt x="1357" y="4662"/>
                    <a:pt x="339" y="7141"/>
                  </a:cubicBezTo>
                  <a:cubicBezTo>
                    <a:pt x="131" y="8290"/>
                    <a:pt x="26" y="9464"/>
                    <a:pt x="0" y="10638"/>
                  </a:cubicBezTo>
                  <a:cubicBezTo>
                    <a:pt x="0" y="10664"/>
                    <a:pt x="0" y="10664"/>
                    <a:pt x="26" y="10664"/>
                  </a:cubicBezTo>
                  <a:cubicBezTo>
                    <a:pt x="52" y="10664"/>
                    <a:pt x="52" y="10664"/>
                    <a:pt x="52" y="10638"/>
                  </a:cubicBezTo>
                  <a:cubicBezTo>
                    <a:pt x="339" y="9177"/>
                    <a:pt x="887" y="7768"/>
                    <a:pt x="1670" y="6515"/>
                  </a:cubicBezTo>
                  <a:cubicBezTo>
                    <a:pt x="2636" y="4949"/>
                    <a:pt x="4723" y="2209"/>
                    <a:pt x="8064" y="1270"/>
                  </a:cubicBezTo>
                  <a:cubicBezTo>
                    <a:pt x="8969" y="1020"/>
                    <a:pt x="9902" y="895"/>
                    <a:pt x="10837" y="895"/>
                  </a:cubicBezTo>
                  <a:cubicBezTo>
                    <a:pt x="11950" y="895"/>
                    <a:pt x="13066" y="1072"/>
                    <a:pt x="14144" y="1426"/>
                  </a:cubicBezTo>
                  <a:cubicBezTo>
                    <a:pt x="15240" y="1766"/>
                    <a:pt x="16258" y="2314"/>
                    <a:pt x="17171" y="3044"/>
                  </a:cubicBezTo>
                  <a:cubicBezTo>
                    <a:pt x="21059" y="6124"/>
                    <a:pt x="22260" y="12126"/>
                    <a:pt x="19963" y="17032"/>
                  </a:cubicBezTo>
                  <a:cubicBezTo>
                    <a:pt x="19963" y="17058"/>
                    <a:pt x="19963" y="17058"/>
                    <a:pt x="19989" y="17084"/>
                  </a:cubicBezTo>
                  <a:cubicBezTo>
                    <a:pt x="20016" y="17084"/>
                    <a:pt x="20016" y="17084"/>
                    <a:pt x="20042" y="17058"/>
                  </a:cubicBezTo>
                  <a:cubicBezTo>
                    <a:pt x="20668" y="16144"/>
                    <a:pt x="21242" y="15179"/>
                    <a:pt x="21738" y="14187"/>
                  </a:cubicBezTo>
                  <a:cubicBezTo>
                    <a:pt x="21790" y="13900"/>
                    <a:pt x="21842" y="13639"/>
                    <a:pt x="21894" y="13378"/>
                  </a:cubicBezTo>
                  <a:cubicBezTo>
                    <a:pt x="22390" y="10482"/>
                    <a:pt x="21868" y="7507"/>
                    <a:pt x="20433" y="4949"/>
                  </a:cubicBezTo>
                  <a:cubicBezTo>
                    <a:pt x="18524" y="1647"/>
                    <a:pt x="14779" y="0"/>
                    <a:pt x="110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6"/>
            <p:cNvSpPr/>
            <p:nvPr/>
          </p:nvSpPr>
          <p:spPr>
            <a:xfrm>
              <a:off x="3684725" y="1721225"/>
              <a:ext cx="932300" cy="1312700"/>
            </a:xfrm>
            <a:custGeom>
              <a:rect b="b" l="l" r="r" t="t"/>
              <a:pathLst>
                <a:path extrusionOk="0" h="52508" w="37292">
                  <a:moveTo>
                    <a:pt x="25863" y="279"/>
                  </a:moveTo>
                  <a:cubicBezTo>
                    <a:pt x="28659" y="279"/>
                    <a:pt x="31457" y="1306"/>
                    <a:pt x="33585" y="3411"/>
                  </a:cubicBezTo>
                  <a:lnTo>
                    <a:pt x="33559" y="3411"/>
                  </a:lnTo>
                  <a:cubicBezTo>
                    <a:pt x="36665" y="6464"/>
                    <a:pt x="37239" y="10665"/>
                    <a:pt x="36534" y="14684"/>
                  </a:cubicBezTo>
                  <a:cubicBezTo>
                    <a:pt x="36378" y="12283"/>
                    <a:pt x="35464" y="9987"/>
                    <a:pt x="33977" y="8082"/>
                  </a:cubicBezTo>
                  <a:cubicBezTo>
                    <a:pt x="32437" y="6203"/>
                    <a:pt x="30376" y="4820"/>
                    <a:pt x="28053" y="4063"/>
                  </a:cubicBezTo>
                  <a:cubicBezTo>
                    <a:pt x="26878" y="3671"/>
                    <a:pt x="25653" y="3475"/>
                    <a:pt x="24427" y="3475"/>
                  </a:cubicBezTo>
                  <a:cubicBezTo>
                    <a:pt x="23122" y="3475"/>
                    <a:pt x="21815" y="3697"/>
                    <a:pt x="20564" y="4141"/>
                  </a:cubicBezTo>
                  <a:cubicBezTo>
                    <a:pt x="18032" y="5107"/>
                    <a:pt x="15892" y="6829"/>
                    <a:pt x="14431" y="9099"/>
                  </a:cubicBezTo>
                  <a:cubicBezTo>
                    <a:pt x="15136" y="7325"/>
                    <a:pt x="16075" y="5707"/>
                    <a:pt x="17276" y="4246"/>
                  </a:cubicBezTo>
                  <a:cubicBezTo>
                    <a:pt x="19463" y="1626"/>
                    <a:pt x="22662" y="279"/>
                    <a:pt x="25863" y="279"/>
                  </a:cubicBezTo>
                  <a:close/>
                  <a:moveTo>
                    <a:pt x="23709" y="7696"/>
                  </a:moveTo>
                  <a:cubicBezTo>
                    <a:pt x="27801" y="7696"/>
                    <a:pt x="31754" y="10250"/>
                    <a:pt x="33142" y="14553"/>
                  </a:cubicBezTo>
                  <a:cubicBezTo>
                    <a:pt x="29488" y="17424"/>
                    <a:pt x="25704" y="20138"/>
                    <a:pt x="21973" y="22904"/>
                  </a:cubicBezTo>
                  <a:cubicBezTo>
                    <a:pt x="20590" y="18468"/>
                    <a:pt x="19207" y="14058"/>
                    <a:pt x="17928" y="9595"/>
                  </a:cubicBezTo>
                  <a:cubicBezTo>
                    <a:pt x="19702" y="8299"/>
                    <a:pt x="21722" y="7696"/>
                    <a:pt x="23709" y="7696"/>
                  </a:cubicBezTo>
                  <a:close/>
                  <a:moveTo>
                    <a:pt x="24461" y="3768"/>
                  </a:moveTo>
                  <a:cubicBezTo>
                    <a:pt x="25650" y="3768"/>
                    <a:pt x="26837" y="3953"/>
                    <a:pt x="27975" y="4324"/>
                  </a:cubicBezTo>
                  <a:cubicBezTo>
                    <a:pt x="30167" y="5028"/>
                    <a:pt x="32098" y="6307"/>
                    <a:pt x="33585" y="8029"/>
                  </a:cubicBezTo>
                  <a:cubicBezTo>
                    <a:pt x="35438" y="10143"/>
                    <a:pt x="36325" y="12962"/>
                    <a:pt x="36325" y="15754"/>
                  </a:cubicBezTo>
                  <a:cubicBezTo>
                    <a:pt x="36091" y="16641"/>
                    <a:pt x="35830" y="17528"/>
                    <a:pt x="35517" y="18390"/>
                  </a:cubicBezTo>
                  <a:cubicBezTo>
                    <a:pt x="34838" y="20242"/>
                    <a:pt x="33925" y="21991"/>
                    <a:pt x="32803" y="23609"/>
                  </a:cubicBezTo>
                  <a:cubicBezTo>
                    <a:pt x="34969" y="18964"/>
                    <a:pt x="34107" y="12857"/>
                    <a:pt x="29984" y="9595"/>
                  </a:cubicBezTo>
                  <a:cubicBezTo>
                    <a:pt x="28158" y="8175"/>
                    <a:pt x="25928" y="7433"/>
                    <a:pt x="23663" y="7433"/>
                  </a:cubicBezTo>
                  <a:cubicBezTo>
                    <a:pt x="22723" y="7433"/>
                    <a:pt x="21777" y="7561"/>
                    <a:pt x="20851" y="7821"/>
                  </a:cubicBezTo>
                  <a:cubicBezTo>
                    <a:pt x="18111" y="8578"/>
                    <a:pt x="15892" y="10691"/>
                    <a:pt x="14431" y="13066"/>
                  </a:cubicBezTo>
                  <a:cubicBezTo>
                    <a:pt x="13648" y="14345"/>
                    <a:pt x="13100" y="15754"/>
                    <a:pt x="12813" y="17215"/>
                  </a:cubicBezTo>
                  <a:cubicBezTo>
                    <a:pt x="12865" y="15441"/>
                    <a:pt x="13100" y="13666"/>
                    <a:pt x="13544" y="11944"/>
                  </a:cubicBezTo>
                  <a:cubicBezTo>
                    <a:pt x="13674" y="11396"/>
                    <a:pt x="13831" y="10848"/>
                    <a:pt x="14014" y="10326"/>
                  </a:cubicBezTo>
                  <a:cubicBezTo>
                    <a:pt x="15475" y="7716"/>
                    <a:pt x="17537" y="5655"/>
                    <a:pt x="20329" y="4533"/>
                  </a:cubicBezTo>
                  <a:cubicBezTo>
                    <a:pt x="21656" y="4024"/>
                    <a:pt x="23059" y="3768"/>
                    <a:pt x="24461" y="3768"/>
                  </a:cubicBezTo>
                  <a:close/>
                  <a:moveTo>
                    <a:pt x="33220" y="14814"/>
                  </a:moveTo>
                  <a:cubicBezTo>
                    <a:pt x="33533" y="15937"/>
                    <a:pt x="33690" y="17085"/>
                    <a:pt x="33690" y="18233"/>
                  </a:cubicBezTo>
                  <a:cubicBezTo>
                    <a:pt x="30532" y="21495"/>
                    <a:pt x="26879" y="24235"/>
                    <a:pt x="23251" y="26949"/>
                  </a:cubicBezTo>
                  <a:cubicBezTo>
                    <a:pt x="22860" y="25670"/>
                    <a:pt x="22469" y="24418"/>
                    <a:pt x="22077" y="23165"/>
                  </a:cubicBezTo>
                  <a:cubicBezTo>
                    <a:pt x="25783" y="20399"/>
                    <a:pt x="29567" y="17685"/>
                    <a:pt x="33220" y="14841"/>
                  </a:cubicBezTo>
                  <a:lnTo>
                    <a:pt x="33220" y="14814"/>
                  </a:lnTo>
                  <a:close/>
                  <a:moveTo>
                    <a:pt x="33690" y="18598"/>
                  </a:moveTo>
                  <a:cubicBezTo>
                    <a:pt x="33638" y="20425"/>
                    <a:pt x="33194" y="22226"/>
                    <a:pt x="32411" y="23870"/>
                  </a:cubicBezTo>
                  <a:lnTo>
                    <a:pt x="32411" y="23844"/>
                  </a:lnTo>
                  <a:cubicBezTo>
                    <a:pt x="32176" y="24313"/>
                    <a:pt x="31889" y="24783"/>
                    <a:pt x="31576" y="25201"/>
                  </a:cubicBezTo>
                  <a:cubicBezTo>
                    <a:pt x="30793" y="26114"/>
                    <a:pt x="29906" y="26949"/>
                    <a:pt x="28940" y="27706"/>
                  </a:cubicBezTo>
                  <a:cubicBezTo>
                    <a:pt x="27505" y="28880"/>
                    <a:pt x="26044" y="30028"/>
                    <a:pt x="24582" y="31150"/>
                  </a:cubicBezTo>
                  <a:cubicBezTo>
                    <a:pt x="24295" y="30289"/>
                    <a:pt x="24008" y="29402"/>
                    <a:pt x="23747" y="28515"/>
                  </a:cubicBezTo>
                  <a:cubicBezTo>
                    <a:pt x="23617" y="28071"/>
                    <a:pt x="23460" y="27654"/>
                    <a:pt x="23330" y="27210"/>
                  </a:cubicBezTo>
                  <a:cubicBezTo>
                    <a:pt x="23356" y="27184"/>
                    <a:pt x="23356" y="27184"/>
                    <a:pt x="23382" y="27184"/>
                  </a:cubicBezTo>
                  <a:cubicBezTo>
                    <a:pt x="26957" y="24496"/>
                    <a:pt x="30558" y="21808"/>
                    <a:pt x="33690" y="18598"/>
                  </a:cubicBezTo>
                  <a:close/>
                  <a:moveTo>
                    <a:pt x="14875" y="28463"/>
                  </a:moveTo>
                  <a:cubicBezTo>
                    <a:pt x="15266" y="29741"/>
                    <a:pt x="15632" y="30994"/>
                    <a:pt x="16049" y="32246"/>
                  </a:cubicBezTo>
                  <a:lnTo>
                    <a:pt x="15997" y="32273"/>
                  </a:lnTo>
                  <a:cubicBezTo>
                    <a:pt x="11352" y="35587"/>
                    <a:pt x="6681" y="38875"/>
                    <a:pt x="1957" y="42059"/>
                  </a:cubicBezTo>
                  <a:cubicBezTo>
                    <a:pt x="1409" y="40989"/>
                    <a:pt x="861" y="39893"/>
                    <a:pt x="287" y="38823"/>
                  </a:cubicBezTo>
                  <a:cubicBezTo>
                    <a:pt x="2140" y="37805"/>
                    <a:pt x="3836" y="36448"/>
                    <a:pt x="5559" y="35248"/>
                  </a:cubicBezTo>
                  <a:lnTo>
                    <a:pt x="5559" y="35221"/>
                  </a:lnTo>
                  <a:cubicBezTo>
                    <a:pt x="8690" y="33003"/>
                    <a:pt x="11795" y="30733"/>
                    <a:pt x="14875" y="28463"/>
                  </a:cubicBezTo>
                  <a:close/>
                  <a:moveTo>
                    <a:pt x="16127" y="32507"/>
                  </a:moveTo>
                  <a:cubicBezTo>
                    <a:pt x="16545" y="33812"/>
                    <a:pt x="16988" y="35117"/>
                    <a:pt x="17406" y="36422"/>
                  </a:cubicBezTo>
                  <a:cubicBezTo>
                    <a:pt x="12891" y="39632"/>
                    <a:pt x="8246" y="42607"/>
                    <a:pt x="3784" y="45869"/>
                  </a:cubicBezTo>
                  <a:cubicBezTo>
                    <a:pt x="3236" y="44668"/>
                    <a:pt x="2662" y="43494"/>
                    <a:pt x="2088" y="42319"/>
                  </a:cubicBezTo>
                  <a:lnTo>
                    <a:pt x="2114" y="42293"/>
                  </a:lnTo>
                  <a:cubicBezTo>
                    <a:pt x="6811" y="39084"/>
                    <a:pt x="11482" y="35822"/>
                    <a:pt x="16127" y="32507"/>
                  </a:cubicBezTo>
                  <a:close/>
                  <a:moveTo>
                    <a:pt x="17693" y="9752"/>
                  </a:moveTo>
                  <a:cubicBezTo>
                    <a:pt x="19441" y="15884"/>
                    <a:pt x="21425" y="21965"/>
                    <a:pt x="23330" y="28045"/>
                  </a:cubicBezTo>
                  <a:cubicBezTo>
                    <a:pt x="23669" y="29167"/>
                    <a:pt x="24034" y="30263"/>
                    <a:pt x="24374" y="31385"/>
                  </a:cubicBezTo>
                  <a:cubicBezTo>
                    <a:pt x="24374" y="31411"/>
                    <a:pt x="24400" y="31411"/>
                    <a:pt x="24400" y="31438"/>
                  </a:cubicBezTo>
                  <a:cubicBezTo>
                    <a:pt x="25365" y="34569"/>
                    <a:pt x="26383" y="37727"/>
                    <a:pt x="27401" y="40858"/>
                  </a:cubicBezTo>
                  <a:cubicBezTo>
                    <a:pt x="28236" y="43416"/>
                    <a:pt x="29019" y="46051"/>
                    <a:pt x="30089" y="48504"/>
                  </a:cubicBezTo>
                  <a:cubicBezTo>
                    <a:pt x="30089" y="48530"/>
                    <a:pt x="30089" y="48556"/>
                    <a:pt x="30115" y="48583"/>
                  </a:cubicBezTo>
                  <a:cubicBezTo>
                    <a:pt x="28993" y="49104"/>
                    <a:pt x="27897" y="49652"/>
                    <a:pt x="26827" y="50200"/>
                  </a:cubicBezTo>
                  <a:cubicBezTo>
                    <a:pt x="24400" y="43389"/>
                    <a:pt x="22077" y="36526"/>
                    <a:pt x="19885" y="29637"/>
                  </a:cubicBezTo>
                  <a:cubicBezTo>
                    <a:pt x="18085" y="23948"/>
                    <a:pt x="16127" y="18155"/>
                    <a:pt x="15318" y="12257"/>
                  </a:cubicBezTo>
                  <a:cubicBezTo>
                    <a:pt x="15736" y="11683"/>
                    <a:pt x="16180" y="11161"/>
                    <a:pt x="16675" y="10665"/>
                  </a:cubicBezTo>
                  <a:cubicBezTo>
                    <a:pt x="16988" y="10326"/>
                    <a:pt x="17354" y="10039"/>
                    <a:pt x="17693" y="9752"/>
                  </a:cubicBezTo>
                  <a:close/>
                  <a:moveTo>
                    <a:pt x="15110" y="12544"/>
                  </a:moveTo>
                  <a:cubicBezTo>
                    <a:pt x="15945" y="18390"/>
                    <a:pt x="17876" y="24078"/>
                    <a:pt x="19650" y="29689"/>
                  </a:cubicBezTo>
                  <a:cubicBezTo>
                    <a:pt x="21842" y="36604"/>
                    <a:pt x="24191" y="43468"/>
                    <a:pt x="26592" y="50279"/>
                  </a:cubicBezTo>
                  <a:cubicBezTo>
                    <a:pt x="26592" y="50305"/>
                    <a:pt x="26618" y="50305"/>
                    <a:pt x="26618" y="50305"/>
                  </a:cubicBezTo>
                  <a:cubicBezTo>
                    <a:pt x="25417" y="50931"/>
                    <a:pt x="24243" y="51557"/>
                    <a:pt x="23095" y="52184"/>
                  </a:cubicBezTo>
                  <a:cubicBezTo>
                    <a:pt x="21686" y="47747"/>
                    <a:pt x="20016" y="43389"/>
                    <a:pt x="18528" y="38953"/>
                  </a:cubicBezTo>
                  <a:cubicBezTo>
                    <a:pt x="18241" y="38118"/>
                    <a:pt x="17980" y="37283"/>
                    <a:pt x="17693" y="36448"/>
                  </a:cubicBezTo>
                  <a:cubicBezTo>
                    <a:pt x="16910" y="34099"/>
                    <a:pt x="16153" y="31751"/>
                    <a:pt x="15449" y="29376"/>
                  </a:cubicBezTo>
                  <a:cubicBezTo>
                    <a:pt x="15318" y="29011"/>
                    <a:pt x="15214" y="28645"/>
                    <a:pt x="15110" y="28280"/>
                  </a:cubicBezTo>
                  <a:cubicBezTo>
                    <a:pt x="15110" y="28254"/>
                    <a:pt x="15110" y="28228"/>
                    <a:pt x="15083" y="28202"/>
                  </a:cubicBezTo>
                  <a:cubicBezTo>
                    <a:pt x="14301" y="25670"/>
                    <a:pt x="13492" y="23061"/>
                    <a:pt x="13074" y="20451"/>
                  </a:cubicBezTo>
                  <a:cubicBezTo>
                    <a:pt x="12996" y="20008"/>
                    <a:pt x="12944" y="19564"/>
                    <a:pt x="12918" y="19120"/>
                  </a:cubicBezTo>
                  <a:cubicBezTo>
                    <a:pt x="12918" y="19120"/>
                    <a:pt x="12918" y="19120"/>
                    <a:pt x="12918" y="19094"/>
                  </a:cubicBezTo>
                  <a:cubicBezTo>
                    <a:pt x="12970" y="16746"/>
                    <a:pt x="13753" y="14475"/>
                    <a:pt x="15110" y="12544"/>
                  </a:cubicBezTo>
                  <a:close/>
                  <a:moveTo>
                    <a:pt x="25970" y="1"/>
                  </a:moveTo>
                  <a:cubicBezTo>
                    <a:pt x="22901" y="1"/>
                    <a:pt x="19823" y="1219"/>
                    <a:pt x="17641" y="3489"/>
                  </a:cubicBezTo>
                  <a:cubicBezTo>
                    <a:pt x="13883" y="7403"/>
                    <a:pt x="12343" y="13484"/>
                    <a:pt x="12604" y="18807"/>
                  </a:cubicBezTo>
                  <a:cubicBezTo>
                    <a:pt x="12604" y="18885"/>
                    <a:pt x="12604" y="18990"/>
                    <a:pt x="12630" y="19094"/>
                  </a:cubicBezTo>
                  <a:cubicBezTo>
                    <a:pt x="12839" y="21834"/>
                    <a:pt x="13727" y="24522"/>
                    <a:pt x="14483" y="27132"/>
                  </a:cubicBezTo>
                  <a:cubicBezTo>
                    <a:pt x="14588" y="27497"/>
                    <a:pt x="14718" y="27836"/>
                    <a:pt x="14823" y="28202"/>
                  </a:cubicBezTo>
                  <a:cubicBezTo>
                    <a:pt x="11743" y="30446"/>
                    <a:pt x="8664" y="32690"/>
                    <a:pt x="5559" y="34908"/>
                  </a:cubicBezTo>
                  <a:cubicBezTo>
                    <a:pt x="3784" y="36187"/>
                    <a:pt x="1983" y="37596"/>
                    <a:pt x="52" y="38666"/>
                  </a:cubicBezTo>
                  <a:cubicBezTo>
                    <a:pt x="52" y="38666"/>
                    <a:pt x="26" y="38692"/>
                    <a:pt x="26" y="38692"/>
                  </a:cubicBezTo>
                  <a:cubicBezTo>
                    <a:pt x="0" y="38744"/>
                    <a:pt x="0" y="38797"/>
                    <a:pt x="26" y="38823"/>
                  </a:cubicBezTo>
                  <a:cubicBezTo>
                    <a:pt x="1305" y="41223"/>
                    <a:pt x="2531" y="43650"/>
                    <a:pt x="3654" y="46129"/>
                  </a:cubicBezTo>
                  <a:cubicBezTo>
                    <a:pt x="3673" y="46168"/>
                    <a:pt x="3720" y="46192"/>
                    <a:pt x="3764" y="46192"/>
                  </a:cubicBezTo>
                  <a:cubicBezTo>
                    <a:pt x="3780" y="46192"/>
                    <a:pt x="3796" y="46189"/>
                    <a:pt x="3810" y="46182"/>
                  </a:cubicBezTo>
                  <a:lnTo>
                    <a:pt x="3836" y="46182"/>
                  </a:lnTo>
                  <a:cubicBezTo>
                    <a:pt x="8299" y="42920"/>
                    <a:pt x="12970" y="39919"/>
                    <a:pt x="17484" y="36709"/>
                  </a:cubicBezTo>
                  <a:cubicBezTo>
                    <a:pt x="17484" y="36735"/>
                    <a:pt x="17510" y="36761"/>
                    <a:pt x="17510" y="36787"/>
                  </a:cubicBezTo>
                  <a:cubicBezTo>
                    <a:pt x="19154" y="41719"/>
                    <a:pt x="20955" y="46625"/>
                    <a:pt x="22625" y="51557"/>
                  </a:cubicBezTo>
                  <a:cubicBezTo>
                    <a:pt x="22703" y="51844"/>
                    <a:pt x="22808" y="52132"/>
                    <a:pt x="22886" y="52419"/>
                  </a:cubicBezTo>
                  <a:cubicBezTo>
                    <a:pt x="22886" y="52419"/>
                    <a:pt x="22886" y="52445"/>
                    <a:pt x="22886" y="52445"/>
                  </a:cubicBezTo>
                  <a:cubicBezTo>
                    <a:pt x="22924" y="52483"/>
                    <a:pt x="22963" y="52507"/>
                    <a:pt x="23001" y="52507"/>
                  </a:cubicBezTo>
                  <a:cubicBezTo>
                    <a:pt x="23015" y="52507"/>
                    <a:pt x="23029" y="52504"/>
                    <a:pt x="23043" y="52497"/>
                  </a:cubicBezTo>
                  <a:cubicBezTo>
                    <a:pt x="25444" y="51166"/>
                    <a:pt x="27844" y="49913"/>
                    <a:pt x="30297" y="48739"/>
                  </a:cubicBezTo>
                  <a:cubicBezTo>
                    <a:pt x="30350" y="48739"/>
                    <a:pt x="30402" y="48687"/>
                    <a:pt x="30402" y="48635"/>
                  </a:cubicBezTo>
                  <a:cubicBezTo>
                    <a:pt x="30402" y="48635"/>
                    <a:pt x="30402" y="48609"/>
                    <a:pt x="30402" y="48583"/>
                  </a:cubicBezTo>
                  <a:cubicBezTo>
                    <a:pt x="29306" y="46260"/>
                    <a:pt x="28601" y="43676"/>
                    <a:pt x="27818" y="41250"/>
                  </a:cubicBezTo>
                  <a:cubicBezTo>
                    <a:pt x="26748" y="37988"/>
                    <a:pt x="25704" y="34699"/>
                    <a:pt x="24661" y="31438"/>
                  </a:cubicBezTo>
                  <a:cubicBezTo>
                    <a:pt x="27140" y="29559"/>
                    <a:pt x="29749" y="27732"/>
                    <a:pt x="31785" y="25383"/>
                  </a:cubicBezTo>
                  <a:cubicBezTo>
                    <a:pt x="31785" y="25383"/>
                    <a:pt x="31811" y="25383"/>
                    <a:pt x="31811" y="25357"/>
                  </a:cubicBezTo>
                  <a:lnTo>
                    <a:pt x="31837" y="25331"/>
                  </a:lnTo>
                  <a:cubicBezTo>
                    <a:pt x="31967" y="25174"/>
                    <a:pt x="32098" y="25044"/>
                    <a:pt x="32202" y="24887"/>
                  </a:cubicBezTo>
                  <a:cubicBezTo>
                    <a:pt x="33951" y="22669"/>
                    <a:pt x="35282" y="20164"/>
                    <a:pt x="36117" y="17502"/>
                  </a:cubicBezTo>
                  <a:cubicBezTo>
                    <a:pt x="37004" y="14919"/>
                    <a:pt x="37291" y="12179"/>
                    <a:pt x="36952" y="9491"/>
                  </a:cubicBezTo>
                  <a:cubicBezTo>
                    <a:pt x="36508" y="6646"/>
                    <a:pt x="34995" y="4089"/>
                    <a:pt x="32724" y="2314"/>
                  </a:cubicBezTo>
                  <a:cubicBezTo>
                    <a:pt x="30766" y="746"/>
                    <a:pt x="28371" y="1"/>
                    <a:pt x="259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6"/>
            <p:cNvSpPr/>
            <p:nvPr/>
          </p:nvSpPr>
          <p:spPr>
            <a:xfrm>
              <a:off x="4090500" y="1886775"/>
              <a:ext cx="221200" cy="79575"/>
            </a:xfrm>
            <a:custGeom>
              <a:rect b="b" l="l" r="r" t="t"/>
              <a:pathLst>
                <a:path extrusionOk="0" h="3183" w="8848">
                  <a:moveTo>
                    <a:pt x="7004" y="1"/>
                  </a:moveTo>
                  <a:cubicBezTo>
                    <a:pt x="4351" y="1"/>
                    <a:pt x="1786" y="1141"/>
                    <a:pt x="1" y="3182"/>
                  </a:cubicBezTo>
                  <a:lnTo>
                    <a:pt x="27" y="3182"/>
                  </a:lnTo>
                  <a:cubicBezTo>
                    <a:pt x="1175" y="2060"/>
                    <a:pt x="2532" y="1225"/>
                    <a:pt x="4046" y="677"/>
                  </a:cubicBezTo>
                  <a:cubicBezTo>
                    <a:pt x="5138" y="307"/>
                    <a:pt x="6282" y="173"/>
                    <a:pt x="7423" y="173"/>
                  </a:cubicBezTo>
                  <a:cubicBezTo>
                    <a:pt x="7891" y="173"/>
                    <a:pt x="8358" y="195"/>
                    <a:pt x="8821" y="233"/>
                  </a:cubicBezTo>
                  <a:cubicBezTo>
                    <a:pt x="8847" y="233"/>
                    <a:pt x="8847" y="181"/>
                    <a:pt x="8821" y="181"/>
                  </a:cubicBezTo>
                  <a:cubicBezTo>
                    <a:pt x="8216" y="60"/>
                    <a:pt x="7608" y="1"/>
                    <a:pt x="70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6"/>
            <p:cNvSpPr/>
            <p:nvPr/>
          </p:nvSpPr>
          <p:spPr>
            <a:xfrm>
              <a:off x="4320150" y="1892100"/>
              <a:ext cx="18950" cy="5725"/>
            </a:xfrm>
            <a:custGeom>
              <a:rect b="b" l="l" r="r" t="t"/>
              <a:pathLst>
                <a:path extrusionOk="0" h="229" w="758">
                  <a:moveTo>
                    <a:pt x="173" y="1"/>
                  </a:moveTo>
                  <a:cubicBezTo>
                    <a:pt x="111" y="1"/>
                    <a:pt x="53" y="7"/>
                    <a:pt x="0" y="20"/>
                  </a:cubicBezTo>
                  <a:cubicBezTo>
                    <a:pt x="131" y="72"/>
                    <a:pt x="235" y="125"/>
                    <a:pt x="366" y="177"/>
                  </a:cubicBezTo>
                  <a:cubicBezTo>
                    <a:pt x="470" y="203"/>
                    <a:pt x="601" y="229"/>
                    <a:pt x="731" y="229"/>
                  </a:cubicBezTo>
                  <a:cubicBezTo>
                    <a:pt x="757" y="203"/>
                    <a:pt x="757" y="177"/>
                    <a:pt x="731" y="177"/>
                  </a:cubicBezTo>
                  <a:cubicBezTo>
                    <a:pt x="627" y="98"/>
                    <a:pt x="496" y="46"/>
                    <a:pt x="366" y="20"/>
                  </a:cubicBezTo>
                  <a:cubicBezTo>
                    <a:pt x="301" y="7"/>
                    <a:pt x="235"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6"/>
            <p:cNvSpPr/>
            <p:nvPr/>
          </p:nvSpPr>
          <p:spPr>
            <a:xfrm>
              <a:off x="4230775" y="2361675"/>
              <a:ext cx="149150" cy="463000"/>
            </a:xfrm>
            <a:custGeom>
              <a:rect b="b" l="l" r="r" t="t"/>
              <a:pathLst>
                <a:path extrusionOk="0" h="18520" w="5966">
                  <a:moveTo>
                    <a:pt x="0" y="0"/>
                  </a:moveTo>
                  <a:lnTo>
                    <a:pt x="0" y="0"/>
                  </a:lnTo>
                  <a:cubicBezTo>
                    <a:pt x="1070" y="3314"/>
                    <a:pt x="2088" y="6628"/>
                    <a:pt x="3132" y="9943"/>
                  </a:cubicBezTo>
                  <a:cubicBezTo>
                    <a:pt x="4019" y="12813"/>
                    <a:pt x="4854" y="15710"/>
                    <a:pt x="5898" y="18502"/>
                  </a:cubicBezTo>
                  <a:cubicBezTo>
                    <a:pt x="5909" y="18513"/>
                    <a:pt x="5924" y="18519"/>
                    <a:pt x="5936" y="18519"/>
                  </a:cubicBezTo>
                  <a:cubicBezTo>
                    <a:pt x="5954" y="18519"/>
                    <a:pt x="5965" y="18507"/>
                    <a:pt x="5950" y="18476"/>
                  </a:cubicBezTo>
                  <a:cubicBezTo>
                    <a:pt x="5141" y="15605"/>
                    <a:pt x="4202" y="12761"/>
                    <a:pt x="3288" y="9917"/>
                  </a:cubicBezTo>
                  <a:cubicBezTo>
                    <a:pt x="2245" y="6602"/>
                    <a:pt x="1175" y="328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6"/>
            <p:cNvSpPr/>
            <p:nvPr/>
          </p:nvSpPr>
          <p:spPr>
            <a:xfrm>
              <a:off x="4382125" y="2833350"/>
              <a:ext cx="7200" cy="18125"/>
            </a:xfrm>
            <a:custGeom>
              <a:rect b="b" l="l" r="r" t="t"/>
              <a:pathLst>
                <a:path extrusionOk="0" h="725" w="288">
                  <a:moveTo>
                    <a:pt x="1" y="0"/>
                  </a:moveTo>
                  <a:lnTo>
                    <a:pt x="1" y="0"/>
                  </a:lnTo>
                  <a:cubicBezTo>
                    <a:pt x="27" y="235"/>
                    <a:pt x="131" y="470"/>
                    <a:pt x="262" y="705"/>
                  </a:cubicBezTo>
                  <a:cubicBezTo>
                    <a:pt x="262" y="718"/>
                    <a:pt x="268" y="725"/>
                    <a:pt x="275" y="725"/>
                  </a:cubicBezTo>
                  <a:cubicBezTo>
                    <a:pt x="281" y="725"/>
                    <a:pt x="288" y="718"/>
                    <a:pt x="288" y="705"/>
                  </a:cubicBezTo>
                  <a:cubicBezTo>
                    <a:pt x="235" y="444"/>
                    <a:pt x="131" y="20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6"/>
            <p:cNvSpPr/>
            <p:nvPr/>
          </p:nvSpPr>
          <p:spPr>
            <a:xfrm>
              <a:off x="3809975" y="2675950"/>
              <a:ext cx="215700" cy="148950"/>
            </a:xfrm>
            <a:custGeom>
              <a:rect b="b" l="l" r="r" t="t"/>
              <a:pathLst>
                <a:path extrusionOk="0" h="5958" w="8628">
                  <a:moveTo>
                    <a:pt x="8601" y="0"/>
                  </a:moveTo>
                  <a:cubicBezTo>
                    <a:pt x="8596" y="0"/>
                    <a:pt x="8591" y="2"/>
                    <a:pt x="8586" y="7"/>
                  </a:cubicBezTo>
                  <a:cubicBezTo>
                    <a:pt x="5663" y="1860"/>
                    <a:pt x="2819" y="3896"/>
                    <a:pt x="1" y="5931"/>
                  </a:cubicBezTo>
                  <a:lnTo>
                    <a:pt x="1" y="5957"/>
                  </a:lnTo>
                  <a:cubicBezTo>
                    <a:pt x="3002" y="4183"/>
                    <a:pt x="5872" y="2199"/>
                    <a:pt x="8586" y="33"/>
                  </a:cubicBezTo>
                  <a:cubicBezTo>
                    <a:pt x="8628" y="33"/>
                    <a:pt x="8619" y="0"/>
                    <a:pt x="86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6"/>
            <p:cNvSpPr/>
            <p:nvPr/>
          </p:nvSpPr>
          <p:spPr>
            <a:xfrm>
              <a:off x="4031125" y="2661125"/>
              <a:ext cx="15050" cy="11100"/>
            </a:xfrm>
            <a:custGeom>
              <a:rect b="b" l="l" r="r" t="t"/>
              <a:pathLst>
                <a:path extrusionOk="0" h="444" w="602">
                  <a:moveTo>
                    <a:pt x="601" y="0"/>
                  </a:moveTo>
                  <a:cubicBezTo>
                    <a:pt x="366" y="52"/>
                    <a:pt x="184" y="287"/>
                    <a:pt x="1" y="444"/>
                  </a:cubicBezTo>
                  <a:cubicBezTo>
                    <a:pt x="236" y="365"/>
                    <a:pt x="445" y="235"/>
                    <a:pt x="601" y="26"/>
                  </a:cubicBezTo>
                  <a:cubicBezTo>
                    <a:pt x="601" y="0"/>
                    <a:pt x="601" y="0"/>
                    <a:pt x="6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26"/>
          <p:cNvGrpSpPr/>
          <p:nvPr/>
        </p:nvGrpSpPr>
        <p:grpSpPr>
          <a:xfrm>
            <a:off x="8159222" y="1385496"/>
            <a:ext cx="690798" cy="669178"/>
            <a:chOff x="-1830642" y="-1141753"/>
            <a:chExt cx="1178635" cy="1141747"/>
          </a:xfrm>
        </p:grpSpPr>
        <p:sp>
          <p:nvSpPr>
            <p:cNvPr id="691" name="Google Shape;691;p26"/>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6"/>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6"/>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6"/>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6"/>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6"/>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6"/>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6"/>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6"/>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6"/>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6"/>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26"/>
          <p:cNvGrpSpPr/>
          <p:nvPr/>
        </p:nvGrpSpPr>
        <p:grpSpPr>
          <a:xfrm rot="-2700000">
            <a:off x="382536" y="1844621"/>
            <a:ext cx="427971" cy="409446"/>
            <a:chOff x="4058550" y="928275"/>
            <a:chExt cx="427975" cy="409450"/>
          </a:xfrm>
        </p:grpSpPr>
        <p:sp>
          <p:nvSpPr>
            <p:cNvPr id="703" name="Google Shape;703;p26"/>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6"/>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6"/>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 name="Google Shape;706;p26"/>
          <p:cNvSpPr/>
          <p:nvPr/>
        </p:nvSpPr>
        <p:spPr>
          <a:xfrm>
            <a:off x="3086192" y="45078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6"/>
          <p:cNvSpPr/>
          <p:nvPr/>
        </p:nvSpPr>
        <p:spPr>
          <a:xfrm>
            <a:off x="6916267" y="43150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6"/>
          <p:cNvSpPr/>
          <p:nvPr/>
        </p:nvSpPr>
        <p:spPr>
          <a:xfrm>
            <a:off x="2167692" y="11370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27"/>
          <p:cNvSpPr/>
          <p:nvPr/>
        </p:nvSpPr>
        <p:spPr>
          <a:xfrm>
            <a:off x="4798887" y="1602999"/>
            <a:ext cx="837900" cy="837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7"/>
          <p:cNvSpPr/>
          <p:nvPr/>
        </p:nvSpPr>
        <p:spPr>
          <a:xfrm>
            <a:off x="980822" y="3222824"/>
            <a:ext cx="837900" cy="837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7"/>
          <p:cNvSpPr/>
          <p:nvPr/>
        </p:nvSpPr>
        <p:spPr>
          <a:xfrm>
            <a:off x="4798887" y="3222824"/>
            <a:ext cx="837900" cy="837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7"/>
          <p:cNvSpPr/>
          <p:nvPr/>
        </p:nvSpPr>
        <p:spPr>
          <a:xfrm>
            <a:off x="980822" y="1602999"/>
            <a:ext cx="837900" cy="837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7"/>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718" name="Google Shape;718;p27"/>
          <p:cNvSpPr txBox="1"/>
          <p:nvPr>
            <p:ph idx="2" type="title"/>
          </p:nvPr>
        </p:nvSpPr>
        <p:spPr>
          <a:xfrm>
            <a:off x="1933413" y="1733575"/>
            <a:ext cx="2411700" cy="44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Background</a:t>
            </a:r>
            <a:endParaRPr sz="2400"/>
          </a:p>
        </p:txBody>
      </p:sp>
      <p:sp>
        <p:nvSpPr>
          <p:cNvPr id="719" name="Google Shape;719;p27"/>
          <p:cNvSpPr txBox="1"/>
          <p:nvPr>
            <p:ph idx="3" type="title"/>
          </p:nvPr>
        </p:nvSpPr>
        <p:spPr>
          <a:xfrm>
            <a:off x="980822" y="1733568"/>
            <a:ext cx="837900" cy="57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720" name="Google Shape;720;p27"/>
          <p:cNvSpPr txBox="1"/>
          <p:nvPr>
            <p:ph idx="5" type="title"/>
          </p:nvPr>
        </p:nvSpPr>
        <p:spPr>
          <a:xfrm>
            <a:off x="5636775" y="1603000"/>
            <a:ext cx="3138600" cy="7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Research Question/Hypothesis</a:t>
            </a:r>
            <a:endParaRPr sz="2400"/>
          </a:p>
        </p:txBody>
      </p:sp>
      <p:sp>
        <p:nvSpPr>
          <p:cNvPr id="721" name="Google Shape;721;p27"/>
          <p:cNvSpPr txBox="1"/>
          <p:nvPr>
            <p:ph idx="6" type="title"/>
          </p:nvPr>
        </p:nvSpPr>
        <p:spPr>
          <a:xfrm>
            <a:off x="4798887" y="1733568"/>
            <a:ext cx="837900" cy="57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722" name="Google Shape;722;p27"/>
          <p:cNvSpPr txBox="1"/>
          <p:nvPr>
            <p:ph idx="8" type="title"/>
          </p:nvPr>
        </p:nvSpPr>
        <p:spPr>
          <a:xfrm>
            <a:off x="1933413" y="3353400"/>
            <a:ext cx="2411700" cy="44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Rationale</a:t>
            </a:r>
            <a:endParaRPr sz="2400"/>
          </a:p>
        </p:txBody>
      </p:sp>
      <p:sp>
        <p:nvSpPr>
          <p:cNvPr id="723" name="Google Shape;723;p27"/>
          <p:cNvSpPr txBox="1"/>
          <p:nvPr>
            <p:ph idx="9" type="title"/>
          </p:nvPr>
        </p:nvSpPr>
        <p:spPr>
          <a:xfrm>
            <a:off x="980822" y="3353393"/>
            <a:ext cx="837900" cy="57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724" name="Google Shape;724;p27"/>
          <p:cNvSpPr txBox="1"/>
          <p:nvPr>
            <p:ph idx="14" type="title"/>
          </p:nvPr>
        </p:nvSpPr>
        <p:spPr>
          <a:xfrm>
            <a:off x="5740840" y="3353400"/>
            <a:ext cx="2613600" cy="44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Future Plans</a:t>
            </a:r>
            <a:endParaRPr sz="2400"/>
          </a:p>
        </p:txBody>
      </p:sp>
      <p:sp>
        <p:nvSpPr>
          <p:cNvPr id="725" name="Google Shape;725;p27"/>
          <p:cNvSpPr txBox="1"/>
          <p:nvPr>
            <p:ph idx="15" type="title"/>
          </p:nvPr>
        </p:nvSpPr>
        <p:spPr>
          <a:xfrm>
            <a:off x="4798887" y="3353393"/>
            <a:ext cx="837900" cy="57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726" name="Google Shape;726;p27"/>
          <p:cNvSpPr/>
          <p:nvPr/>
        </p:nvSpPr>
        <p:spPr>
          <a:xfrm>
            <a:off x="4262105" y="23570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7" name="Google Shape;727;p27"/>
          <p:cNvGrpSpPr/>
          <p:nvPr/>
        </p:nvGrpSpPr>
        <p:grpSpPr>
          <a:xfrm rot="5245113">
            <a:off x="8084299" y="675652"/>
            <a:ext cx="690811" cy="660909"/>
            <a:chOff x="4058550" y="928275"/>
            <a:chExt cx="427975" cy="409450"/>
          </a:xfrm>
        </p:grpSpPr>
        <p:sp>
          <p:nvSpPr>
            <p:cNvPr id="728" name="Google Shape;728;p2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 name="Google Shape;731;p27"/>
          <p:cNvGrpSpPr/>
          <p:nvPr/>
        </p:nvGrpSpPr>
        <p:grpSpPr>
          <a:xfrm rot="-6933477">
            <a:off x="7333875" y="801398"/>
            <a:ext cx="427952" cy="409428"/>
            <a:chOff x="4058550" y="928275"/>
            <a:chExt cx="427975" cy="409450"/>
          </a:xfrm>
        </p:grpSpPr>
        <p:sp>
          <p:nvSpPr>
            <p:cNvPr id="732" name="Google Shape;732;p2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5" name="Google Shape;735;p27"/>
          <p:cNvSpPr/>
          <p:nvPr/>
        </p:nvSpPr>
        <p:spPr>
          <a:xfrm>
            <a:off x="1933417" y="9095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6" name="Google Shape;736;p27"/>
          <p:cNvGrpSpPr/>
          <p:nvPr/>
        </p:nvGrpSpPr>
        <p:grpSpPr>
          <a:xfrm rot="1538468">
            <a:off x="565075" y="547592"/>
            <a:ext cx="690820" cy="660917"/>
            <a:chOff x="4058550" y="928275"/>
            <a:chExt cx="427975" cy="409450"/>
          </a:xfrm>
        </p:grpSpPr>
        <p:sp>
          <p:nvSpPr>
            <p:cNvPr id="737" name="Google Shape;737;p27"/>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7"/>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7"/>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28"/>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a:t>
            </a:r>
            <a:endParaRPr/>
          </a:p>
        </p:txBody>
      </p:sp>
      <p:sp>
        <p:nvSpPr>
          <p:cNvPr id="745" name="Google Shape;745;p28"/>
          <p:cNvSpPr txBox="1"/>
          <p:nvPr>
            <p:ph idx="1" type="subTitle"/>
          </p:nvPr>
        </p:nvSpPr>
        <p:spPr>
          <a:xfrm>
            <a:off x="3955225" y="1305125"/>
            <a:ext cx="4594500" cy="3640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AI use in physical therapy has grown rapidly in recent years</a:t>
            </a:r>
            <a:endParaRPr sz="1600"/>
          </a:p>
          <a:p>
            <a:pPr indent="-330200" lvl="0" marL="457200" rtl="0" algn="l">
              <a:spcBef>
                <a:spcPts val="0"/>
              </a:spcBef>
              <a:spcAft>
                <a:spcPts val="0"/>
              </a:spcAft>
              <a:buSzPts val="1600"/>
              <a:buChar char="●"/>
            </a:pPr>
            <a:r>
              <a:rPr lang="en" sz="1600"/>
              <a:t>Originally used for keeping medical records and taking notes</a:t>
            </a:r>
            <a:endParaRPr sz="1600"/>
          </a:p>
          <a:p>
            <a:pPr indent="-330200" lvl="0" marL="457200" rtl="0" algn="l">
              <a:spcBef>
                <a:spcPts val="0"/>
              </a:spcBef>
              <a:spcAft>
                <a:spcPts val="0"/>
              </a:spcAft>
              <a:buSzPts val="1600"/>
              <a:buChar char="●"/>
            </a:pPr>
            <a:r>
              <a:rPr lang="en" sz="1600"/>
              <a:t>Now capable of evaluating movement and predicting recovery times</a:t>
            </a:r>
            <a:endParaRPr sz="1600"/>
          </a:p>
          <a:p>
            <a:pPr indent="-330200" lvl="0" marL="457200" rtl="0" algn="l">
              <a:spcBef>
                <a:spcPts val="0"/>
              </a:spcBef>
              <a:spcAft>
                <a:spcPts val="0"/>
              </a:spcAft>
              <a:buSzPts val="1600"/>
              <a:buChar char="●"/>
            </a:pPr>
            <a:r>
              <a:rPr lang="en" sz="1600"/>
              <a:t>AI tools like Kaia Health and Physitrack guide patients virtually via mobile devices</a:t>
            </a:r>
            <a:endParaRPr sz="1600"/>
          </a:p>
          <a:p>
            <a:pPr indent="-330200" lvl="0" marL="457200" rtl="0" algn="l">
              <a:spcBef>
                <a:spcPts val="0"/>
              </a:spcBef>
              <a:spcAft>
                <a:spcPts val="0"/>
              </a:spcAft>
              <a:buSzPts val="1600"/>
              <a:buChar char="●"/>
            </a:pPr>
            <a:r>
              <a:rPr lang="en" sz="1600"/>
              <a:t>Raises the question: does AI enhance or threaten human therapists’ roles?</a:t>
            </a:r>
            <a:endParaRPr sz="1600"/>
          </a:p>
          <a:p>
            <a:pPr indent="-330200" lvl="0" marL="457200" rtl="0" algn="l">
              <a:spcBef>
                <a:spcPts val="0"/>
              </a:spcBef>
              <a:spcAft>
                <a:spcPts val="0"/>
              </a:spcAft>
              <a:buSzPts val="1600"/>
              <a:buChar char="●"/>
            </a:pPr>
            <a:r>
              <a:rPr lang="en" sz="1600"/>
              <a:t>Personal interest: exploring whether AI will support or replace future physical therapists</a:t>
            </a:r>
            <a:endParaRPr sz="1600"/>
          </a:p>
          <a:p>
            <a:pPr indent="0" lvl="0" marL="0" rtl="0" algn="l">
              <a:spcBef>
                <a:spcPts val="0"/>
              </a:spcBef>
              <a:spcAft>
                <a:spcPts val="0"/>
              </a:spcAft>
              <a:buNone/>
            </a:pPr>
            <a:r>
              <a:t/>
            </a:r>
            <a:endParaRPr/>
          </a:p>
        </p:txBody>
      </p:sp>
      <p:sp>
        <p:nvSpPr>
          <p:cNvPr id="746" name="Google Shape;746;p28"/>
          <p:cNvSpPr/>
          <p:nvPr/>
        </p:nvSpPr>
        <p:spPr>
          <a:xfrm>
            <a:off x="-1506475" y="439700"/>
            <a:ext cx="18950" cy="6675"/>
          </a:xfrm>
          <a:custGeom>
            <a:rect b="b" l="l" r="r" t="t"/>
            <a:pathLst>
              <a:path extrusionOk="0" h="267" w="758">
                <a:moveTo>
                  <a:pt x="633" y="1"/>
                </a:moveTo>
                <a:cubicBezTo>
                  <a:pt x="406" y="1"/>
                  <a:pt x="186" y="81"/>
                  <a:pt x="26" y="241"/>
                </a:cubicBezTo>
                <a:cubicBezTo>
                  <a:pt x="0" y="241"/>
                  <a:pt x="0" y="267"/>
                  <a:pt x="26" y="267"/>
                </a:cubicBezTo>
                <a:cubicBezTo>
                  <a:pt x="261" y="241"/>
                  <a:pt x="522" y="162"/>
                  <a:pt x="731" y="58"/>
                </a:cubicBezTo>
                <a:cubicBezTo>
                  <a:pt x="757" y="58"/>
                  <a:pt x="757" y="6"/>
                  <a:pt x="731" y="6"/>
                </a:cubicBezTo>
                <a:cubicBezTo>
                  <a:pt x="698" y="3"/>
                  <a:pt x="666" y="1"/>
                  <a:pt x="6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7" name="Google Shape;747;p28"/>
          <p:cNvPicPr preferRelativeResize="0"/>
          <p:nvPr/>
        </p:nvPicPr>
        <p:blipFill rotWithShape="1">
          <a:blip r:embed="rId3">
            <a:alphaModFix/>
          </a:blip>
          <a:srcRect b="0" l="21688" r="11641" t="0"/>
          <a:stretch/>
        </p:blipFill>
        <p:spPr>
          <a:xfrm>
            <a:off x="714306" y="1222900"/>
            <a:ext cx="3093900" cy="3093900"/>
          </a:xfrm>
          <a:prstGeom prst="ellipse">
            <a:avLst/>
          </a:prstGeom>
          <a:noFill/>
          <a:ln cap="flat" cmpd="sng" w="19050">
            <a:solidFill>
              <a:schemeClr val="dk1"/>
            </a:solidFill>
            <a:prstDash val="solid"/>
            <a:round/>
            <a:headEnd len="sm" w="sm" type="none"/>
            <a:tailEnd len="sm" w="sm" type="none"/>
          </a:ln>
        </p:spPr>
      </p:pic>
      <p:grpSp>
        <p:nvGrpSpPr>
          <p:cNvPr id="748" name="Google Shape;748;p28"/>
          <p:cNvGrpSpPr/>
          <p:nvPr/>
        </p:nvGrpSpPr>
        <p:grpSpPr>
          <a:xfrm rot="1613524">
            <a:off x="8203425" y="4437290"/>
            <a:ext cx="690818" cy="660915"/>
            <a:chOff x="4058550" y="928275"/>
            <a:chExt cx="427975" cy="409450"/>
          </a:xfrm>
        </p:grpSpPr>
        <p:sp>
          <p:nvSpPr>
            <p:cNvPr id="749" name="Google Shape;749;p28"/>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2" name="Google Shape;752;p28"/>
          <p:cNvSpPr/>
          <p:nvPr/>
        </p:nvSpPr>
        <p:spPr>
          <a:xfrm>
            <a:off x="3231412" y="468830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29"/>
          <p:cNvSpPr txBox="1"/>
          <p:nvPr>
            <p:ph type="title"/>
          </p:nvPr>
        </p:nvSpPr>
        <p:spPr>
          <a:xfrm>
            <a:off x="276725" y="1557000"/>
            <a:ext cx="4874400" cy="88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Research Question</a:t>
            </a:r>
            <a:endParaRPr/>
          </a:p>
        </p:txBody>
      </p:sp>
      <p:sp>
        <p:nvSpPr>
          <p:cNvPr id="758" name="Google Shape;758;p29"/>
          <p:cNvSpPr txBox="1"/>
          <p:nvPr>
            <p:ph idx="1" type="subTitle"/>
          </p:nvPr>
        </p:nvSpPr>
        <p:spPr>
          <a:xfrm>
            <a:off x="532200" y="2401050"/>
            <a:ext cx="5249400" cy="16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How is artificial intelligence transforming physical therapy recovery practices, and what are its implications for the role of human therapists?</a:t>
            </a:r>
            <a:endParaRPr sz="2400"/>
          </a:p>
        </p:txBody>
      </p:sp>
      <p:grpSp>
        <p:nvGrpSpPr>
          <p:cNvPr id="759" name="Google Shape;759;p29"/>
          <p:cNvGrpSpPr/>
          <p:nvPr/>
        </p:nvGrpSpPr>
        <p:grpSpPr>
          <a:xfrm rot="695961">
            <a:off x="6126297" y="1098964"/>
            <a:ext cx="1984057" cy="3107585"/>
            <a:chOff x="391425" y="702825"/>
            <a:chExt cx="2675574" cy="4190694"/>
          </a:xfrm>
        </p:grpSpPr>
        <p:sp>
          <p:nvSpPr>
            <p:cNvPr id="760" name="Google Shape;760;p29"/>
            <p:cNvSpPr/>
            <p:nvPr/>
          </p:nvSpPr>
          <p:spPr>
            <a:xfrm>
              <a:off x="402075" y="1167515"/>
              <a:ext cx="2648975" cy="3715464"/>
            </a:xfrm>
            <a:custGeom>
              <a:rect b="b" l="l" r="r" t="t"/>
              <a:pathLst>
                <a:path extrusionOk="0" h="72913" w="51984">
                  <a:moveTo>
                    <a:pt x="47756" y="1"/>
                  </a:moveTo>
                  <a:cubicBezTo>
                    <a:pt x="46816" y="27"/>
                    <a:pt x="45772" y="53"/>
                    <a:pt x="44520" y="53"/>
                  </a:cubicBezTo>
                  <a:lnTo>
                    <a:pt x="42406" y="79"/>
                  </a:lnTo>
                  <a:lnTo>
                    <a:pt x="40370" y="105"/>
                  </a:lnTo>
                  <a:cubicBezTo>
                    <a:pt x="40344" y="105"/>
                    <a:pt x="40344" y="105"/>
                    <a:pt x="40318" y="131"/>
                  </a:cubicBezTo>
                  <a:cubicBezTo>
                    <a:pt x="40318" y="131"/>
                    <a:pt x="40318" y="157"/>
                    <a:pt x="40318" y="157"/>
                  </a:cubicBezTo>
                  <a:cubicBezTo>
                    <a:pt x="40370" y="235"/>
                    <a:pt x="40423" y="314"/>
                    <a:pt x="40475" y="392"/>
                  </a:cubicBezTo>
                  <a:cubicBezTo>
                    <a:pt x="40997" y="1384"/>
                    <a:pt x="41023" y="2401"/>
                    <a:pt x="41049" y="3471"/>
                  </a:cubicBezTo>
                  <a:cubicBezTo>
                    <a:pt x="41049" y="3550"/>
                    <a:pt x="41075" y="3680"/>
                    <a:pt x="41075" y="3811"/>
                  </a:cubicBezTo>
                  <a:cubicBezTo>
                    <a:pt x="41075" y="3811"/>
                    <a:pt x="41101" y="3837"/>
                    <a:pt x="41101" y="3837"/>
                  </a:cubicBezTo>
                  <a:lnTo>
                    <a:pt x="42145" y="3837"/>
                  </a:lnTo>
                  <a:cubicBezTo>
                    <a:pt x="43867" y="3811"/>
                    <a:pt x="45563" y="3784"/>
                    <a:pt x="47260" y="3758"/>
                  </a:cubicBezTo>
                  <a:cubicBezTo>
                    <a:pt x="47312" y="3758"/>
                    <a:pt x="47364" y="3811"/>
                    <a:pt x="47364" y="3863"/>
                  </a:cubicBezTo>
                  <a:lnTo>
                    <a:pt x="48173" y="68476"/>
                  </a:lnTo>
                  <a:cubicBezTo>
                    <a:pt x="48173" y="68528"/>
                    <a:pt x="48121" y="68581"/>
                    <a:pt x="48069" y="68581"/>
                  </a:cubicBezTo>
                  <a:cubicBezTo>
                    <a:pt x="44494" y="68607"/>
                    <a:pt x="40918" y="68659"/>
                    <a:pt x="37343" y="68711"/>
                  </a:cubicBezTo>
                  <a:lnTo>
                    <a:pt x="27322" y="68815"/>
                  </a:lnTo>
                  <a:lnTo>
                    <a:pt x="15866" y="68972"/>
                  </a:lnTo>
                  <a:cubicBezTo>
                    <a:pt x="12135" y="69024"/>
                    <a:pt x="8403" y="69050"/>
                    <a:pt x="4671" y="69129"/>
                  </a:cubicBezTo>
                  <a:cubicBezTo>
                    <a:pt x="4645" y="69103"/>
                    <a:pt x="4619" y="69103"/>
                    <a:pt x="4593" y="69103"/>
                  </a:cubicBezTo>
                  <a:cubicBezTo>
                    <a:pt x="4567" y="69076"/>
                    <a:pt x="4567" y="69050"/>
                    <a:pt x="4567" y="69024"/>
                  </a:cubicBezTo>
                  <a:lnTo>
                    <a:pt x="3758" y="4411"/>
                  </a:lnTo>
                  <a:cubicBezTo>
                    <a:pt x="3758" y="4385"/>
                    <a:pt x="3784" y="4359"/>
                    <a:pt x="3784" y="4333"/>
                  </a:cubicBezTo>
                  <a:cubicBezTo>
                    <a:pt x="3810" y="4306"/>
                    <a:pt x="3836" y="4306"/>
                    <a:pt x="3862" y="4306"/>
                  </a:cubicBezTo>
                  <a:lnTo>
                    <a:pt x="8664" y="4254"/>
                  </a:lnTo>
                  <a:lnTo>
                    <a:pt x="9447" y="4254"/>
                  </a:lnTo>
                  <a:cubicBezTo>
                    <a:pt x="9473" y="4254"/>
                    <a:pt x="9473" y="4228"/>
                    <a:pt x="9473" y="4202"/>
                  </a:cubicBezTo>
                  <a:lnTo>
                    <a:pt x="9473" y="3941"/>
                  </a:lnTo>
                  <a:cubicBezTo>
                    <a:pt x="9421" y="3132"/>
                    <a:pt x="9499" y="2297"/>
                    <a:pt x="9708" y="1488"/>
                  </a:cubicBezTo>
                  <a:cubicBezTo>
                    <a:pt x="9812" y="1149"/>
                    <a:pt x="9969" y="836"/>
                    <a:pt x="10178" y="549"/>
                  </a:cubicBezTo>
                  <a:cubicBezTo>
                    <a:pt x="10178" y="549"/>
                    <a:pt x="10178" y="523"/>
                    <a:pt x="10178" y="523"/>
                  </a:cubicBezTo>
                  <a:cubicBezTo>
                    <a:pt x="10178" y="496"/>
                    <a:pt x="10151" y="496"/>
                    <a:pt x="10125" y="496"/>
                  </a:cubicBezTo>
                  <a:lnTo>
                    <a:pt x="6550" y="549"/>
                  </a:lnTo>
                  <a:lnTo>
                    <a:pt x="3367" y="575"/>
                  </a:lnTo>
                  <a:lnTo>
                    <a:pt x="2766" y="575"/>
                  </a:lnTo>
                  <a:cubicBezTo>
                    <a:pt x="1983" y="575"/>
                    <a:pt x="1122" y="653"/>
                    <a:pt x="600" y="1201"/>
                  </a:cubicBezTo>
                  <a:cubicBezTo>
                    <a:pt x="0" y="1827"/>
                    <a:pt x="26" y="2871"/>
                    <a:pt x="26" y="3680"/>
                  </a:cubicBezTo>
                  <a:lnTo>
                    <a:pt x="26" y="3889"/>
                  </a:lnTo>
                  <a:cubicBezTo>
                    <a:pt x="52" y="7281"/>
                    <a:pt x="105" y="10726"/>
                    <a:pt x="131" y="14040"/>
                  </a:cubicBezTo>
                  <a:cubicBezTo>
                    <a:pt x="157" y="15710"/>
                    <a:pt x="183" y="17354"/>
                    <a:pt x="209" y="19025"/>
                  </a:cubicBezTo>
                  <a:lnTo>
                    <a:pt x="835" y="68972"/>
                  </a:lnTo>
                  <a:lnTo>
                    <a:pt x="835" y="69363"/>
                  </a:lnTo>
                  <a:cubicBezTo>
                    <a:pt x="835" y="70773"/>
                    <a:pt x="835" y="72521"/>
                    <a:pt x="2584" y="72808"/>
                  </a:cubicBezTo>
                  <a:cubicBezTo>
                    <a:pt x="3079" y="72886"/>
                    <a:pt x="3575" y="72913"/>
                    <a:pt x="4097" y="72913"/>
                  </a:cubicBezTo>
                  <a:lnTo>
                    <a:pt x="4671" y="72886"/>
                  </a:lnTo>
                  <a:lnTo>
                    <a:pt x="5219" y="72886"/>
                  </a:lnTo>
                  <a:lnTo>
                    <a:pt x="8455" y="72834"/>
                  </a:lnTo>
                  <a:lnTo>
                    <a:pt x="24478" y="72625"/>
                  </a:lnTo>
                  <a:lnTo>
                    <a:pt x="32489" y="72547"/>
                  </a:lnTo>
                  <a:lnTo>
                    <a:pt x="39614" y="72469"/>
                  </a:lnTo>
                  <a:cubicBezTo>
                    <a:pt x="42093" y="72443"/>
                    <a:pt x="44572" y="72391"/>
                    <a:pt x="47077" y="72365"/>
                  </a:cubicBezTo>
                  <a:lnTo>
                    <a:pt x="48852" y="72338"/>
                  </a:lnTo>
                  <a:cubicBezTo>
                    <a:pt x="49791" y="72338"/>
                    <a:pt x="51383" y="72312"/>
                    <a:pt x="51748" y="71034"/>
                  </a:cubicBezTo>
                  <a:cubicBezTo>
                    <a:pt x="51931" y="70303"/>
                    <a:pt x="51983" y="69572"/>
                    <a:pt x="51931" y="68815"/>
                  </a:cubicBezTo>
                  <a:lnTo>
                    <a:pt x="51122" y="3680"/>
                  </a:lnTo>
                  <a:lnTo>
                    <a:pt x="51122" y="3263"/>
                  </a:lnTo>
                  <a:cubicBezTo>
                    <a:pt x="51148" y="2480"/>
                    <a:pt x="51148" y="1619"/>
                    <a:pt x="50783" y="966"/>
                  </a:cubicBezTo>
                  <a:cubicBezTo>
                    <a:pt x="50313" y="105"/>
                    <a:pt x="49243" y="1"/>
                    <a:pt x="481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9"/>
            <p:cNvSpPr/>
            <p:nvPr/>
          </p:nvSpPr>
          <p:spPr>
            <a:xfrm>
              <a:off x="955280" y="1282733"/>
              <a:ext cx="1468086" cy="140999"/>
            </a:xfrm>
            <a:custGeom>
              <a:rect b="b" l="l" r="r" t="t"/>
              <a:pathLst>
                <a:path extrusionOk="0" h="2767" w="28810">
                  <a:moveTo>
                    <a:pt x="28346" y="1"/>
                  </a:moveTo>
                  <a:cubicBezTo>
                    <a:pt x="28310" y="1"/>
                    <a:pt x="28273" y="4"/>
                    <a:pt x="28236" y="10"/>
                  </a:cubicBezTo>
                  <a:lnTo>
                    <a:pt x="28001" y="10"/>
                  </a:lnTo>
                  <a:lnTo>
                    <a:pt x="1514" y="323"/>
                  </a:lnTo>
                  <a:lnTo>
                    <a:pt x="913" y="323"/>
                  </a:lnTo>
                  <a:cubicBezTo>
                    <a:pt x="679" y="323"/>
                    <a:pt x="0" y="375"/>
                    <a:pt x="26" y="845"/>
                  </a:cubicBezTo>
                  <a:cubicBezTo>
                    <a:pt x="52" y="1315"/>
                    <a:pt x="52" y="1784"/>
                    <a:pt x="52" y="2228"/>
                  </a:cubicBezTo>
                  <a:cubicBezTo>
                    <a:pt x="52" y="2359"/>
                    <a:pt x="78" y="2489"/>
                    <a:pt x="157" y="2567"/>
                  </a:cubicBezTo>
                  <a:cubicBezTo>
                    <a:pt x="342" y="2691"/>
                    <a:pt x="561" y="2766"/>
                    <a:pt x="773" y="2766"/>
                  </a:cubicBezTo>
                  <a:cubicBezTo>
                    <a:pt x="829" y="2766"/>
                    <a:pt x="885" y="2761"/>
                    <a:pt x="939" y="2750"/>
                  </a:cubicBezTo>
                  <a:cubicBezTo>
                    <a:pt x="1070" y="2750"/>
                    <a:pt x="1200" y="2724"/>
                    <a:pt x="1305" y="2724"/>
                  </a:cubicBezTo>
                  <a:lnTo>
                    <a:pt x="1540" y="2724"/>
                  </a:lnTo>
                  <a:lnTo>
                    <a:pt x="28001" y="2411"/>
                  </a:lnTo>
                  <a:lnTo>
                    <a:pt x="28236" y="2411"/>
                  </a:lnTo>
                  <a:cubicBezTo>
                    <a:pt x="28392" y="2411"/>
                    <a:pt x="28549" y="2359"/>
                    <a:pt x="28679" y="2280"/>
                  </a:cubicBezTo>
                  <a:cubicBezTo>
                    <a:pt x="28758" y="2150"/>
                    <a:pt x="28810" y="2019"/>
                    <a:pt x="28810" y="1863"/>
                  </a:cubicBezTo>
                  <a:lnTo>
                    <a:pt x="28810" y="1054"/>
                  </a:lnTo>
                  <a:lnTo>
                    <a:pt x="28810" y="506"/>
                  </a:lnTo>
                  <a:cubicBezTo>
                    <a:pt x="28810" y="375"/>
                    <a:pt x="28758" y="219"/>
                    <a:pt x="28679" y="114"/>
                  </a:cubicBezTo>
                  <a:cubicBezTo>
                    <a:pt x="28580" y="35"/>
                    <a:pt x="28465" y="1"/>
                    <a:pt x="283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9"/>
            <p:cNvSpPr/>
            <p:nvPr/>
          </p:nvSpPr>
          <p:spPr>
            <a:xfrm>
              <a:off x="894079" y="714036"/>
              <a:ext cx="1593135" cy="770019"/>
            </a:xfrm>
            <a:custGeom>
              <a:rect b="b" l="l" r="r" t="t"/>
              <a:pathLst>
                <a:path extrusionOk="0" h="15111" w="31264">
                  <a:moveTo>
                    <a:pt x="15502" y="1854"/>
                  </a:moveTo>
                  <a:cubicBezTo>
                    <a:pt x="15971" y="1854"/>
                    <a:pt x="16415" y="2036"/>
                    <a:pt x="16728" y="2376"/>
                  </a:cubicBezTo>
                  <a:cubicBezTo>
                    <a:pt x="17015" y="2689"/>
                    <a:pt x="17172" y="3080"/>
                    <a:pt x="17146" y="3524"/>
                  </a:cubicBezTo>
                  <a:cubicBezTo>
                    <a:pt x="17172" y="4411"/>
                    <a:pt x="16441" y="5142"/>
                    <a:pt x="15554" y="5142"/>
                  </a:cubicBezTo>
                  <a:cubicBezTo>
                    <a:pt x="15537" y="5142"/>
                    <a:pt x="15521" y="5142"/>
                    <a:pt x="15505" y="5142"/>
                  </a:cubicBezTo>
                  <a:cubicBezTo>
                    <a:pt x="14613" y="5142"/>
                    <a:pt x="13883" y="4447"/>
                    <a:pt x="13857" y="3550"/>
                  </a:cubicBezTo>
                  <a:cubicBezTo>
                    <a:pt x="13884" y="2741"/>
                    <a:pt x="14432" y="1854"/>
                    <a:pt x="15449" y="1854"/>
                  </a:cubicBezTo>
                  <a:close/>
                  <a:moveTo>
                    <a:pt x="29243" y="10958"/>
                  </a:moveTo>
                  <a:cubicBezTo>
                    <a:pt x="29753" y="10958"/>
                    <a:pt x="30048" y="11087"/>
                    <a:pt x="30167" y="11327"/>
                  </a:cubicBezTo>
                  <a:cubicBezTo>
                    <a:pt x="30246" y="11614"/>
                    <a:pt x="30272" y="11927"/>
                    <a:pt x="30220" y="12240"/>
                  </a:cubicBezTo>
                  <a:cubicBezTo>
                    <a:pt x="30220" y="12344"/>
                    <a:pt x="30220" y="12449"/>
                    <a:pt x="30220" y="12579"/>
                  </a:cubicBezTo>
                  <a:lnTo>
                    <a:pt x="30220" y="12788"/>
                  </a:lnTo>
                  <a:cubicBezTo>
                    <a:pt x="30246" y="13049"/>
                    <a:pt x="30272" y="13388"/>
                    <a:pt x="30115" y="13545"/>
                  </a:cubicBezTo>
                  <a:cubicBezTo>
                    <a:pt x="29975" y="13685"/>
                    <a:pt x="29771" y="13784"/>
                    <a:pt x="29543" y="13784"/>
                  </a:cubicBezTo>
                  <a:cubicBezTo>
                    <a:pt x="29516" y="13784"/>
                    <a:pt x="29490" y="13782"/>
                    <a:pt x="29463" y="13780"/>
                  </a:cubicBezTo>
                  <a:lnTo>
                    <a:pt x="29045" y="13780"/>
                  </a:lnTo>
                  <a:lnTo>
                    <a:pt x="2558" y="14093"/>
                  </a:lnTo>
                  <a:lnTo>
                    <a:pt x="1958" y="14093"/>
                  </a:lnTo>
                  <a:cubicBezTo>
                    <a:pt x="1749" y="14093"/>
                    <a:pt x="1566" y="14093"/>
                    <a:pt x="1358" y="14040"/>
                  </a:cubicBezTo>
                  <a:cubicBezTo>
                    <a:pt x="940" y="13910"/>
                    <a:pt x="992" y="12944"/>
                    <a:pt x="1044" y="12370"/>
                  </a:cubicBezTo>
                  <a:lnTo>
                    <a:pt x="1044" y="12005"/>
                  </a:lnTo>
                  <a:cubicBezTo>
                    <a:pt x="1044" y="11431"/>
                    <a:pt x="1331" y="11327"/>
                    <a:pt x="1906" y="11327"/>
                  </a:cubicBezTo>
                  <a:lnTo>
                    <a:pt x="27949" y="11039"/>
                  </a:lnTo>
                  <a:cubicBezTo>
                    <a:pt x="28054" y="11013"/>
                    <a:pt x="28210" y="11013"/>
                    <a:pt x="28367" y="10987"/>
                  </a:cubicBezTo>
                  <a:cubicBezTo>
                    <a:pt x="28602" y="10987"/>
                    <a:pt x="28836" y="10961"/>
                    <a:pt x="29097" y="10961"/>
                  </a:cubicBezTo>
                  <a:cubicBezTo>
                    <a:pt x="29148" y="10959"/>
                    <a:pt x="29196" y="10958"/>
                    <a:pt x="29243" y="10958"/>
                  </a:cubicBezTo>
                  <a:close/>
                  <a:moveTo>
                    <a:pt x="15371" y="1"/>
                  </a:moveTo>
                  <a:cubicBezTo>
                    <a:pt x="14666" y="1"/>
                    <a:pt x="14014" y="157"/>
                    <a:pt x="13414" y="471"/>
                  </a:cubicBezTo>
                  <a:cubicBezTo>
                    <a:pt x="12605" y="940"/>
                    <a:pt x="12213" y="1749"/>
                    <a:pt x="12161" y="2976"/>
                  </a:cubicBezTo>
                  <a:lnTo>
                    <a:pt x="12161" y="4646"/>
                  </a:lnTo>
                  <a:cubicBezTo>
                    <a:pt x="12161" y="4672"/>
                    <a:pt x="12161" y="4698"/>
                    <a:pt x="12135" y="4724"/>
                  </a:cubicBezTo>
                  <a:cubicBezTo>
                    <a:pt x="12109" y="4750"/>
                    <a:pt x="12083" y="4750"/>
                    <a:pt x="12057" y="4750"/>
                  </a:cubicBezTo>
                  <a:lnTo>
                    <a:pt x="11196" y="4750"/>
                  </a:lnTo>
                  <a:cubicBezTo>
                    <a:pt x="10726" y="4750"/>
                    <a:pt x="10100" y="4803"/>
                    <a:pt x="10021" y="5220"/>
                  </a:cubicBezTo>
                  <a:cubicBezTo>
                    <a:pt x="9943" y="5612"/>
                    <a:pt x="9943" y="6003"/>
                    <a:pt x="9969" y="6394"/>
                  </a:cubicBezTo>
                  <a:cubicBezTo>
                    <a:pt x="9995" y="6734"/>
                    <a:pt x="9995" y="7073"/>
                    <a:pt x="9969" y="7438"/>
                  </a:cubicBezTo>
                  <a:cubicBezTo>
                    <a:pt x="9865" y="8012"/>
                    <a:pt x="9421" y="8299"/>
                    <a:pt x="8508" y="8299"/>
                  </a:cubicBezTo>
                  <a:cubicBezTo>
                    <a:pt x="8273" y="8299"/>
                    <a:pt x="8012" y="8273"/>
                    <a:pt x="7829" y="8273"/>
                  </a:cubicBezTo>
                  <a:cubicBezTo>
                    <a:pt x="7647" y="8247"/>
                    <a:pt x="7464" y="8247"/>
                    <a:pt x="7307" y="8247"/>
                  </a:cubicBezTo>
                  <a:lnTo>
                    <a:pt x="5977" y="8247"/>
                  </a:lnTo>
                  <a:lnTo>
                    <a:pt x="4985" y="8273"/>
                  </a:lnTo>
                  <a:lnTo>
                    <a:pt x="3706" y="8273"/>
                  </a:lnTo>
                  <a:cubicBezTo>
                    <a:pt x="3615" y="8266"/>
                    <a:pt x="3524" y="8263"/>
                    <a:pt x="3434" y="8263"/>
                  </a:cubicBezTo>
                  <a:cubicBezTo>
                    <a:pt x="3187" y="8263"/>
                    <a:pt x="2944" y="8287"/>
                    <a:pt x="2715" y="8325"/>
                  </a:cubicBezTo>
                  <a:cubicBezTo>
                    <a:pt x="1123" y="8560"/>
                    <a:pt x="53" y="9917"/>
                    <a:pt x="53" y="11718"/>
                  </a:cubicBezTo>
                  <a:cubicBezTo>
                    <a:pt x="27" y="11979"/>
                    <a:pt x="27" y="12266"/>
                    <a:pt x="27" y="12527"/>
                  </a:cubicBezTo>
                  <a:cubicBezTo>
                    <a:pt x="1" y="13179"/>
                    <a:pt x="1" y="13806"/>
                    <a:pt x="53" y="14458"/>
                  </a:cubicBezTo>
                  <a:cubicBezTo>
                    <a:pt x="105" y="15058"/>
                    <a:pt x="757" y="15110"/>
                    <a:pt x="1227" y="15110"/>
                  </a:cubicBezTo>
                  <a:cubicBezTo>
                    <a:pt x="1436" y="15110"/>
                    <a:pt x="1671" y="15084"/>
                    <a:pt x="1827" y="15058"/>
                  </a:cubicBezTo>
                  <a:lnTo>
                    <a:pt x="2245" y="15058"/>
                  </a:lnTo>
                  <a:lnTo>
                    <a:pt x="28915" y="14719"/>
                  </a:lnTo>
                  <a:lnTo>
                    <a:pt x="29228" y="14719"/>
                  </a:lnTo>
                  <a:cubicBezTo>
                    <a:pt x="29463" y="14745"/>
                    <a:pt x="29750" y="14745"/>
                    <a:pt x="30037" y="14745"/>
                  </a:cubicBezTo>
                  <a:cubicBezTo>
                    <a:pt x="30768" y="14745"/>
                    <a:pt x="31159" y="14588"/>
                    <a:pt x="31211" y="14328"/>
                  </a:cubicBezTo>
                  <a:cubicBezTo>
                    <a:pt x="31237" y="13988"/>
                    <a:pt x="31263" y="13649"/>
                    <a:pt x="31237" y="13310"/>
                  </a:cubicBezTo>
                  <a:lnTo>
                    <a:pt x="31237" y="12944"/>
                  </a:lnTo>
                  <a:lnTo>
                    <a:pt x="31237" y="12631"/>
                  </a:lnTo>
                  <a:lnTo>
                    <a:pt x="31211" y="11431"/>
                  </a:lnTo>
                  <a:cubicBezTo>
                    <a:pt x="31159" y="9865"/>
                    <a:pt x="30272" y="8143"/>
                    <a:pt x="28445" y="8012"/>
                  </a:cubicBezTo>
                  <a:cubicBezTo>
                    <a:pt x="27871" y="7986"/>
                    <a:pt x="27271" y="7986"/>
                    <a:pt x="26514" y="7986"/>
                  </a:cubicBezTo>
                  <a:cubicBezTo>
                    <a:pt x="26044" y="7986"/>
                    <a:pt x="25548" y="8012"/>
                    <a:pt x="25079" y="8012"/>
                  </a:cubicBezTo>
                  <a:cubicBezTo>
                    <a:pt x="24687" y="8012"/>
                    <a:pt x="24270" y="8038"/>
                    <a:pt x="23852" y="8038"/>
                  </a:cubicBezTo>
                  <a:cubicBezTo>
                    <a:pt x="23722" y="8038"/>
                    <a:pt x="23565" y="8065"/>
                    <a:pt x="23356" y="8065"/>
                  </a:cubicBezTo>
                  <a:cubicBezTo>
                    <a:pt x="23122" y="8091"/>
                    <a:pt x="22887" y="8117"/>
                    <a:pt x="22652" y="8117"/>
                  </a:cubicBezTo>
                  <a:cubicBezTo>
                    <a:pt x="21765" y="8117"/>
                    <a:pt x="21295" y="7882"/>
                    <a:pt x="21190" y="7282"/>
                  </a:cubicBezTo>
                  <a:cubicBezTo>
                    <a:pt x="21164" y="7047"/>
                    <a:pt x="21164" y="6812"/>
                    <a:pt x="21190" y="6551"/>
                  </a:cubicBezTo>
                  <a:cubicBezTo>
                    <a:pt x="21217" y="5846"/>
                    <a:pt x="21269" y="4959"/>
                    <a:pt x="20877" y="4776"/>
                  </a:cubicBezTo>
                  <a:cubicBezTo>
                    <a:pt x="20639" y="4690"/>
                    <a:pt x="20402" y="4639"/>
                    <a:pt x="20149" y="4639"/>
                  </a:cubicBezTo>
                  <a:cubicBezTo>
                    <a:pt x="20097" y="4639"/>
                    <a:pt x="20044" y="4641"/>
                    <a:pt x="19990" y="4646"/>
                  </a:cubicBezTo>
                  <a:cubicBezTo>
                    <a:pt x="19807" y="4646"/>
                    <a:pt x="19651" y="4672"/>
                    <a:pt x="19494" y="4672"/>
                  </a:cubicBezTo>
                  <a:lnTo>
                    <a:pt x="19024" y="4672"/>
                  </a:lnTo>
                  <a:cubicBezTo>
                    <a:pt x="18998" y="4672"/>
                    <a:pt x="18972" y="4672"/>
                    <a:pt x="18946" y="4646"/>
                  </a:cubicBezTo>
                  <a:cubicBezTo>
                    <a:pt x="18946" y="4646"/>
                    <a:pt x="18920" y="4620"/>
                    <a:pt x="18920" y="4594"/>
                  </a:cubicBezTo>
                  <a:cubicBezTo>
                    <a:pt x="18920" y="2793"/>
                    <a:pt x="18920" y="549"/>
                    <a:pt x="16702" y="131"/>
                  </a:cubicBezTo>
                  <a:cubicBezTo>
                    <a:pt x="16258" y="27"/>
                    <a:pt x="15815" y="1"/>
                    <a:pt x="1537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9"/>
            <p:cNvSpPr/>
            <p:nvPr/>
          </p:nvSpPr>
          <p:spPr>
            <a:xfrm>
              <a:off x="778404" y="1653710"/>
              <a:ext cx="461471" cy="462541"/>
            </a:xfrm>
            <a:custGeom>
              <a:rect b="b" l="l" r="r" t="t"/>
              <a:pathLst>
                <a:path extrusionOk="0" h="9077" w="9056">
                  <a:moveTo>
                    <a:pt x="5585" y="1002"/>
                  </a:moveTo>
                  <a:cubicBezTo>
                    <a:pt x="5637" y="1002"/>
                    <a:pt x="5689" y="1055"/>
                    <a:pt x="5689" y="1107"/>
                  </a:cubicBezTo>
                  <a:lnTo>
                    <a:pt x="5715" y="3299"/>
                  </a:lnTo>
                  <a:cubicBezTo>
                    <a:pt x="5715" y="3325"/>
                    <a:pt x="5715" y="3325"/>
                    <a:pt x="5741" y="3325"/>
                  </a:cubicBezTo>
                  <a:lnTo>
                    <a:pt x="7933" y="3299"/>
                  </a:lnTo>
                  <a:cubicBezTo>
                    <a:pt x="7960" y="3299"/>
                    <a:pt x="7986" y="3325"/>
                    <a:pt x="8012" y="3351"/>
                  </a:cubicBezTo>
                  <a:cubicBezTo>
                    <a:pt x="8038" y="3351"/>
                    <a:pt x="8038" y="3377"/>
                    <a:pt x="8038" y="3403"/>
                  </a:cubicBezTo>
                  <a:cubicBezTo>
                    <a:pt x="8038" y="4160"/>
                    <a:pt x="8038" y="4891"/>
                    <a:pt x="8064" y="5647"/>
                  </a:cubicBezTo>
                  <a:cubicBezTo>
                    <a:pt x="8064" y="5674"/>
                    <a:pt x="8064" y="5700"/>
                    <a:pt x="8038" y="5700"/>
                  </a:cubicBezTo>
                  <a:cubicBezTo>
                    <a:pt x="8012" y="5726"/>
                    <a:pt x="7986" y="5726"/>
                    <a:pt x="7960" y="5752"/>
                  </a:cubicBezTo>
                  <a:lnTo>
                    <a:pt x="5767" y="5778"/>
                  </a:lnTo>
                  <a:cubicBezTo>
                    <a:pt x="5767" y="5778"/>
                    <a:pt x="5741" y="5778"/>
                    <a:pt x="5741" y="5804"/>
                  </a:cubicBezTo>
                  <a:lnTo>
                    <a:pt x="5767" y="7996"/>
                  </a:lnTo>
                  <a:cubicBezTo>
                    <a:pt x="5767" y="8048"/>
                    <a:pt x="5715" y="8100"/>
                    <a:pt x="5689" y="8100"/>
                  </a:cubicBezTo>
                  <a:lnTo>
                    <a:pt x="3419" y="8100"/>
                  </a:lnTo>
                  <a:cubicBezTo>
                    <a:pt x="3393" y="8100"/>
                    <a:pt x="3393" y="8074"/>
                    <a:pt x="3367" y="8074"/>
                  </a:cubicBezTo>
                  <a:cubicBezTo>
                    <a:pt x="3341" y="8048"/>
                    <a:pt x="3341" y="8022"/>
                    <a:pt x="3341" y="7996"/>
                  </a:cubicBezTo>
                  <a:lnTo>
                    <a:pt x="3314" y="5804"/>
                  </a:lnTo>
                  <a:cubicBezTo>
                    <a:pt x="3314" y="5778"/>
                    <a:pt x="3288" y="5778"/>
                    <a:pt x="3262" y="5778"/>
                  </a:cubicBezTo>
                  <a:lnTo>
                    <a:pt x="1070" y="5804"/>
                  </a:lnTo>
                  <a:cubicBezTo>
                    <a:pt x="1070" y="5804"/>
                    <a:pt x="1044" y="5804"/>
                    <a:pt x="1018" y="5778"/>
                  </a:cubicBezTo>
                  <a:cubicBezTo>
                    <a:pt x="992" y="5752"/>
                    <a:pt x="992" y="5726"/>
                    <a:pt x="992" y="5700"/>
                  </a:cubicBezTo>
                  <a:cubicBezTo>
                    <a:pt x="992" y="4969"/>
                    <a:pt x="966" y="4212"/>
                    <a:pt x="966" y="3455"/>
                  </a:cubicBezTo>
                  <a:cubicBezTo>
                    <a:pt x="966" y="3429"/>
                    <a:pt x="966" y="3429"/>
                    <a:pt x="992" y="3403"/>
                  </a:cubicBezTo>
                  <a:cubicBezTo>
                    <a:pt x="1018" y="3377"/>
                    <a:pt x="1018" y="3377"/>
                    <a:pt x="1044" y="3377"/>
                  </a:cubicBezTo>
                  <a:lnTo>
                    <a:pt x="3236" y="3351"/>
                  </a:lnTo>
                  <a:lnTo>
                    <a:pt x="3262" y="3351"/>
                  </a:lnTo>
                  <a:cubicBezTo>
                    <a:pt x="3288" y="3325"/>
                    <a:pt x="3288" y="3325"/>
                    <a:pt x="3262" y="3325"/>
                  </a:cubicBezTo>
                  <a:lnTo>
                    <a:pt x="3236" y="1133"/>
                  </a:lnTo>
                  <a:cubicBezTo>
                    <a:pt x="3236" y="1081"/>
                    <a:pt x="3288" y="1028"/>
                    <a:pt x="3341" y="1028"/>
                  </a:cubicBezTo>
                  <a:lnTo>
                    <a:pt x="4489" y="1028"/>
                  </a:lnTo>
                  <a:lnTo>
                    <a:pt x="5585" y="1002"/>
                  </a:lnTo>
                  <a:close/>
                  <a:moveTo>
                    <a:pt x="7809" y="1"/>
                  </a:moveTo>
                  <a:cubicBezTo>
                    <a:pt x="7738" y="1"/>
                    <a:pt x="7666" y="4"/>
                    <a:pt x="7594" y="11"/>
                  </a:cubicBezTo>
                  <a:lnTo>
                    <a:pt x="2766" y="63"/>
                  </a:lnTo>
                  <a:cubicBezTo>
                    <a:pt x="2688" y="76"/>
                    <a:pt x="2616" y="82"/>
                    <a:pt x="2538" y="82"/>
                  </a:cubicBezTo>
                  <a:cubicBezTo>
                    <a:pt x="2460" y="82"/>
                    <a:pt x="2375" y="76"/>
                    <a:pt x="2271" y="63"/>
                  </a:cubicBezTo>
                  <a:cubicBezTo>
                    <a:pt x="2062" y="37"/>
                    <a:pt x="1827" y="37"/>
                    <a:pt x="1592" y="37"/>
                  </a:cubicBezTo>
                  <a:cubicBezTo>
                    <a:pt x="914" y="63"/>
                    <a:pt x="26" y="167"/>
                    <a:pt x="0" y="1002"/>
                  </a:cubicBezTo>
                  <a:cubicBezTo>
                    <a:pt x="0" y="1446"/>
                    <a:pt x="0" y="1890"/>
                    <a:pt x="0" y="2307"/>
                  </a:cubicBezTo>
                  <a:lnTo>
                    <a:pt x="0" y="2907"/>
                  </a:lnTo>
                  <a:cubicBezTo>
                    <a:pt x="26" y="3429"/>
                    <a:pt x="26" y="3951"/>
                    <a:pt x="26" y="4499"/>
                  </a:cubicBezTo>
                  <a:cubicBezTo>
                    <a:pt x="52" y="5595"/>
                    <a:pt x="79" y="6743"/>
                    <a:pt x="79" y="7866"/>
                  </a:cubicBezTo>
                  <a:cubicBezTo>
                    <a:pt x="79" y="8205"/>
                    <a:pt x="52" y="8857"/>
                    <a:pt x="600" y="9014"/>
                  </a:cubicBezTo>
                  <a:cubicBezTo>
                    <a:pt x="811" y="9052"/>
                    <a:pt x="1007" y="9076"/>
                    <a:pt x="1209" y="9076"/>
                  </a:cubicBezTo>
                  <a:cubicBezTo>
                    <a:pt x="1284" y="9076"/>
                    <a:pt x="1359" y="9073"/>
                    <a:pt x="1436" y="9066"/>
                  </a:cubicBezTo>
                  <a:lnTo>
                    <a:pt x="6289" y="9014"/>
                  </a:lnTo>
                  <a:cubicBezTo>
                    <a:pt x="6376" y="9014"/>
                    <a:pt x="6463" y="9002"/>
                    <a:pt x="6574" y="9002"/>
                  </a:cubicBezTo>
                  <a:cubicBezTo>
                    <a:pt x="6629" y="9002"/>
                    <a:pt x="6690" y="9005"/>
                    <a:pt x="6759" y="9014"/>
                  </a:cubicBezTo>
                  <a:cubicBezTo>
                    <a:pt x="6968" y="9040"/>
                    <a:pt x="7203" y="9040"/>
                    <a:pt x="7438" y="9040"/>
                  </a:cubicBezTo>
                  <a:lnTo>
                    <a:pt x="7438" y="9014"/>
                  </a:lnTo>
                  <a:cubicBezTo>
                    <a:pt x="8116" y="9014"/>
                    <a:pt x="9003" y="8909"/>
                    <a:pt x="9029" y="8074"/>
                  </a:cubicBezTo>
                  <a:cubicBezTo>
                    <a:pt x="9056" y="7631"/>
                    <a:pt x="9029" y="7187"/>
                    <a:pt x="9029" y="6770"/>
                  </a:cubicBezTo>
                  <a:lnTo>
                    <a:pt x="9029" y="6169"/>
                  </a:lnTo>
                  <a:cubicBezTo>
                    <a:pt x="9029" y="5647"/>
                    <a:pt x="9003" y="5099"/>
                    <a:pt x="9003" y="4577"/>
                  </a:cubicBezTo>
                  <a:cubicBezTo>
                    <a:pt x="8977" y="3481"/>
                    <a:pt x="8977" y="2333"/>
                    <a:pt x="8977" y="1237"/>
                  </a:cubicBezTo>
                  <a:cubicBezTo>
                    <a:pt x="8977" y="872"/>
                    <a:pt x="8977" y="219"/>
                    <a:pt x="8429" y="89"/>
                  </a:cubicBezTo>
                  <a:cubicBezTo>
                    <a:pt x="8234" y="30"/>
                    <a:pt x="8023" y="1"/>
                    <a:pt x="78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9"/>
            <p:cNvSpPr/>
            <p:nvPr/>
          </p:nvSpPr>
          <p:spPr>
            <a:xfrm>
              <a:off x="836904" y="1715727"/>
              <a:ext cx="343148" cy="341466"/>
            </a:xfrm>
            <a:custGeom>
              <a:rect b="b" l="l" r="r" t="t"/>
              <a:pathLst>
                <a:path extrusionOk="0" h="6701" w="6734">
                  <a:moveTo>
                    <a:pt x="4329" y="1"/>
                  </a:moveTo>
                  <a:cubicBezTo>
                    <a:pt x="4326" y="1"/>
                    <a:pt x="4319" y="7"/>
                    <a:pt x="4306" y="20"/>
                  </a:cubicBezTo>
                  <a:lnTo>
                    <a:pt x="2297" y="20"/>
                  </a:lnTo>
                  <a:cubicBezTo>
                    <a:pt x="2297" y="20"/>
                    <a:pt x="2297" y="46"/>
                    <a:pt x="2297" y="46"/>
                  </a:cubicBezTo>
                  <a:lnTo>
                    <a:pt x="2323" y="2238"/>
                  </a:lnTo>
                  <a:cubicBezTo>
                    <a:pt x="2323" y="2291"/>
                    <a:pt x="2297" y="2343"/>
                    <a:pt x="2245" y="2343"/>
                  </a:cubicBezTo>
                  <a:lnTo>
                    <a:pt x="53" y="2369"/>
                  </a:lnTo>
                  <a:lnTo>
                    <a:pt x="0" y="2369"/>
                  </a:lnTo>
                  <a:cubicBezTo>
                    <a:pt x="0" y="2369"/>
                    <a:pt x="0" y="2395"/>
                    <a:pt x="0" y="2395"/>
                  </a:cubicBezTo>
                  <a:cubicBezTo>
                    <a:pt x="27" y="3047"/>
                    <a:pt x="27" y="3726"/>
                    <a:pt x="27" y="4378"/>
                  </a:cubicBezTo>
                  <a:cubicBezTo>
                    <a:pt x="27" y="4378"/>
                    <a:pt x="27" y="4404"/>
                    <a:pt x="27" y="4404"/>
                  </a:cubicBezTo>
                  <a:lnTo>
                    <a:pt x="79" y="4404"/>
                  </a:lnTo>
                  <a:lnTo>
                    <a:pt x="2271" y="4378"/>
                  </a:lnTo>
                  <a:cubicBezTo>
                    <a:pt x="2323" y="4378"/>
                    <a:pt x="2349" y="4430"/>
                    <a:pt x="2349" y="4483"/>
                  </a:cubicBezTo>
                  <a:lnTo>
                    <a:pt x="2375" y="6675"/>
                  </a:lnTo>
                  <a:cubicBezTo>
                    <a:pt x="2375" y="6675"/>
                    <a:pt x="2375" y="6675"/>
                    <a:pt x="2375" y="6701"/>
                  </a:cubicBezTo>
                  <a:lnTo>
                    <a:pt x="2401" y="6701"/>
                  </a:lnTo>
                  <a:lnTo>
                    <a:pt x="2427" y="6675"/>
                  </a:lnTo>
                  <a:lnTo>
                    <a:pt x="4437" y="6675"/>
                  </a:lnTo>
                  <a:cubicBezTo>
                    <a:pt x="4437" y="6675"/>
                    <a:pt x="4437" y="6675"/>
                    <a:pt x="4437" y="6649"/>
                  </a:cubicBezTo>
                  <a:lnTo>
                    <a:pt x="4411" y="4457"/>
                  </a:lnTo>
                  <a:cubicBezTo>
                    <a:pt x="4411" y="4404"/>
                    <a:pt x="4437" y="4378"/>
                    <a:pt x="4489" y="4378"/>
                  </a:cubicBezTo>
                  <a:lnTo>
                    <a:pt x="6681" y="4352"/>
                  </a:lnTo>
                  <a:lnTo>
                    <a:pt x="6707" y="4352"/>
                  </a:lnTo>
                  <a:cubicBezTo>
                    <a:pt x="6733" y="4326"/>
                    <a:pt x="6733" y="4326"/>
                    <a:pt x="6707" y="4326"/>
                  </a:cubicBezTo>
                  <a:cubicBezTo>
                    <a:pt x="6707" y="3648"/>
                    <a:pt x="6707" y="2995"/>
                    <a:pt x="6707" y="2343"/>
                  </a:cubicBezTo>
                  <a:cubicBezTo>
                    <a:pt x="6707" y="2317"/>
                    <a:pt x="6681" y="2291"/>
                    <a:pt x="6655" y="2291"/>
                  </a:cubicBezTo>
                  <a:lnTo>
                    <a:pt x="4463" y="2317"/>
                  </a:lnTo>
                  <a:cubicBezTo>
                    <a:pt x="4411" y="2317"/>
                    <a:pt x="4385" y="2291"/>
                    <a:pt x="4358" y="2238"/>
                  </a:cubicBezTo>
                  <a:lnTo>
                    <a:pt x="4332" y="46"/>
                  </a:lnTo>
                  <a:cubicBezTo>
                    <a:pt x="4358" y="20"/>
                    <a:pt x="4358" y="20"/>
                    <a:pt x="4332" y="20"/>
                  </a:cubicBezTo>
                  <a:cubicBezTo>
                    <a:pt x="4332" y="7"/>
                    <a:pt x="4332" y="1"/>
                    <a:pt x="432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9"/>
            <p:cNvSpPr/>
            <p:nvPr/>
          </p:nvSpPr>
          <p:spPr>
            <a:xfrm>
              <a:off x="1380784" y="1636690"/>
              <a:ext cx="1262013" cy="112005"/>
            </a:xfrm>
            <a:custGeom>
              <a:rect b="b" l="l" r="r" t="t"/>
              <a:pathLst>
                <a:path extrusionOk="0" h="2198" w="24766">
                  <a:moveTo>
                    <a:pt x="24167" y="0"/>
                  </a:moveTo>
                  <a:cubicBezTo>
                    <a:pt x="24141" y="0"/>
                    <a:pt x="24114" y="2"/>
                    <a:pt x="24087" y="5"/>
                  </a:cubicBezTo>
                  <a:lnTo>
                    <a:pt x="23800" y="5"/>
                  </a:lnTo>
                  <a:lnTo>
                    <a:pt x="705" y="293"/>
                  </a:lnTo>
                  <a:cubicBezTo>
                    <a:pt x="444" y="293"/>
                    <a:pt x="27" y="319"/>
                    <a:pt x="27" y="736"/>
                  </a:cubicBezTo>
                  <a:lnTo>
                    <a:pt x="27" y="1101"/>
                  </a:lnTo>
                  <a:lnTo>
                    <a:pt x="27" y="1258"/>
                  </a:lnTo>
                  <a:cubicBezTo>
                    <a:pt x="27" y="1310"/>
                    <a:pt x="27" y="1362"/>
                    <a:pt x="27" y="1415"/>
                  </a:cubicBezTo>
                  <a:cubicBezTo>
                    <a:pt x="1" y="1571"/>
                    <a:pt x="27" y="1754"/>
                    <a:pt x="53" y="1910"/>
                  </a:cubicBezTo>
                  <a:cubicBezTo>
                    <a:pt x="157" y="2198"/>
                    <a:pt x="470" y="2198"/>
                    <a:pt x="705" y="2198"/>
                  </a:cubicBezTo>
                  <a:lnTo>
                    <a:pt x="24035" y="1910"/>
                  </a:lnTo>
                  <a:cubicBezTo>
                    <a:pt x="24322" y="1910"/>
                    <a:pt x="24713" y="1884"/>
                    <a:pt x="24713" y="1467"/>
                  </a:cubicBezTo>
                  <a:lnTo>
                    <a:pt x="24713" y="1049"/>
                  </a:lnTo>
                  <a:lnTo>
                    <a:pt x="24713" y="867"/>
                  </a:lnTo>
                  <a:lnTo>
                    <a:pt x="24713" y="736"/>
                  </a:lnTo>
                  <a:cubicBezTo>
                    <a:pt x="24766" y="553"/>
                    <a:pt x="24713" y="345"/>
                    <a:pt x="24635" y="188"/>
                  </a:cubicBezTo>
                  <a:cubicBezTo>
                    <a:pt x="24499" y="74"/>
                    <a:pt x="24343" y="0"/>
                    <a:pt x="241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9"/>
            <p:cNvSpPr/>
            <p:nvPr/>
          </p:nvSpPr>
          <p:spPr>
            <a:xfrm>
              <a:off x="1383433" y="1817797"/>
              <a:ext cx="1262013" cy="110425"/>
            </a:xfrm>
            <a:custGeom>
              <a:rect b="b" l="l" r="r" t="t"/>
              <a:pathLst>
                <a:path extrusionOk="0" h="2167" w="24766">
                  <a:moveTo>
                    <a:pt x="24061" y="0"/>
                  </a:moveTo>
                  <a:lnTo>
                    <a:pt x="914" y="288"/>
                  </a:lnTo>
                  <a:lnTo>
                    <a:pt x="627" y="288"/>
                  </a:lnTo>
                  <a:cubicBezTo>
                    <a:pt x="418" y="288"/>
                    <a:pt x="184" y="314"/>
                    <a:pt x="105" y="470"/>
                  </a:cubicBezTo>
                  <a:cubicBezTo>
                    <a:pt x="27" y="653"/>
                    <a:pt x="1" y="836"/>
                    <a:pt x="27" y="1044"/>
                  </a:cubicBezTo>
                  <a:lnTo>
                    <a:pt x="27" y="1175"/>
                  </a:lnTo>
                  <a:lnTo>
                    <a:pt x="27" y="1331"/>
                  </a:lnTo>
                  <a:cubicBezTo>
                    <a:pt x="27" y="1488"/>
                    <a:pt x="27" y="1618"/>
                    <a:pt x="27" y="1749"/>
                  </a:cubicBezTo>
                  <a:cubicBezTo>
                    <a:pt x="79" y="2166"/>
                    <a:pt x="445" y="2166"/>
                    <a:pt x="732" y="2166"/>
                  </a:cubicBezTo>
                  <a:lnTo>
                    <a:pt x="24061" y="1879"/>
                  </a:lnTo>
                  <a:cubicBezTo>
                    <a:pt x="24322" y="1879"/>
                    <a:pt x="24740" y="1853"/>
                    <a:pt x="24740" y="1436"/>
                  </a:cubicBezTo>
                  <a:lnTo>
                    <a:pt x="24740" y="1070"/>
                  </a:lnTo>
                  <a:lnTo>
                    <a:pt x="24740" y="940"/>
                  </a:lnTo>
                  <a:lnTo>
                    <a:pt x="24740" y="757"/>
                  </a:lnTo>
                  <a:cubicBezTo>
                    <a:pt x="24766" y="601"/>
                    <a:pt x="24740" y="444"/>
                    <a:pt x="24714" y="261"/>
                  </a:cubicBezTo>
                  <a:cubicBezTo>
                    <a:pt x="24583" y="0"/>
                    <a:pt x="24296" y="0"/>
                    <a:pt x="240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9"/>
            <p:cNvSpPr/>
            <p:nvPr/>
          </p:nvSpPr>
          <p:spPr>
            <a:xfrm>
              <a:off x="1384758" y="2005324"/>
              <a:ext cx="627745" cy="103749"/>
            </a:xfrm>
            <a:custGeom>
              <a:rect b="b" l="l" r="r" t="t"/>
              <a:pathLst>
                <a:path extrusionOk="0" h="2036" w="12319">
                  <a:moveTo>
                    <a:pt x="11457" y="0"/>
                  </a:moveTo>
                  <a:lnTo>
                    <a:pt x="732" y="130"/>
                  </a:lnTo>
                  <a:cubicBezTo>
                    <a:pt x="445" y="130"/>
                    <a:pt x="27" y="130"/>
                    <a:pt x="27" y="574"/>
                  </a:cubicBezTo>
                  <a:lnTo>
                    <a:pt x="27" y="966"/>
                  </a:lnTo>
                  <a:lnTo>
                    <a:pt x="27" y="1148"/>
                  </a:lnTo>
                  <a:lnTo>
                    <a:pt x="27" y="1305"/>
                  </a:lnTo>
                  <a:cubicBezTo>
                    <a:pt x="1" y="1487"/>
                    <a:pt x="27" y="1670"/>
                    <a:pt x="131" y="1853"/>
                  </a:cubicBezTo>
                  <a:cubicBezTo>
                    <a:pt x="262" y="1983"/>
                    <a:pt x="471" y="2035"/>
                    <a:pt x="653" y="2035"/>
                  </a:cubicBezTo>
                  <a:lnTo>
                    <a:pt x="888" y="2035"/>
                  </a:lnTo>
                  <a:lnTo>
                    <a:pt x="11405" y="1905"/>
                  </a:lnTo>
                  <a:lnTo>
                    <a:pt x="11666" y="1905"/>
                  </a:lnTo>
                  <a:cubicBezTo>
                    <a:pt x="11901" y="1879"/>
                    <a:pt x="12214" y="1853"/>
                    <a:pt x="12266" y="1592"/>
                  </a:cubicBezTo>
                  <a:cubicBezTo>
                    <a:pt x="12292" y="1409"/>
                    <a:pt x="12318" y="1253"/>
                    <a:pt x="12292" y="1070"/>
                  </a:cubicBezTo>
                  <a:lnTo>
                    <a:pt x="12292" y="939"/>
                  </a:lnTo>
                  <a:lnTo>
                    <a:pt x="12292" y="757"/>
                  </a:lnTo>
                  <a:cubicBezTo>
                    <a:pt x="12318" y="600"/>
                    <a:pt x="12292" y="444"/>
                    <a:pt x="12266" y="261"/>
                  </a:cubicBezTo>
                  <a:cubicBezTo>
                    <a:pt x="12162" y="26"/>
                    <a:pt x="11901" y="0"/>
                    <a:pt x="116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9"/>
            <p:cNvSpPr/>
            <p:nvPr/>
          </p:nvSpPr>
          <p:spPr>
            <a:xfrm>
              <a:off x="785028" y="2255326"/>
              <a:ext cx="461522" cy="461981"/>
            </a:xfrm>
            <a:custGeom>
              <a:rect b="b" l="l" r="r" t="t"/>
              <a:pathLst>
                <a:path extrusionOk="0" h="9066" w="9057">
                  <a:moveTo>
                    <a:pt x="5611" y="992"/>
                  </a:moveTo>
                  <a:cubicBezTo>
                    <a:pt x="5664" y="992"/>
                    <a:pt x="5690" y="1018"/>
                    <a:pt x="5690" y="1070"/>
                  </a:cubicBezTo>
                  <a:lnTo>
                    <a:pt x="5716" y="3262"/>
                  </a:lnTo>
                  <a:cubicBezTo>
                    <a:pt x="5716" y="3288"/>
                    <a:pt x="5742" y="3314"/>
                    <a:pt x="5768" y="3314"/>
                  </a:cubicBezTo>
                  <a:lnTo>
                    <a:pt x="7960" y="3288"/>
                  </a:lnTo>
                  <a:cubicBezTo>
                    <a:pt x="7986" y="3288"/>
                    <a:pt x="8012" y="3288"/>
                    <a:pt x="8012" y="3314"/>
                  </a:cubicBezTo>
                  <a:cubicBezTo>
                    <a:pt x="8038" y="3340"/>
                    <a:pt x="8038" y="3340"/>
                    <a:pt x="8038" y="3366"/>
                  </a:cubicBezTo>
                  <a:cubicBezTo>
                    <a:pt x="8064" y="4123"/>
                    <a:pt x="8064" y="4880"/>
                    <a:pt x="8064" y="5611"/>
                  </a:cubicBezTo>
                  <a:cubicBezTo>
                    <a:pt x="8090" y="5637"/>
                    <a:pt x="8064" y="5663"/>
                    <a:pt x="8038" y="5689"/>
                  </a:cubicBezTo>
                  <a:cubicBezTo>
                    <a:pt x="8038" y="5715"/>
                    <a:pt x="8012" y="5715"/>
                    <a:pt x="7986" y="5715"/>
                  </a:cubicBezTo>
                  <a:lnTo>
                    <a:pt x="5794" y="5741"/>
                  </a:lnTo>
                  <a:cubicBezTo>
                    <a:pt x="5768" y="5741"/>
                    <a:pt x="5742" y="5767"/>
                    <a:pt x="5742" y="5767"/>
                  </a:cubicBezTo>
                  <a:lnTo>
                    <a:pt x="5768" y="7985"/>
                  </a:lnTo>
                  <a:cubicBezTo>
                    <a:pt x="5794" y="8038"/>
                    <a:pt x="5742" y="8064"/>
                    <a:pt x="5690" y="8064"/>
                  </a:cubicBezTo>
                  <a:lnTo>
                    <a:pt x="4568" y="8064"/>
                  </a:lnTo>
                  <a:lnTo>
                    <a:pt x="3445" y="8090"/>
                  </a:lnTo>
                  <a:cubicBezTo>
                    <a:pt x="3419" y="8090"/>
                    <a:pt x="3393" y="8090"/>
                    <a:pt x="3393" y="8064"/>
                  </a:cubicBezTo>
                  <a:cubicBezTo>
                    <a:pt x="3367" y="8038"/>
                    <a:pt x="3341" y="8011"/>
                    <a:pt x="3341" y="7985"/>
                  </a:cubicBezTo>
                  <a:lnTo>
                    <a:pt x="3315" y="5793"/>
                  </a:lnTo>
                  <a:cubicBezTo>
                    <a:pt x="3315" y="5793"/>
                    <a:pt x="3315" y="5767"/>
                    <a:pt x="3289" y="5767"/>
                  </a:cubicBezTo>
                  <a:lnTo>
                    <a:pt x="1097" y="5793"/>
                  </a:lnTo>
                  <a:cubicBezTo>
                    <a:pt x="1071" y="5793"/>
                    <a:pt x="1045" y="5793"/>
                    <a:pt x="1018" y="5767"/>
                  </a:cubicBezTo>
                  <a:cubicBezTo>
                    <a:pt x="1018" y="5741"/>
                    <a:pt x="992" y="5715"/>
                    <a:pt x="992" y="5689"/>
                  </a:cubicBezTo>
                  <a:cubicBezTo>
                    <a:pt x="992" y="4958"/>
                    <a:pt x="992" y="4201"/>
                    <a:pt x="966" y="3445"/>
                  </a:cubicBezTo>
                  <a:cubicBezTo>
                    <a:pt x="966" y="3419"/>
                    <a:pt x="966" y="3419"/>
                    <a:pt x="992" y="3393"/>
                  </a:cubicBezTo>
                  <a:cubicBezTo>
                    <a:pt x="1018" y="3366"/>
                    <a:pt x="1045" y="3366"/>
                    <a:pt x="1071" y="3366"/>
                  </a:cubicBezTo>
                  <a:lnTo>
                    <a:pt x="3263" y="3340"/>
                  </a:lnTo>
                  <a:cubicBezTo>
                    <a:pt x="3263" y="3340"/>
                    <a:pt x="3289" y="3314"/>
                    <a:pt x="3289" y="3288"/>
                  </a:cubicBezTo>
                  <a:lnTo>
                    <a:pt x="3263" y="1096"/>
                  </a:lnTo>
                  <a:cubicBezTo>
                    <a:pt x="3263" y="1053"/>
                    <a:pt x="3298" y="1011"/>
                    <a:pt x="3339" y="1011"/>
                  </a:cubicBezTo>
                  <a:cubicBezTo>
                    <a:pt x="3348" y="1011"/>
                    <a:pt x="3358" y="1013"/>
                    <a:pt x="3367" y="1018"/>
                  </a:cubicBezTo>
                  <a:lnTo>
                    <a:pt x="4489" y="992"/>
                  </a:lnTo>
                  <a:close/>
                  <a:moveTo>
                    <a:pt x="7621" y="0"/>
                  </a:moveTo>
                  <a:lnTo>
                    <a:pt x="2767" y="78"/>
                  </a:lnTo>
                  <a:lnTo>
                    <a:pt x="2297" y="78"/>
                  </a:lnTo>
                  <a:cubicBezTo>
                    <a:pt x="2088" y="52"/>
                    <a:pt x="1854" y="52"/>
                    <a:pt x="1593" y="52"/>
                  </a:cubicBezTo>
                  <a:cubicBezTo>
                    <a:pt x="940" y="52"/>
                    <a:pt x="53" y="183"/>
                    <a:pt x="27" y="992"/>
                  </a:cubicBezTo>
                  <a:cubicBezTo>
                    <a:pt x="1" y="1435"/>
                    <a:pt x="27" y="1879"/>
                    <a:pt x="27" y="2296"/>
                  </a:cubicBezTo>
                  <a:lnTo>
                    <a:pt x="27" y="2897"/>
                  </a:lnTo>
                  <a:cubicBezTo>
                    <a:pt x="27" y="3419"/>
                    <a:pt x="53" y="3967"/>
                    <a:pt x="53" y="4489"/>
                  </a:cubicBezTo>
                  <a:cubicBezTo>
                    <a:pt x="79" y="5585"/>
                    <a:pt x="79" y="6733"/>
                    <a:pt x="79" y="7855"/>
                  </a:cubicBezTo>
                  <a:cubicBezTo>
                    <a:pt x="79" y="8194"/>
                    <a:pt x="79" y="8847"/>
                    <a:pt x="627" y="9003"/>
                  </a:cubicBezTo>
                  <a:cubicBezTo>
                    <a:pt x="818" y="9041"/>
                    <a:pt x="1023" y="9066"/>
                    <a:pt x="1222" y="9066"/>
                  </a:cubicBezTo>
                  <a:cubicBezTo>
                    <a:pt x="1294" y="9066"/>
                    <a:pt x="1366" y="9062"/>
                    <a:pt x="1436" y="9055"/>
                  </a:cubicBezTo>
                  <a:lnTo>
                    <a:pt x="6290" y="9003"/>
                  </a:lnTo>
                  <a:cubicBezTo>
                    <a:pt x="6394" y="9003"/>
                    <a:pt x="6475" y="8992"/>
                    <a:pt x="6580" y="8992"/>
                  </a:cubicBezTo>
                  <a:cubicBezTo>
                    <a:pt x="6632" y="8992"/>
                    <a:pt x="6690" y="8994"/>
                    <a:pt x="6760" y="9003"/>
                  </a:cubicBezTo>
                  <a:cubicBezTo>
                    <a:pt x="6994" y="9029"/>
                    <a:pt x="7229" y="9029"/>
                    <a:pt x="7464" y="9029"/>
                  </a:cubicBezTo>
                  <a:cubicBezTo>
                    <a:pt x="8117" y="9003"/>
                    <a:pt x="9004" y="8899"/>
                    <a:pt x="9030" y="8064"/>
                  </a:cubicBezTo>
                  <a:cubicBezTo>
                    <a:pt x="9056" y="7646"/>
                    <a:pt x="9030" y="7203"/>
                    <a:pt x="9030" y="6785"/>
                  </a:cubicBezTo>
                  <a:lnTo>
                    <a:pt x="9030" y="6185"/>
                  </a:lnTo>
                  <a:cubicBezTo>
                    <a:pt x="9030" y="5637"/>
                    <a:pt x="9004" y="5115"/>
                    <a:pt x="9004" y="4567"/>
                  </a:cubicBezTo>
                  <a:cubicBezTo>
                    <a:pt x="8978" y="3471"/>
                    <a:pt x="8978" y="2349"/>
                    <a:pt x="8978" y="1227"/>
                  </a:cubicBezTo>
                  <a:cubicBezTo>
                    <a:pt x="8978" y="887"/>
                    <a:pt x="8978" y="235"/>
                    <a:pt x="8430" y="78"/>
                  </a:cubicBezTo>
                  <a:cubicBezTo>
                    <a:pt x="8169" y="26"/>
                    <a:pt x="7908" y="0"/>
                    <a:pt x="76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9"/>
            <p:cNvSpPr/>
            <p:nvPr/>
          </p:nvSpPr>
          <p:spPr>
            <a:xfrm>
              <a:off x="846229" y="2316476"/>
              <a:ext cx="341772" cy="340447"/>
            </a:xfrm>
            <a:custGeom>
              <a:rect b="b" l="l" r="r" t="t"/>
              <a:pathLst>
                <a:path extrusionOk="0" h="6681" w="6707">
                  <a:moveTo>
                    <a:pt x="2297" y="0"/>
                  </a:moveTo>
                  <a:cubicBezTo>
                    <a:pt x="2297" y="0"/>
                    <a:pt x="2297" y="27"/>
                    <a:pt x="2297" y="27"/>
                  </a:cubicBezTo>
                  <a:lnTo>
                    <a:pt x="2323" y="2219"/>
                  </a:lnTo>
                  <a:cubicBezTo>
                    <a:pt x="2323" y="2271"/>
                    <a:pt x="2297" y="2297"/>
                    <a:pt x="2244" y="2323"/>
                  </a:cubicBezTo>
                  <a:lnTo>
                    <a:pt x="52" y="2349"/>
                  </a:lnTo>
                  <a:cubicBezTo>
                    <a:pt x="26" y="2349"/>
                    <a:pt x="0" y="2349"/>
                    <a:pt x="0" y="2375"/>
                  </a:cubicBezTo>
                  <a:cubicBezTo>
                    <a:pt x="26" y="3054"/>
                    <a:pt x="26" y="3706"/>
                    <a:pt x="26" y="4358"/>
                  </a:cubicBezTo>
                  <a:cubicBezTo>
                    <a:pt x="26" y="4358"/>
                    <a:pt x="26" y="4385"/>
                    <a:pt x="26" y="4385"/>
                  </a:cubicBezTo>
                  <a:lnTo>
                    <a:pt x="52" y="4385"/>
                  </a:lnTo>
                  <a:lnTo>
                    <a:pt x="2244" y="4358"/>
                  </a:lnTo>
                  <a:cubicBezTo>
                    <a:pt x="2297" y="4358"/>
                    <a:pt x="2349" y="4411"/>
                    <a:pt x="2349" y="4463"/>
                  </a:cubicBezTo>
                  <a:lnTo>
                    <a:pt x="2375" y="6655"/>
                  </a:lnTo>
                  <a:cubicBezTo>
                    <a:pt x="2375" y="6655"/>
                    <a:pt x="2375" y="6681"/>
                    <a:pt x="2375" y="6681"/>
                  </a:cubicBezTo>
                  <a:lnTo>
                    <a:pt x="4410" y="6681"/>
                  </a:lnTo>
                  <a:cubicBezTo>
                    <a:pt x="4410" y="6655"/>
                    <a:pt x="4410" y="6655"/>
                    <a:pt x="4410" y="6655"/>
                  </a:cubicBezTo>
                  <a:lnTo>
                    <a:pt x="4384" y="4463"/>
                  </a:lnTo>
                  <a:cubicBezTo>
                    <a:pt x="4384" y="4411"/>
                    <a:pt x="4436" y="4358"/>
                    <a:pt x="4489" y="4358"/>
                  </a:cubicBezTo>
                  <a:lnTo>
                    <a:pt x="6681" y="4332"/>
                  </a:lnTo>
                  <a:lnTo>
                    <a:pt x="6707" y="4332"/>
                  </a:lnTo>
                  <a:cubicBezTo>
                    <a:pt x="6707" y="4332"/>
                    <a:pt x="6707" y="4306"/>
                    <a:pt x="6707" y="4306"/>
                  </a:cubicBezTo>
                  <a:cubicBezTo>
                    <a:pt x="6681" y="3654"/>
                    <a:pt x="6681" y="2975"/>
                    <a:pt x="6681" y="2323"/>
                  </a:cubicBezTo>
                  <a:cubicBezTo>
                    <a:pt x="6681" y="2297"/>
                    <a:pt x="6655" y="2271"/>
                    <a:pt x="6629" y="2271"/>
                  </a:cubicBezTo>
                  <a:lnTo>
                    <a:pt x="4436" y="2323"/>
                  </a:lnTo>
                  <a:cubicBezTo>
                    <a:pt x="4384" y="2297"/>
                    <a:pt x="4358" y="2271"/>
                    <a:pt x="4358" y="2219"/>
                  </a:cubicBezTo>
                  <a:lnTo>
                    <a:pt x="4332" y="27"/>
                  </a:lnTo>
                  <a:cubicBezTo>
                    <a:pt x="4332" y="27"/>
                    <a:pt x="4332" y="0"/>
                    <a:pt x="433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9"/>
            <p:cNvSpPr/>
            <p:nvPr/>
          </p:nvSpPr>
          <p:spPr>
            <a:xfrm>
              <a:off x="1388784" y="2237746"/>
              <a:ext cx="1260689" cy="112005"/>
            </a:xfrm>
            <a:custGeom>
              <a:rect b="b" l="l" r="r" t="t"/>
              <a:pathLst>
                <a:path extrusionOk="0" h="2198" w="24740">
                  <a:moveTo>
                    <a:pt x="24166" y="1"/>
                  </a:moveTo>
                  <a:cubicBezTo>
                    <a:pt x="24140" y="1"/>
                    <a:pt x="24114" y="2"/>
                    <a:pt x="24087" y="6"/>
                  </a:cubicBezTo>
                  <a:lnTo>
                    <a:pt x="23800" y="6"/>
                  </a:lnTo>
                  <a:lnTo>
                    <a:pt x="705" y="293"/>
                  </a:lnTo>
                  <a:cubicBezTo>
                    <a:pt x="444" y="319"/>
                    <a:pt x="26" y="319"/>
                    <a:pt x="0" y="763"/>
                  </a:cubicBezTo>
                  <a:lnTo>
                    <a:pt x="0" y="1102"/>
                  </a:lnTo>
                  <a:lnTo>
                    <a:pt x="0" y="1258"/>
                  </a:lnTo>
                  <a:cubicBezTo>
                    <a:pt x="0" y="1311"/>
                    <a:pt x="0" y="1363"/>
                    <a:pt x="0" y="1415"/>
                  </a:cubicBezTo>
                  <a:cubicBezTo>
                    <a:pt x="0" y="1572"/>
                    <a:pt x="0" y="1754"/>
                    <a:pt x="52" y="1911"/>
                  </a:cubicBezTo>
                  <a:cubicBezTo>
                    <a:pt x="157" y="2198"/>
                    <a:pt x="444" y="2198"/>
                    <a:pt x="679" y="2198"/>
                  </a:cubicBezTo>
                  <a:lnTo>
                    <a:pt x="24035" y="1911"/>
                  </a:lnTo>
                  <a:cubicBezTo>
                    <a:pt x="24295" y="1911"/>
                    <a:pt x="24713" y="1885"/>
                    <a:pt x="24713" y="1467"/>
                  </a:cubicBezTo>
                  <a:lnTo>
                    <a:pt x="24713" y="1050"/>
                  </a:lnTo>
                  <a:lnTo>
                    <a:pt x="24713" y="867"/>
                  </a:lnTo>
                  <a:lnTo>
                    <a:pt x="24713" y="736"/>
                  </a:lnTo>
                  <a:cubicBezTo>
                    <a:pt x="24739" y="554"/>
                    <a:pt x="24713" y="345"/>
                    <a:pt x="24635" y="188"/>
                  </a:cubicBezTo>
                  <a:cubicBezTo>
                    <a:pt x="24498" y="75"/>
                    <a:pt x="24342" y="1"/>
                    <a:pt x="24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9"/>
            <p:cNvSpPr/>
            <p:nvPr/>
          </p:nvSpPr>
          <p:spPr>
            <a:xfrm>
              <a:off x="1391434" y="2417527"/>
              <a:ext cx="1260689" cy="111750"/>
            </a:xfrm>
            <a:custGeom>
              <a:rect b="b" l="l" r="r" t="t"/>
              <a:pathLst>
                <a:path extrusionOk="0" h="2193" w="24740">
                  <a:moveTo>
                    <a:pt x="24061" y="1"/>
                  </a:moveTo>
                  <a:lnTo>
                    <a:pt x="888" y="288"/>
                  </a:lnTo>
                  <a:lnTo>
                    <a:pt x="601" y="288"/>
                  </a:lnTo>
                  <a:cubicBezTo>
                    <a:pt x="418" y="288"/>
                    <a:pt x="183" y="314"/>
                    <a:pt x="79" y="497"/>
                  </a:cubicBezTo>
                  <a:cubicBezTo>
                    <a:pt x="27" y="679"/>
                    <a:pt x="0" y="862"/>
                    <a:pt x="27" y="1045"/>
                  </a:cubicBezTo>
                  <a:lnTo>
                    <a:pt x="27" y="1175"/>
                  </a:lnTo>
                  <a:lnTo>
                    <a:pt x="27" y="1358"/>
                  </a:lnTo>
                  <a:cubicBezTo>
                    <a:pt x="0" y="1488"/>
                    <a:pt x="0" y="1619"/>
                    <a:pt x="27" y="1775"/>
                  </a:cubicBezTo>
                  <a:cubicBezTo>
                    <a:pt x="79" y="2193"/>
                    <a:pt x="418" y="2193"/>
                    <a:pt x="705" y="2193"/>
                  </a:cubicBezTo>
                  <a:lnTo>
                    <a:pt x="24035" y="1906"/>
                  </a:lnTo>
                  <a:cubicBezTo>
                    <a:pt x="24322" y="1906"/>
                    <a:pt x="24713" y="1880"/>
                    <a:pt x="24739" y="1462"/>
                  </a:cubicBezTo>
                  <a:lnTo>
                    <a:pt x="24739" y="1097"/>
                  </a:lnTo>
                  <a:lnTo>
                    <a:pt x="24739" y="940"/>
                  </a:lnTo>
                  <a:lnTo>
                    <a:pt x="24739" y="784"/>
                  </a:lnTo>
                  <a:cubicBezTo>
                    <a:pt x="24739" y="627"/>
                    <a:pt x="24739" y="444"/>
                    <a:pt x="24687" y="288"/>
                  </a:cubicBezTo>
                  <a:cubicBezTo>
                    <a:pt x="24583" y="1"/>
                    <a:pt x="24296" y="1"/>
                    <a:pt x="240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9"/>
            <p:cNvSpPr/>
            <p:nvPr/>
          </p:nvSpPr>
          <p:spPr>
            <a:xfrm>
              <a:off x="1392759" y="2605054"/>
              <a:ext cx="627694" cy="104106"/>
            </a:xfrm>
            <a:custGeom>
              <a:rect b="b" l="l" r="r" t="t"/>
              <a:pathLst>
                <a:path extrusionOk="0" h="2043" w="12318">
                  <a:moveTo>
                    <a:pt x="11457" y="0"/>
                  </a:moveTo>
                  <a:lnTo>
                    <a:pt x="731" y="157"/>
                  </a:lnTo>
                  <a:cubicBezTo>
                    <a:pt x="444" y="157"/>
                    <a:pt x="53" y="157"/>
                    <a:pt x="27" y="600"/>
                  </a:cubicBezTo>
                  <a:lnTo>
                    <a:pt x="27" y="992"/>
                  </a:lnTo>
                  <a:lnTo>
                    <a:pt x="27" y="1175"/>
                  </a:lnTo>
                  <a:cubicBezTo>
                    <a:pt x="27" y="1227"/>
                    <a:pt x="27" y="1279"/>
                    <a:pt x="27" y="1331"/>
                  </a:cubicBezTo>
                  <a:cubicBezTo>
                    <a:pt x="1" y="1514"/>
                    <a:pt x="53" y="1696"/>
                    <a:pt x="131" y="1879"/>
                  </a:cubicBezTo>
                  <a:cubicBezTo>
                    <a:pt x="240" y="1988"/>
                    <a:pt x="403" y="2042"/>
                    <a:pt x="560" y="2042"/>
                  </a:cubicBezTo>
                  <a:cubicBezTo>
                    <a:pt x="591" y="2042"/>
                    <a:pt x="622" y="2040"/>
                    <a:pt x="653" y="2036"/>
                  </a:cubicBezTo>
                  <a:lnTo>
                    <a:pt x="888" y="2036"/>
                  </a:lnTo>
                  <a:lnTo>
                    <a:pt x="11378" y="1931"/>
                  </a:lnTo>
                  <a:lnTo>
                    <a:pt x="11665" y="1931"/>
                  </a:lnTo>
                  <a:cubicBezTo>
                    <a:pt x="11900" y="1931"/>
                    <a:pt x="12187" y="1879"/>
                    <a:pt x="12266" y="1618"/>
                  </a:cubicBezTo>
                  <a:cubicBezTo>
                    <a:pt x="12292" y="1436"/>
                    <a:pt x="12318" y="1253"/>
                    <a:pt x="12292" y="1096"/>
                  </a:cubicBezTo>
                  <a:lnTo>
                    <a:pt x="12292" y="940"/>
                  </a:lnTo>
                  <a:lnTo>
                    <a:pt x="12292" y="783"/>
                  </a:lnTo>
                  <a:cubicBezTo>
                    <a:pt x="12318" y="627"/>
                    <a:pt x="12292" y="470"/>
                    <a:pt x="12266" y="287"/>
                  </a:cubicBezTo>
                  <a:cubicBezTo>
                    <a:pt x="12161" y="26"/>
                    <a:pt x="11900" y="0"/>
                    <a:pt x="116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9"/>
            <p:cNvSpPr/>
            <p:nvPr/>
          </p:nvSpPr>
          <p:spPr>
            <a:xfrm>
              <a:off x="793029" y="2857707"/>
              <a:ext cx="461471" cy="461471"/>
            </a:xfrm>
            <a:custGeom>
              <a:rect b="b" l="l" r="r" t="t"/>
              <a:pathLst>
                <a:path extrusionOk="0" h="9056" w="9056">
                  <a:moveTo>
                    <a:pt x="5585" y="966"/>
                  </a:moveTo>
                  <a:cubicBezTo>
                    <a:pt x="5637" y="966"/>
                    <a:pt x="5689" y="992"/>
                    <a:pt x="5689" y="1044"/>
                  </a:cubicBezTo>
                  <a:lnTo>
                    <a:pt x="5715" y="3236"/>
                  </a:lnTo>
                  <a:cubicBezTo>
                    <a:pt x="5715" y="3262"/>
                    <a:pt x="5741" y="3289"/>
                    <a:pt x="5741" y="3289"/>
                  </a:cubicBezTo>
                  <a:lnTo>
                    <a:pt x="7933" y="3262"/>
                  </a:lnTo>
                  <a:cubicBezTo>
                    <a:pt x="7960" y="3262"/>
                    <a:pt x="7986" y="3262"/>
                    <a:pt x="8012" y="3289"/>
                  </a:cubicBezTo>
                  <a:cubicBezTo>
                    <a:pt x="8038" y="3289"/>
                    <a:pt x="8038" y="3315"/>
                    <a:pt x="8038" y="3341"/>
                  </a:cubicBezTo>
                  <a:cubicBezTo>
                    <a:pt x="8038" y="4098"/>
                    <a:pt x="8064" y="4828"/>
                    <a:pt x="8064" y="5585"/>
                  </a:cubicBezTo>
                  <a:cubicBezTo>
                    <a:pt x="8064" y="5611"/>
                    <a:pt x="8064" y="5637"/>
                    <a:pt x="8038" y="5663"/>
                  </a:cubicBezTo>
                  <a:cubicBezTo>
                    <a:pt x="8038" y="5663"/>
                    <a:pt x="8012" y="5689"/>
                    <a:pt x="7986" y="5689"/>
                  </a:cubicBezTo>
                  <a:lnTo>
                    <a:pt x="5794" y="5715"/>
                  </a:lnTo>
                  <a:cubicBezTo>
                    <a:pt x="5768" y="5715"/>
                    <a:pt x="5741" y="5715"/>
                    <a:pt x="5741" y="5742"/>
                  </a:cubicBezTo>
                  <a:lnTo>
                    <a:pt x="5768" y="7934"/>
                  </a:lnTo>
                  <a:cubicBezTo>
                    <a:pt x="5768" y="7986"/>
                    <a:pt x="5741" y="8038"/>
                    <a:pt x="5689" y="8038"/>
                  </a:cubicBezTo>
                  <a:lnTo>
                    <a:pt x="4567" y="8038"/>
                  </a:lnTo>
                  <a:lnTo>
                    <a:pt x="3445" y="8064"/>
                  </a:lnTo>
                  <a:cubicBezTo>
                    <a:pt x="3419" y="8064"/>
                    <a:pt x="3393" y="8038"/>
                    <a:pt x="3367" y="8038"/>
                  </a:cubicBezTo>
                  <a:cubicBezTo>
                    <a:pt x="3341" y="8012"/>
                    <a:pt x="3341" y="7986"/>
                    <a:pt x="3341" y="7960"/>
                  </a:cubicBezTo>
                  <a:lnTo>
                    <a:pt x="3314" y="5768"/>
                  </a:lnTo>
                  <a:cubicBezTo>
                    <a:pt x="3314" y="5742"/>
                    <a:pt x="3288" y="5742"/>
                    <a:pt x="3262" y="5742"/>
                  </a:cubicBezTo>
                  <a:lnTo>
                    <a:pt x="1070" y="5768"/>
                  </a:lnTo>
                  <a:cubicBezTo>
                    <a:pt x="1044" y="5768"/>
                    <a:pt x="1044" y="5742"/>
                    <a:pt x="1018" y="5742"/>
                  </a:cubicBezTo>
                  <a:cubicBezTo>
                    <a:pt x="992" y="5715"/>
                    <a:pt x="992" y="5689"/>
                    <a:pt x="992" y="5663"/>
                  </a:cubicBezTo>
                  <a:cubicBezTo>
                    <a:pt x="992" y="4933"/>
                    <a:pt x="966" y="4176"/>
                    <a:pt x="966" y="3419"/>
                  </a:cubicBezTo>
                  <a:cubicBezTo>
                    <a:pt x="966" y="3393"/>
                    <a:pt x="966" y="3367"/>
                    <a:pt x="992" y="3367"/>
                  </a:cubicBezTo>
                  <a:cubicBezTo>
                    <a:pt x="992" y="3341"/>
                    <a:pt x="1018" y="3341"/>
                    <a:pt x="1044" y="3341"/>
                  </a:cubicBezTo>
                  <a:lnTo>
                    <a:pt x="3236" y="3315"/>
                  </a:lnTo>
                  <a:cubicBezTo>
                    <a:pt x="3262" y="3315"/>
                    <a:pt x="3288" y="3289"/>
                    <a:pt x="3288" y="3262"/>
                  </a:cubicBezTo>
                  <a:lnTo>
                    <a:pt x="3262" y="1070"/>
                  </a:lnTo>
                  <a:cubicBezTo>
                    <a:pt x="3262" y="1018"/>
                    <a:pt x="3288" y="992"/>
                    <a:pt x="3341" y="966"/>
                  </a:cubicBezTo>
                  <a:close/>
                  <a:moveTo>
                    <a:pt x="7620" y="0"/>
                  </a:moveTo>
                  <a:lnTo>
                    <a:pt x="2766" y="53"/>
                  </a:lnTo>
                  <a:cubicBezTo>
                    <a:pt x="2662" y="53"/>
                    <a:pt x="2581" y="64"/>
                    <a:pt x="2477" y="64"/>
                  </a:cubicBezTo>
                  <a:cubicBezTo>
                    <a:pt x="2424" y="64"/>
                    <a:pt x="2366" y="61"/>
                    <a:pt x="2297" y="53"/>
                  </a:cubicBezTo>
                  <a:lnTo>
                    <a:pt x="1592" y="53"/>
                  </a:lnTo>
                  <a:cubicBezTo>
                    <a:pt x="940" y="53"/>
                    <a:pt x="26" y="157"/>
                    <a:pt x="26" y="992"/>
                  </a:cubicBezTo>
                  <a:cubicBezTo>
                    <a:pt x="0" y="1410"/>
                    <a:pt x="26" y="1853"/>
                    <a:pt x="26" y="2271"/>
                  </a:cubicBezTo>
                  <a:lnTo>
                    <a:pt x="26" y="2897"/>
                  </a:lnTo>
                  <a:cubicBezTo>
                    <a:pt x="26" y="3419"/>
                    <a:pt x="26" y="3941"/>
                    <a:pt x="26" y="4463"/>
                  </a:cubicBezTo>
                  <a:cubicBezTo>
                    <a:pt x="53" y="5585"/>
                    <a:pt x="79" y="6707"/>
                    <a:pt x="79" y="7829"/>
                  </a:cubicBezTo>
                  <a:cubicBezTo>
                    <a:pt x="79" y="8195"/>
                    <a:pt x="79" y="8847"/>
                    <a:pt x="601" y="8977"/>
                  </a:cubicBezTo>
                  <a:cubicBezTo>
                    <a:pt x="888" y="9056"/>
                    <a:pt x="1149" y="9056"/>
                    <a:pt x="1436" y="9056"/>
                  </a:cubicBezTo>
                  <a:lnTo>
                    <a:pt x="6289" y="9004"/>
                  </a:lnTo>
                  <a:lnTo>
                    <a:pt x="7438" y="9004"/>
                  </a:lnTo>
                  <a:cubicBezTo>
                    <a:pt x="8116" y="9004"/>
                    <a:pt x="9003" y="8899"/>
                    <a:pt x="9029" y="8064"/>
                  </a:cubicBezTo>
                  <a:cubicBezTo>
                    <a:pt x="9056" y="7647"/>
                    <a:pt x="9029" y="7203"/>
                    <a:pt x="9029" y="6785"/>
                  </a:cubicBezTo>
                  <a:lnTo>
                    <a:pt x="9029" y="6159"/>
                  </a:lnTo>
                  <a:cubicBezTo>
                    <a:pt x="9029" y="5637"/>
                    <a:pt x="9003" y="5115"/>
                    <a:pt x="9003" y="4567"/>
                  </a:cubicBezTo>
                  <a:cubicBezTo>
                    <a:pt x="8977" y="3471"/>
                    <a:pt x="8977" y="2349"/>
                    <a:pt x="8977" y="1227"/>
                  </a:cubicBezTo>
                  <a:cubicBezTo>
                    <a:pt x="8977" y="862"/>
                    <a:pt x="8977" y="209"/>
                    <a:pt x="8429" y="79"/>
                  </a:cubicBezTo>
                  <a:cubicBezTo>
                    <a:pt x="8168" y="27"/>
                    <a:pt x="7881" y="0"/>
                    <a:pt x="76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9"/>
            <p:cNvSpPr/>
            <p:nvPr/>
          </p:nvSpPr>
          <p:spPr>
            <a:xfrm>
              <a:off x="854179" y="2917532"/>
              <a:ext cx="340498" cy="340498"/>
            </a:xfrm>
            <a:custGeom>
              <a:rect b="b" l="l" r="r" t="t"/>
              <a:pathLst>
                <a:path extrusionOk="0" h="6682" w="6682">
                  <a:moveTo>
                    <a:pt x="4280" y="1"/>
                  </a:moveTo>
                  <a:lnTo>
                    <a:pt x="3315" y="27"/>
                  </a:lnTo>
                  <a:lnTo>
                    <a:pt x="2271" y="27"/>
                  </a:lnTo>
                  <a:cubicBezTo>
                    <a:pt x="2271" y="27"/>
                    <a:pt x="2271" y="27"/>
                    <a:pt x="2271" y="53"/>
                  </a:cubicBezTo>
                  <a:lnTo>
                    <a:pt x="2297" y="2245"/>
                  </a:lnTo>
                  <a:cubicBezTo>
                    <a:pt x="2297" y="2297"/>
                    <a:pt x="2271" y="2323"/>
                    <a:pt x="2219" y="2323"/>
                  </a:cubicBezTo>
                  <a:lnTo>
                    <a:pt x="27" y="2376"/>
                  </a:lnTo>
                  <a:cubicBezTo>
                    <a:pt x="27" y="2362"/>
                    <a:pt x="20" y="2356"/>
                    <a:pt x="14" y="2356"/>
                  </a:cubicBezTo>
                  <a:cubicBezTo>
                    <a:pt x="7" y="2356"/>
                    <a:pt x="1" y="2362"/>
                    <a:pt x="1" y="2376"/>
                  </a:cubicBezTo>
                  <a:cubicBezTo>
                    <a:pt x="1" y="2376"/>
                    <a:pt x="1" y="2376"/>
                    <a:pt x="1" y="2402"/>
                  </a:cubicBezTo>
                  <a:cubicBezTo>
                    <a:pt x="1" y="3054"/>
                    <a:pt x="27" y="3733"/>
                    <a:pt x="27" y="4385"/>
                  </a:cubicBezTo>
                  <a:cubicBezTo>
                    <a:pt x="1" y="4385"/>
                    <a:pt x="1" y="4385"/>
                    <a:pt x="27" y="4411"/>
                  </a:cubicBezTo>
                  <a:lnTo>
                    <a:pt x="53" y="4411"/>
                  </a:lnTo>
                  <a:lnTo>
                    <a:pt x="2245" y="4385"/>
                  </a:lnTo>
                  <a:cubicBezTo>
                    <a:pt x="2297" y="4385"/>
                    <a:pt x="2323" y="4411"/>
                    <a:pt x="2323" y="4463"/>
                  </a:cubicBezTo>
                  <a:lnTo>
                    <a:pt x="2349" y="6655"/>
                  </a:lnTo>
                  <a:cubicBezTo>
                    <a:pt x="2349" y="6681"/>
                    <a:pt x="2349" y="6681"/>
                    <a:pt x="2349" y="6681"/>
                  </a:cubicBezTo>
                  <a:lnTo>
                    <a:pt x="4359" y="6681"/>
                  </a:lnTo>
                  <a:cubicBezTo>
                    <a:pt x="4385" y="6681"/>
                    <a:pt x="4385" y="6655"/>
                    <a:pt x="4385" y="6655"/>
                  </a:cubicBezTo>
                  <a:lnTo>
                    <a:pt x="4359" y="4463"/>
                  </a:lnTo>
                  <a:cubicBezTo>
                    <a:pt x="4359" y="4411"/>
                    <a:pt x="4411" y="4359"/>
                    <a:pt x="4463" y="4359"/>
                  </a:cubicBezTo>
                  <a:lnTo>
                    <a:pt x="6655" y="4333"/>
                  </a:lnTo>
                  <a:lnTo>
                    <a:pt x="6681" y="4333"/>
                  </a:lnTo>
                  <a:cubicBezTo>
                    <a:pt x="6681" y="4333"/>
                    <a:pt x="6681" y="4307"/>
                    <a:pt x="6681" y="4307"/>
                  </a:cubicBezTo>
                  <a:cubicBezTo>
                    <a:pt x="6655" y="3628"/>
                    <a:pt x="6655" y="2976"/>
                    <a:pt x="6655" y="2323"/>
                  </a:cubicBezTo>
                  <a:cubicBezTo>
                    <a:pt x="6655" y="2297"/>
                    <a:pt x="6655" y="2297"/>
                    <a:pt x="6655" y="2297"/>
                  </a:cubicBezTo>
                  <a:cubicBezTo>
                    <a:pt x="6655" y="2284"/>
                    <a:pt x="6649" y="2278"/>
                    <a:pt x="6642" y="2278"/>
                  </a:cubicBezTo>
                  <a:cubicBezTo>
                    <a:pt x="6636" y="2278"/>
                    <a:pt x="6629" y="2284"/>
                    <a:pt x="6629" y="2297"/>
                  </a:cubicBezTo>
                  <a:lnTo>
                    <a:pt x="4437" y="2323"/>
                  </a:lnTo>
                  <a:cubicBezTo>
                    <a:pt x="4385" y="2323"/>
                    <a:pt x="4359" y="2271"/>
                    <a:pt x="4333" y="2219"/>
                  </a:cubicBezTo>
                  <a:lnTo>
                    <a:pt x="4307" y="27"/>
                  </a:lnTo>
                  <a:cubicBezTo>
                    <a:pt x="4333" y="27"/>
                    <a:pt x="4333" y="1"/>
                    <a:pt x="43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9"/>
            <p:cNvSpPr/>
            <p:nvPr/>
          </p:nvSpPr>
          <p:spPr>
            <a:xfrm>
              <a:off x="1395409" y="2838852"/>
              <a:ext cx="1262013" cy="112005"/>
            </a:xfrm>
            <a:custGeom>
              <a:rect b="b" l="l" r="r" t="t"/>
              <a:pathLst>
                <a:path extrusionOk="0" h="2198" w="24766">
                  <a:moveTo>
                    <a:pt x="24185" y="0"/>
                  </a:moveTo>
                  <a:cubicBezTo>
                    <a:pt x="24161" y="0"/>
                    <a:pt x="24137" y="2"/>
                    <a:pt x="24113" y="5"/>
                  </a:cubicBezTo>
                  <a:lnTo>
                    <a:pt x="23800" y="5"/>
                  </a:lnTo>
                  <a:lnTo>
                    <a:pt x="705" y="292"/>
                  </a:lnTo>
                  <a:cubicBezTo>
                    <a:pt x="444" y="292"/>
                    <a:pt x="27" y="318"/>
                    <a:pt x="27" y="736"/>
                  </a:cubicBezTo>
                  <a:lnTo>
                    <a:pt x="27" y="1101"/>
                  </a:lnTo>
                  <a:lnTo>
                    <a:pt x="27" y="1258"/>
                  </a:lnTo>
                  <a:lnTo>
                    <a:pt x="27" y="1414"/>
                  </a:lnTo>
                  <a:cubicBezTo>
                    <a:pt x="1" y="1571"/>
                    <a:pt x="27" y="1754"/>
                    <a:pt x="79" y="1910"/>
                  </a:cubicBezTo>
                  <a:cubicBezTo>
                    <a:pt x="183" y="2197"/>
                    <a:pt x="470" y="2197"/>
                    <a:pt x="705" y="2197"/>
                  </a:cubicBezTo>
                  <a:lnTo>
                    <a:pt x="758" y="2197"/>
                  </a:lnTo>
                  <a:lnTo>
                    <a:pt x="24061" y="1910"/>
                  </a:lnTo>
                  <a:cubicBezTo>
                    <a:pt x="24322" y="1910"/>
                    <a:pt x="24740" y="1884"/>
                    <a:pt x="24740" y="1467"/>
                  </a:cubicBezTo>
                  <a:lnTo>
                    <a:pt x="24740" y="1049"/>
                  </a:lnTo>
                  <a:lnTo>
                    <a:pt x="24740" y="866"/>
                  </a:lnTo>
                  <a:lnTo>
                    <a:pt x="24740" y="736"/>
                  </a:lnTo>
                  <a:cubicBezTo>
                    <a:pt x="24766" y="553"/>
                    <a:pt x="24740" y="344"/>
                    <a:pt x="24635" y="188"/>
                  </a:cubicBezTo>
                  <a:cubicBezTo>
                    <a:pt x="24522" y="74"/>
                    <a:pt x="24349" y="0"/>
                    <a:pt x="241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9"/>
            <p:cNvSpPr/>
            <p:nvPr/>
          </p:nvSpPr>
          <p:spPr>
            <a:xfrm>
              <a:off x="1398058" y="3018633"/>
              <a:ext cx="1260689" cy="111750"/>
            </a:xfrm>
            <a:custGeom>
              <a:rect b="b" l="l" r="r" t="t"/>
              <a:pathLst>
                <a:path extrusionOk="0" h="2193" w="24740">
                  <a:moveTo>
                    <a:pt x="24035" y="0"/>
                  </a:moveTo>
                  <a:lnTo>
                    <a:pt x="888" y="287"/>
                  </a:lnTo>
                  <a:lnTo>
                    <a:pt x="627" y="287"/>
                  </a:lnTo>
                  <a:cubicBezTo>
                    <a:pt x="445" y="287"/>
                    <a:pt x="210" y="313"/>
                    <a:pt x="105" y="496"/>
                  </a:cubicBezTo>
                  <a:cubicBezTo>
                    <a:pt x="27" y="679"/>
                    <a:pt x="1" y="861"/>
                    <a:pt x="27" y="1044"/>
                  </a:cubicBezTo>
                  <a:lnTo>
                    <a:pt x="27" y="1174"/>
                  </a:lnTo>
                  <a:lnTo>
                    <a:pt x="27" y="1357"/>
                  </a:lnTo>
                  <a:cubicBezTo>
                    <a:pt x="27" y="1488"/>
                    <a:pt x="27" y="1618"/>
                    <a:pt x="27" y="1775"/>
                  </a:cubicBezTo>
                  <a:cubicBezTo>
                    <a:pt x="105" y="2192"/>
                    <a:pt x="445" y="2192"/>
                    <a:pt x="732" y="2192"/>
                  </a:cubicBezTo>
                  <a:lnTo>
                    <a:pt x="24035" y="1905"/>
                  </a:lnTo>
                  <a:cubicBezTo>
                    <a:pt x="24296" y="1905"/>
                    <a:pt x="24714" y="1879"/>
                    <a:pt x="24714" y="1461"/>
                  </a:cubicBezTo>
                  <a:lnTo>
                    <a:pt x="24714" y="1096"/>
                  </a:lnTo>
                  <a:lnTo>
                    <a:pt x="24714" y="940"/>
                  </a:lnTo>
                  <a:lnTo>
                    <a:pt x="24714" y="783"/>
                  </a:lnTo>
                  <a:cubicBezTo>
                    <a:pt x="24740" y="626"/>
                    <a:pt x="24714" y="444"/>
                    <a:pt x="24688" y="287"/>
                  </a:cubicBezTo>
                  <a:cubicBezTo>
                    <a:pt x="24583" y="0"/>
                    <a:pt x="24270" y="0"/>
                    <a:pt x="240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9"/>
            <p:cNvSpPr/>
            <p:nvPr/>
          </p:nvSpPr>
          <p:spPr>
            <a:xfrm>
              <a:off x="1399434" y="3208760"/>
              <a:ext cx="627694" cy="102476"/>
            </a:xfrm>
            <a:custGeom>
              <a:rect b="b" l="l" r="r" t="t"/>
              <a:pathLst>
                <a:path extrusionOk="0" h="2011" w="12318">
                  <a:moveTo>
                    <a:pt x="11456" y="1"/>
                  </a:moveTo>
                  <a:lnTo>
                    <a:pt x="731" y="131"/>
                  </a:lnTo>
                  <a:cubicBezTo>
                    <a:pt x="470" y="131"/>
                    <a:pt x="52" y="131"/>
                    <a:pt x="26" y="575"/>
                  </a:cubicBezTo>
                  <a:lnTo>
                    <a:pt x="26" y="966"/>
                  </a:lnTo>
                  <a:lnTo>
                    <a:pt x="26" y="1123"/>
                  </a:lnTo>
                  <a:lnTo>
                    <a:pt x="26" y="1279"/>
                  </a:lnTo>
                  <a:cubicBezTo>
                    <a:pt x="0" y="1462"/>
                    <a:pt x="52" y="1645"/>
                    <a:pt x="131" y="1828"/>
                  </a:cubicBezTo>
                  <a:cubicBezTo>
                    <a:pt x="287" y="1958"/>
                    <a:pt x="470" y="2010"/>
                    <a:pt x="652" y="2010"/>
                  </a:cubicBezTo>
                  <a:lnTo>
                    <a:pt x="913" y="2010"/>
                  </a:lnTo>
                  <a:lnTo>
                    <a:pt x="11404" y="1880"/>
                  </a:lnTo>
                  <a:lnTo>
                    <a:pt x="11691" y="1880"/>
                  </a:lnTo>
                  <a:cubicBezTo>
                    <a:pt x="11900" y="1880"/>
                    <a:pt x="12213" y="1854"/>
                    <a:pt x="12265" y="1593"/>
                  </a:cubicBezTo>
                  <a:cubicBezTo>
                    <a:pt x="12317" y="1410"/>
                    <a:pt x="12317" y="1253"/>
                    <a:pt x="12291" y="1071"/>
                  </a:cubicBezTo>
                  <a:lnTo>
                    <a:pt x="12291" y="940"/>
                  </a:lnTo>
                  <a:lnTo>
                    <a:pt x="12291" y="758"/>
                  </a:lnTo>
                  <a:cubicBezTo>
                    <a:pt x="12317" y="601"/>
                    <a:pt x="12291" y="444"/>
                    <a:pt x="12265" y="262"/>
                  </a:cubicBezTo>
                  <a:cubicBezTo>
                    <a:pt x="12161" y="27"/>
                    <a:pt x="11900" y="1"/>
                    <a:pt x="116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9"/>
            <p:cNvSpPr/>
            <p:nvPr/>
          </p:nvSpPr>
          <p:spPr>
            <a:xfrm>
              <a:off x="799653" y="3458252"/>
              <a:ext cx="462847" cy="462032"/>
            </a:xfrm>
            <a:custGeom>
              <a:rect b="b" l="l" r="r" t="t"/>
              <a:pathLst>
                <a:path extrusionOk="0" h="9067" w="9083">
                  <a:moveTo>
                    <a:pt x="4463" y="976"/>
                  </a:moveTo>
                  <a:lnTo>
                    <a:pt x="5611" y="1002"/>
                  </a:lnTo>
                  <a:cubicBezTo>
                    <a:pt x="5664" y="1002"/>
                    <a:pt x="5716" y="1029"/>
                    <a:pt x="5690" y="1081"/>
                  </a:cubicBezTo>
                  <a:lnTo>
                    <a:pt x="5716" y="3273"/>
                  </a:lnTo>
                  <a:cubicBezTo>
                    <a:pt x="5742" y="3299"/>
                    <a:pt x="5742" y="3325"/>
                    <a:pt x="5768" y="3325"/>
                  </a:cubicBezTo>
                  <a:lnTo>
                    <a:pt x="7960" y="3299"/>
                  </a:lnTo>
                  <a:cubicBezTo>
                    <a:pt x="7986" y="3299"/>
                    <a:pt x="8012" y="3299"/>
                    <a:pt x="8038" y="3325"/>
                  </a:cubicBezTo>
                  <a:cubicBezTo>
                    <a:pt x="8038" y="3325"/>
                    <a:pt x="8064" y="3351"/>
                    <a:pt x="8064" y="3377"/>
                  </a:cubicBezTo>
                  <a:cubicBezTo>
                    <a:pt x="8064" y="4134"/>
                    <a:pt x="8064" y="4891"/>
                    <a:pt x="8091" y="5621"/>
                  </a:cubicBezTo>
                  <a:cubicBezTo>
                    <a:pt x="8091" y="5648"/>
                    <a:pt x="8064" y="5674"/>
                    <a:pt x="8064" y="5700"/>
                  </a:cubicBezTo>
                  <a:cubicBezTo>
                    <a:pt x="8038" y="5700"/>
                    <a:pt x="8012" y="5726"/>
                    <a:pt x="7986" y="5726"/>
                  </a:cubicBezTo>
                  <a:lnTo>
                    <a:pt x="5794" y="5752"/>
                  </a:lnTo>
                  <a:cubicBezTo>
                    <a:pt x="5768" y="5752"/>
                    <a:pt x="5768" y="5752"/>
                    <a:pt x="5768" y="5778"/>
                  </a:cubicBezTo>
                  <a:lnTo>
                    <a:pt x="5794" y="7970"/>
                  </a:lnTo>
                  <a:cubicBezTo>
                    <a:pt x="5794" y="8022"/>
                    <a:pt x="5742" y="8074"/>
                    <a:pt x="5690" y="8074"/>
                  </a:cubicBezTo>
                  <a:lnTo>
                    <a:pt x="3445" y="8074"/>
                  </a:lnTo>
                  <a:cubicBezTo>
                    <a:pt x="3419" y="8074"/>
                    <a:pt x="3393" y="8074"/>
                    <a:pt x="3393" y="8048"/>
                  </a:cubicBezTo>
                  <a:cubicBezTo>
                    <a:pt x="3367" y="8022"/>
                    <a:pt x="3367" y="7996"/>
                    <a:pt x="3367" y="7970"/>
                  </a:cubicBezTo>
                  <a:lnTo>
                    <a:pt x="3341" y="5778"/>
                  </a:lnTo>
                  <a:cubicBezTo>
                    <a:pt x="3341" y="5752"/>
                    <a:pt x="3315" y="5752"/>
                    <a:pt x="3289" y="5752"/>
                  </a:cubicBezTo>
                  <a:lnTo>
                    <a:pt x="1097" y="5778"/>
                  </a:lnTo>
                  <a:cubicBezTo>
                    <a:pt x="1071" y="5778"/>
                    <a:pt x="1045" y="5778"/>
                    <a:pt x="1045" y="5752"/>
                  </a:cubicBezTo>
                  <a:cubicBezTo>
                    <a:pt x="1019" y="5726"/>
                    <a:pt x="992" y="5700"/>
                    <a:pt x="992" y="5674"/>
                  </a:cubicBezTo>
                  <a:cubicBezTo>
                    <a:pt x="992" y="4943"/>
                    <a:pt x="966" y="4186"/>
                    <a:pt x="966" y="3429"/>
                  </a:cubicBezTo>
                  <a:cubicBezTo>
                    <a:pt x="966" y="3403"/>
                    <a:pt x="992" y="3377"/>
                    <a:pt x="992" y="3377"/>
                  </a:cubicBezTo>
                  <a:cubicBezTo>
                    <a:pt x="1019" y="3351"/>
                    <a:pt x="1045" y="3351"/>
                    <a:pt x="1071" y="3351"/>
                  </a:cubicBezTo>
                  <a:lnTo>
                    <a:pt x="3263" y="3299"/>
                  </a:lnTo>
                  <a:cubicBezTo>
                    <a:pt x="3289" y="3299"/>
                    <a:pt x="3315" y="3273"/>
                    <a:pt x="3315" y="3273"/>
                  </a:cubicBezTo>
                  <a:lnTo>
                    <a:pt x="3289" y="1081"/>
                  </a:lnTo>
                  <a:cubicBezTo>
                    <a:pt x="3289" y="1029"/>
                    <a:pt x="3315" y="976"/>
                    <a:pt x="3367" y="976"/>
                  </a:cubicBezTo>
                  <a:close/>
                  <a:moveTo>
                    <a:pt x="7851" y="1"/>
                  </a:moveTo>
                  <a:cubicBezTo>
                    <a:pt x="7775" y="1"/>
                    <a:pt x="7698" y="4"/>
                    <a:pt x="7621" y="11"/>
                  </a:cubicBezTo>
                  <a:lnTo>
                    <a:pt x="2793" y="63"/>
                  </a:lnTo>
                  <a:lnTo>
                    <a:pt x="1619" y="63"/>
                  </a:lnTo>
                  <a:cubicBezTo>
                    <a:pt x="940" y="63"/>
                    <a:pt x="53" y="167"/>
                    <a:pt x="27" y="1002"/>
                  </a:cubicBezTo>
                  <a:cubicBezTo>
                    <a:pt x="1" y="1446"/>
                    <a:pt x="27" y="1864"/>
                    <a:pt x="27" y="2307"/>
                  </a:cubicBezTo>
                  <a:lnTo>
                    <a:pt x="27" y="2907"/>
                  </a:lnTo>
                  <a:cubicBezTo>
                    <a:pt x="27" y="3429"/>
                    <a:pt x="53" y="3951"/>
                    <a:pt x="53" y="4499"/>
                  </a:cubicBezTo>
                  <a:cubicBezTo>
                    <a:pt x="79" y="5595"/>
                    <a:pt x="79" y="6717"/>
                    <a:pt x="79" y="7840"/>
                  </a:cubicBezTo>
                  <a:cubicBezTo>
                    <a:pt x="79" y="8205"/>
                    <a:pt x="79" y="8857"/>
                    <a:pt x="627" y="8988"/>
                  </a:cubicBezTo>
                  <a:cubicBezTo>
                    <a:pt x="888" y="9066"/>
                    <a:pt x="1175" y="9066"/>
                    <a:pt x="1462" y="9066"/>
                  </a:cubicBezTo>
                  <a:lnTo>
                    <a:pt x="6290" y="9014"/>
                  </a:lnTo>
                  <a:lnTo>
                    <a:pt x="7464" y="9014"/>
                  </a:lnTo>
                  <a:cubicBezTo>
                    <a:pt x="8143" y="8988"/>
                    <a:pt x="9030" y="8883"/>
                    <a:pt x="9056" y="8048"/>
                  </a:cubicBezTo>
                  <a:cubicBezTo>
                    <a:pt x="9082" y="7631"/>
                    <a:pt x="9056" y="7187"/>
                    <a:pt x="9056" y="6770"/>
                  </a:cubicBezTo>
                  <a:lnTo>
                    <a:pt x="9056" y="6169"/>
                  </a:lnTo>
                  <a:cubicBezTo>
                    <a:pt x="9056" y="5621"/>
                    <a:pt x="9030" y="5100"/>
                    <a:pt x="9030" y="4578"/>
                  </a:cubicBezTo>
                  <a:cubicBezTo>
                    <a:pt x="9004" y="3482"/>
                    <a:pt x="9004" y="2333"/>
                    <a:pt x="9004" y="1211"/>
                  </a:cubicBezTo>
                  <a:cubicBezTo>
                    <a:pt x="9004" y="872"/>
                    <a:pt x="9004" y="220"/>
                    <a:pt x="8456" y="63"/>
                  </a:cubicBezTo>
                  <a:cubicBezTo>
                    <a:pt x="8265" y="25"/>
                    <a:pt x="8060" y="1"/>
                    <a:pt x="78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9"/>
            <p:cNvSpPr/>
            <p:nvPr/>
          </p:nvSpPr>
          <p:spPr>
            <a:xfrm>
              <a:off x="860854" y="3518638"/>
              <a:ext cx="343097" cy="340447"/>
            </a:xfrm>
            <a:custGeom>
              <a:rect b="b" l="l" r="r" t="t"/>
              <a:pathLst>
                <a:path extrusionOk="0" h="6681" w="6733">
                  <a:moveTo>
                    <a:pt x="4332" y="0"/>
                  </a:moveTo>
                  <a:lnTo>
                    <a:pt x="3288" y="26"/>
                  </a:lnTo>
                  <a:lnTo>
                    <a:pt x="2297" y="26"/>
                  </a:lnTo>
                  <a:cubicBezTo>
                    <a:pt x="2297" y="26"/>
                    <a:pt x="2297" y="52"/>
                    <a:pt x="2297" y="52"/>
                  </a:cubicBezTo>
                  <a:lnTo>
                    <a:pt x="2323" y="2244"/>
                  </a:lnTo>
                  <a:cubicBezTo>
                    <a:pt x="2323" y="2297"/>
                    <a:pt x="2271" y="2349"/>
                    <a:pt x="2244" y="2349"/>
                  </a:cubicBezTo>
                  <a:lnTo>
                    <a:pt x="52" y="2375"/>
                  </a:lnTo>
                  <a:lnTo>
                    <a:pt x="0" y="2375"/>
                  </a:lnTo>
                  <a:cubicBezTo>
                    <a:pt x="0" y="2375"/>
                    <a:pt x="0" y="2375"/>
                    <a:pt x="0" y="2401"/>
                  </a:cubicBezTo>
                  <a:cubicBezTo>
                    <a:pt x="26" y="3053"/>
                    <a:pt x="26" y="3732"/>
                    <a:pt x="26" y="4384"/>
                  </a:cubicBezTo>
                  <a:cubicBezTo>
                    <a:pt x="26" y="4384"/>
                    <a:pt x="26" y="4410"/>
                    <a:pt x="26" y="4410"/>
                  </a:cubicBezTo>
                  <a:lnTo>
                    <a:pt x="52" y="4410"/>
                  </a:lnTo>
                  <a:lnTo>
                    <a:pt x="2244" y="4384"/>
                  </a:lnTo>
                  <a:cubicBezTo>
                    <a:pt x="2297" y="4384"/>
                    <a:pt x="2349" y="4410"/>
                    <a:pt x="2349" y="4463"/>
                  </a:cubicBezTo>
                  <a:lnTo>
                    <a:pt x="2375" y="6655"/>
                  </a:lnTo>
                  <a:cubicBezTo>
                    <a:pt x="2375" y="6681"/>
                    <a:pt x="2375" y="6681"/>
                    <a:pt x="2375" y="6681"/>
                  </a:cubicBezTo>
                  <a:lnTo>
                    <a:pt x="4437" y="6681"/>
                  </a:lnTo>
                  <a:cubicBezTo>
                    <a:pt x="4437" y="6681"/>
                    <a:pt x="4437" y="6655"/>
                    <a:pt x="4437" y="6655"/>
                  </a:cubicBezTo>
                  <a:lnTo>
                    <a:pt x="4410" y="4463"/>
                  </a:lnTo>
                  <a:cubicBezTo>
                    <a:pt x="4410" y="4410"/>
                    <a:pt x="4463" y="4384"/>
                    <a:pt x="4515" y="4384"/>
                  </a:cubicBezTo>
                  <a:lnTo>
                    <a:pt x="6707" y="4358"/>
                  </a:lnTo>
                  <a:lnTo>
                    <a:pt x="6733" y="4358"/>
                  </a:lnTo>
                  <a:cubicBezTo>
                    <a:pt x="6733" y="4332"/>
                    <a:pt x="6733" y="4332"/>
                    <a:pt x="6733" y="4332"/>
                  </a:cubicBezTo>
                  <a:cubicBezTo>
                    <a:pt x="6707" y="3654"/>
                    <a:pt x="6707" y="2975"/>
                    <a:pt x="6707" y="2323"/>
                  </a:cubicBezTo>
                  <a:cubicBezTo>
                    <a:pt x="6707" y="2323"/>
                    <a:pt x="6707" y="2323"/>
                    <a:pt x="6707" y="2297"/>
                  </a:cubicBezTo>
                  <a:lnTo>
                    <a:pt x="6681" y="2297"/>
                  </a:lnTo>
                  <a:lnTo>
                    <a:pt x="4489" y="2323"/>
                  </a:lnTo>
                  <a:cubicBezTo>
                    <a:pt x="4437" y="2323"/>
                    <a:pt x="4384" y="2297"/>
                    <a:pt x="4384" y="2244"/>
                  </a:cubicBezTo>
                  <a:lnTo>
                    <a:pt x="4358" y="52"/>
                  </a:lnTo>
                  <a:cubicBezTo>
                    <a:pt x="4358" y="26"/>
                    <a:pt x="4332" y="0"/>
                    <a:pt x="433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9"/>
            <p:cNvSpPr/>
            <p:nvPr/>
          </p:nvSpPr>
          <p:spPr>
            <a:xfrm>
              <a:off x="1403409" y="3439907"/>
              <a:ext cx="1262013" cy="112005"/>
            </a:xfrm>
            <a:custGeom>
              <a:rect b="b" l="l" r="r" t="t"/>
              <a:pathLst>
                <a:path extrusionOk="0" h="2198" w="24766">
                  <a:moveTo>
                    <a:pt x="24166" y="0"/>
                  </a:moveTo>
                  <a:cubicBezTo>
                    <a:pt x="24140" y="0"/>
                    <a:pt x="24114" y="2"/>
                    <a:pt x="24087" y="5"/>
                  </a:cubicBezTo>
                  <a:lnTo>
                    <a:pt x="23800" y="5"/>
                  </a:lnTo>
                  <a:lnTo>
                    <a:pt x="705" y="293"/>
                  </a:lnTo>
                  <a:cubicBezTo>
                    <a:pt x="444" y="293"/>
                    <a:pt x="26" y="319"/>
                    <a:pt x="26" y="736"/>
                  </a:cubicBezTo>
                  <a:lnTo>
                    <a:pt x="26" y="1102"/>
                  </a:lnTo>
                  <a:lnTo>
                    <a:pt x="26" y="1258"/>
                  </a:lnTo>
                  <a:lnTo>
                    <a:pt x="26" y="1415"/>
                  </a:lnTo>
                  <a:cubicBezTo>
                    <a:pt x="0" y="1571"/>
                    <a:pt x="26" y="1754"/>
                    <a:pt x="53" y="1910"/>
                  </a:cubicBezTo>
                  <a:cubicBezTo>
                    <a:pt x="157" y="2198"/>
                    <a:pt x="470" y="2198"/>
                    <a:pt x="705" y="2198"/>
                  </a:cubicBezTo>
                  <a:lnTo>
                    <a:pt x="24035" y="1910"/>
                  </a:lnTo>
                  <a:cubicBezTo>
                    <a:pt x="24296" y="1910"/>
                    <a:pt x="24713" y="1884"/>
                    <a:pt x="24713" y="1467"/>
                  </a:cubicBezTo>
                  <a:lnTo>
                    <a:pt x="24713" y="1049"/>
                  </a:lnTo>
                  <a:lnTo>
                    <a:pt x="24713" y="867"/>
                  </a:lnTo>
                  <a:lnTo>
                    <a:pt x="24713" y="736"/>
                  </a:lnTo>
                  <a:cubicBezTo>
                    <a:pt x="24765" y="553"/>
                    <a:pt x="24713" y="345"/>
                    <a:pt x="24635" y="188"/>
                  </a:cubicBezTo>
                  <a:cubicBezTo>
                    <a:pt x="24498" y="75"/>
                    <a:pt x="24342" y="0"/>
                    <a:pt x="241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9"/>
            <p:cNvSpPr/>
            <p:nvPr/>
          </p:nvSpPr>
          <p:spPr>
            <a:xfrm>
              <a:off x="1406059" y="3619689"/>
              <a:ext cx="1262013" cy="111750"/>
            </a:xfrm>
            <a:custGeom>
              <a:rect b="b" l="l" r="r" t="t"/>
              <a:pathLst>
                <a:path extrusionOk="0" h="2193" w="24766">
                  <a:moveTo>
                    <a:pt x="24087" y="0"/>
                  </a:moveTo>
                  <a:lnTo>
                    <a:pt x="914" y="287"/>
                  </a:lnTo>
                  <a:lnTo>
                    <a:pt x="627" y="287"/>
                  </a:lnTo>
                  <a:cubicBezTo>
                    <a:pt x="444" y="287"/>
                    <a:pt x="209" y="314"/>
                    <a:pt x="105" y="496"/>
                  </a:cubicBezTo>
                  <a:cubicBezTo>
                    <a:pt x="27" y="679"/>
                    <a:pt x="1" y="862"/>
                    <a:pt x="27" y="1044"/>
                  </a:cubicBezTo>
                  <a:lnTo>
                    <a:pt x="27" y="1175"/>
                  </a:lnTo>
                  <a:lnTo>
                    <a:pt x="27" y="1357"/>
                  </a:lnTo>
                  <a:cubicBezTo>
                    <a:pt x="27" y="1488"/>
                    <a:pt x="27" y="1618"/>
                    <a:pt x="27" y="1775"/>
                  </a:cubicBezTo>
                  <a:cubicBezTo>
                    <a:pt x="105" y="2192"/>
                    <a:pt x="444" y="2192"/>
                    <a:pt x="731" y="2192"/>
                  </a:cubicBezTo>
                  <a:lnTo>
                    <a:pt x="24061" y="1905"/>
                  </a:lnTo>
                  <a:cubicBezTo>
                    <a:pt x="24322" y="1905"/>
                    <a:pt x="24739" y="1879"/>
                    <a:pt x="24739" y="1462"/>
                  </a:cubicBezTo>
                  <a:lnTo>
                    <a:pt x="24739" y="1096"/>
                  </a:lnTo>
                  <a:lnTo>
                    <a:pt x="24739" y="940"/>
                  </a:lnTo>
                  <a:lnTo>
                    <a:pt x="24739" y="783"/>
                  </a:lnTo>
                  <a:cubicBezTo>
                    <a:pt x="24765" y="627"/>
                    <a:pt x="24739" y="444"/>
                    <a:pt x="24713" y="287"/>
                  </a:cubicBezTo>
                  <a:cubicBezTo>
                    <a:pt x="24609" y="0"/>
                    <a:pt x="24322" y="0"/>
                    <a:pt x="240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9"/>
            <p:cNvSpPr/>
            <p:nvPr/>
          </p:nvSpPr>
          <p:spPr>
            <a:xfrm>
              <a:off x="1407384" y="3808541"/>
              <a:ext cx="627694" cy="102730"/>
            </a:xfrm>
            <a:custGeom>
              <a:rect b="b" l="l" r="r" t="t"/>
              <a:pathLst>
                <a:path extrusionOk="0" h="2016" w="12318">
                  <a:moveTo>
                    <a:pt x="11431" y="0"/>
                  </a:moveTo>
                  <a:lnTo>
                    <a:pt x="705" y="131"/>
                  </a:lnTo>
                  <a:cubicBezTo>
                    <a:pt x="444" y="131"/>
                    <a:pt x="27" y="131"/>
                    <a:pt x="27" y="574"/>
                  </a:cubicBezTo>
                  <a:lnTo>
                    <a:pt x="27" y="992"/>
                  </a:lnTo>
                  <a:lnTo>
                    <a:pt x="27" y="1148"/>
                  </a:lnTo>
                  <a:cubicBezTo>
                    <a:pt x="27" y="1200"/>
                    <a:pt x="27" y="1253"/>
                    <a:pt x="27" y="1305"/>
                  </a:cubicBezTo>
                  <a:cubicBezTo>
                    <a:pt x="1" y="1488"/>
                    <a:pt x="27" y="1670"/>
                    <a:pt x="131" y="1853"/>
                  </a:cubicBezTo>
                  <a:cubicBezTo>
                    <a:pt x="240" y="1962"/>
                    <a:pt x="403" y="2016"/>
                    <a:pt x="560" y="2016"/>
                  </a:cubicBezTo>
                  <a:cubicBezTo>
                    <a:pt x="591" y="2016"/>
                    <a:pt x="623" y="2014"/>
                    <a:pt x="653" y="2009"/>
                  </a:cubicBezTo>
                  <a:lnTo>
                    <a:pt x="888" y="2009"/>
                  </a:lnTo>
                  <a:lnTo>
                    <a:pt x="11404" y="1905"/>
                  </a:lnTo>
                  <a:lnTo>
                    <a:pt x="11665" y="1905"/>
                  </a:lnTo>
                  <a:lnTo>
                    <a:pt x="11665" y="1879"/>
                  </a:lnTo>
                  <a:cubicBezTo>
                    <a:pt x="11900" y="1879"/>
                    <a:pt x="12213" y="1853"/>
                    <a:pt x="12266" y="1592"/>
                  </a:cubicBezTo>
                  <a:cubicBezTo>
                    <a:pt x="12292" y="1409"/>
                    <a:pt x="12292" y="1253"/>
                    <a:pt x="12292" y="1070"/>
                  </a:cubicBezTo>
                  <a:lnTo>
                    <a:pt x="12292" y="939"/>
                  </a:lnTo>
                  <a:lnTo>
                    <a:pt x="12292" y="757"/>
                  </a:lnTo>
                  <a:cubicBezTo>
                    <a:pt x="12318" y="600"/>
                    <a:pt x="12292" y="444"/>
                    <a:pt x="12240" y="287"/>
                  </a:cubicBezTo>
                  <a:cubicBezTo>
                    <a:pt x="12135" y="26"/>
                    <a:pt x="11874" y="0"/>
                    <a:pt x="116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9"/>
            <p:cNvSpPr/>
            <p:nvPr/>
          </p:nvSpPr>
          <p:spPr>
            <a:xfrm>
              <a:off x="807654" y="4059308"/>
              <a:ext cx="461471" cy="462032"/>
            </a:xfrm>
            <a:custGeom>
              <a:rect b="b" l="l" r="r" t="t"/>
              <a:pathLst>
                <a:path extrusionOk="0" h="9067" w="9056">
                  <a:moveTo>
                    <a:pt x="5585" y="1003"/>
                  </a:moveTo>
                  <a:cubicBezTo>
                    <a:pt x="5637" y="1003"/>
                    <a:pt x="5689" y="1029"/>
                    <a:pt x="5689" y="1081"/>
                  </a:cubicBezTo>
                  <a:lnTo>
                    <a:pt x="5715" y="3273"/>
                  </a:lnTo>
                  <a:cubicBezTo>
                    <a:pt x="5715" y="3299"/>
                    <a:pt x="5741" y="3325"/>
                    <a:pt x="5768" y="3325"/>
                  </a:cubicBezTo>
                  <a:lnTo>
                    <a:pt x="7960" y="3299"/>
                  </a:lnTo>
                  <a:cubicBezTo>
                    <a:pt x="7986" y="3299"/>
                    <a:pt x="8012" y="3299"/>
                    <a:pt x="8012" y="3325"/>
                  </a:cubicBezTo>
                  <a:cubicBezTo>
                    <a:pt x="8038" y="3325"/>
                    <a:pt x="8038" y="3351"/>
                    <a:pt x="8038" y="3378"/>
                  </a:cubicBezTo>
                  <a:cubicBezTo>
                    <a:pt x="8038" y="4134"/>
                    <a:pt x="8064" y="4865"/>
                    <a:pt x="8064" y="5622"/>
                  </a:cubicBezTo>
                  <a:cubicBezTo>
                    <a:pt x="8064" y="5648"/>
                    <a:pt x="8064" y="5674"/>
                    <a:pt x="8038" y="5700"/>
                  </a:cubicBezTo>
                  <a:cubicBezTo>
                    <a:pt x="8038" y="5700"/>
                    <a:pt x="8012" y="5726"/>
                    <a:pt x="7986" y="5726"/>
                  </a:cubicBezTo>
                  <a:lnTo>
                    <a:pt x="5794" y="5752"/>
                  </a:lnTo>
                  <a:cubicBezTo>
                    <a:pt x="5768" y="5752"/>
                    <a:pt x="5741" y="5752"/>
                    <a:pt x="5741" y="5778"/>
                  </a:cubicBezTo>
                  <a:lnTo>
                    <a:pt x="5768" y="7970"/>
                  </a:lnTo>
                  <a:cubicBezTo>
                    <a:pt x="5768" y="8023"/>
                    <a:pt x="5741" y="8075"/>
                    <a:pt x="5689" y="8075"/>
                  </a:cubicBezTo>
                  <a:lnTo>
                    <a:pt x="3445" y="8075"/>
                  </a:lnTo>
                  <a:cubicBezTo>
                    <a:pt x="3393" y="8075"/>
                    <a:pt x="3341" y="8023"/>
                    <a:pt x="3341" y="7970"/>
                  </a:cubicBezTo>
                  <a:lnTo>
                    <a:pt x="3315" y="5778"/>
                  </a:lnTo>
                  <a:cubicBezTo>
                    <a:pt x="3315" y="5778"/>
                    <a:pt x="3288" y="5752"/>
                    <a:pt x="3288" y="5752"/>
                  </a:cubicBezTo>
                  <a:lnTo>
                    <a:pt x="1096" y="5778"/>
                  </a:lnTo>
                  <a:cubicBezTo>
                    <a:pt x="1070" y="5778"/>
                    <a:pt x="1044" y="5778"/>
                    <a:pt x="1018" y="5752"/>
                  </a:cubicBezTo>
                  <a:cubicBezTo>
                    <a:pt x="992" y="5726"/>
                    <a:pt x="992" y="5700"/>
                    <a:pt x="992" y="5674"/>
                  </a:cubicBezTo>
                  <a:cubicBezTo>
                    <a:pt x="992" y="4943"/>
                    <a:pt x="966" y="4187"/>
                    <a:pt x="966" y="3430"/>
                  </a:cubicBezTo>
                  <a:cubicBezTo>
                    <a:pt x="966" y="3404"/>
                    <a:pt x="966" y="3378"/>
                    <a:pt x="992" y="3378"/>
                  </a:cubicBezTo>
                  <a:cubicBezTo>
                    <a:pt x="1018" y="3351"/>
                    <a:pt x="1018" y="3351"/>
                    <a:pt x="1044" y="3351"/>
                  </a:cubicBezTo>
                  <a:lnTo>
                    <a:pt x="3236" y="3325"/>
                  </a:lnTo>
                  <a:cubicBezTo>
                    <a:pt x="3262" y="3325"/>
                    <a:pt x="3288" y="3299"/>
                    <a:pt x="3288" y="3273"/>
                  </a:cubicBezTo>
                  <a:lnTo>
                    <a:pt x="3262" y="1081"/>
                  </a:lnTo>
                  <a:cubicBezTo>
                    <a:pt x="3262" y="1029"/>
                    <a:pt x="3288" y="1003"/>
                    <a:pt x="3341" y="1003"/>
                  </a:cubicBezTo>
                  <a:close/>
                  <a:moveTo>
                    <a:pt x="7846" y="1"/>
                  </a:moveTo>
                  <a:cubicBezTo>
                    <a:pt x="7772" y="1"/>
                    <a:pt x="7697" y="4"/>
                    <a:pt x="7620" y="11"/>
                  </a:cubicBezTo>
                  <a:lnTo>
                    <a:pt x="2767" y="63"/>
                  </a:lnTo>
                  <a:lnTo>
                    <a:pt x="1592" y="63"/>
                  </a:lnTo>
                  <a:cubicBezTo>
                    <a:pt x="940" y="63"/>
                    <a:pt x="53" y="168"/>
                    <a:pt x="26" y="1003"/>
                  </a:cubicBezTo>
                  <a:cubicBezTo>
                    <a:pt x="0" y="1446"/>
                    <a:pt x="26" y="1864"/>
                    <a:pt x="26" y="2282"/>
                  </a:cubicBezTo>
                  <a:lnTo>
                    <a:pt x="26" y="2908"/>
                  </a:lnTo>
                  <a:cubicBezTo>
                    <a:pt x="53" y="3430"/>
                    <a:pt x="53" y="3952"/>
                    <a:pt x="53" y="4474"/>
                  </a:cubicBezTo>
                  <a:cubicBezTo>
                    <a:pt x="53" y="5596"/>
                    <a:pt x="79" y="6718"/>
                    <a:pt x="79" y="7840"/>
                  </a:cubicBezTo>
                  <a:cubicBezTo>
                    <a:pt x="79" y="8205"/>
                    <a:pt x="79" y="8858"/>
                    <a:pt x="627" y="8988"/>
                  </a:cubicBezTo>
                  <a:cubicBezTo>
                    <a:pt x="888" y="9066"/>
                    <a:pt x="1175" y="9066"/>
                    <a:pt x="1436" y="9066"/>
                  </a:cubicBezTo>
                  <a:lnTo>
                    <a:pt x="6289" y="9014"/>
                  </a:lnTo>
                  <a:lnTo>
                    <a:pt x="7464" y="9014"/>
                  </a:lnTo>
                  <a:cubicBezTo>
                    <a:pt x="8142" y="8988"/>
                    <a:pt x="9030" y="8884"/>
                    <a:pt x="9030" y="8049"/>
                  </a:cubicBezTo>
                  <a:cubicBezTo>
                    <a:pt x="9056" y="7631"/>
                    <a:pt x="9030" y="7188"/>
                    <a:pt x="9030" y="6770"/>
                  </a:cubicBezTo>
                  <a:lnTo>
                    <a:pt x="9030" y="6170"/>
                  </a:lnTo>
                  <a:cubicBezTo>
                    <a:pt x="9030" y="5648"/>
                    <a:pt x="9003" y="5100"/>
                    <a:pt x="9003" y="4578"/>
                  </a:cubicBezTo>
                  <a:cubicBezTo>
                    <a:pt x="9003" y="3482"/>
                    <a:pt x="8977" y="2334"/>
                    <a:pt x="8977" y="1212"/>
                  </a:cubicBezTo>
                  <a:cubicBezTo>
                    <a:pt x="8977" y="872"/>
                    <a:pt x="8977" y="220"/>
                    <a:pt x="8455" y="63"/>
                  </a:cubicBezTo>
                  <a:cubicBezTo>
                    <a:pt x="8245" y="25"/>
                    <a:pt x="8049" y="1"/>
                    <a:pt x="78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9"/>
            <p:cNvSpPr/>
            <p:nvPr/>
          </p:nvSpPr>
          <p:spPr>
            <a:xfrm>
              <a:off x="868804" y="4121018"/>
              <a:ext cx="340498" cy="340141"/>
            </a:xfrm>
            <a:custGeom>
              <a:rect b="b" l="l" r="r" t="t"/>
              <a:pathLst>
                <a:path extrusionOk="0" h="6675" w="6682">
                  <a:moveTo>
                    <a:pt x="2271" y="1"/>
                  </a:moveTo>
                  <a:cubicBezTo>
                    <a:pt x="2271" y="1"/>
                    <a:pt x="2271" y="27"/>
                    <a:pt x="2271" y="27"/>
                  </a:cubicBezTo>
                  <a:lnTo>
                    <a:pt x="2323" y="2219"/>
                  </a:lnTo>
                  <a:cubicBezTo>
                    <a:pt x="2323" y="2271"/>
                    <a:pt x="2271" y="2323"/>
                    <a:pt x="2219" y="2323"/>
                  </a:cubicBezTo>
                  <a:lnTo>
                    <a:pt x="27" y="2349"/>
                  </a:lnTo>
                  <a:lnTo>
                    <a:pt x="1" y="2349"/>
                  </a:lnTo>
                  <a:cubicBezTo>
                    <a:pt x="1" y="2349"/>
                    <a:pt x="1" y="2349"/>
                    <a:pt x="1" y="2375"/>
                  </a:cubicBezTo>
                  <a:cubicBezTo>
                    <a:pt x="27" y="3028"/>
                    <a:pt x="27" y="3706"/>
                    <a:pt x="27" y="4359"/>
                  </a:cubicBezTo>
                  <a:cubicBezTo>
                    <a:pt x="27" y="4359"/>
                    <a:pt x="27" y="4385"/>
                    <a:pt x="27" y="4385"/>
                  </a:cubicBezTo>
                  <a:lnTo>
                    <a:pt x="53" y="4385"/>
                  </a:lnTo>
                  <a:lnTo>
                    <a:pt x="2245" y="4359"/>
                  </a:lnTo>
                  <a:cubicBezTo>
                    <a:pt x="2297" y="4359"/>
                    <a:pt x="2323" y="4385"/>
                    <a:pt x="2323" y="4437"/>
                  </a:cubicBezTo>
                  <a:lnTo>
                    <a:pt x="2376" y="6629"/>
                  </a:lnTo>
                  <a:cubicBezTo>
                    <a:pt x="2376" y="6655"/>
                    <a:pt x="2376" y="6655"/>
                    <a:pt x="2376" y="6655"/>
                  </a:cubicBezTo>
                  <a:lnTo>
                    <a:pt x="4359" y="6655"/>
                  </a:lnTo>
                  <a:cubicBezTo>
                    <a:pt x="4359" y="6668"/>
                    <a:pt x="4365" y="6675"/>
                    <a:pt x="4372" y="6675"/>
                  </a:cubicBezTo>
                  <a:cubicBezTo>
                    <a:pt x="4378" y="6675"/>
                    <a:pt x="4385" y="6668"/>
                    <a:pt x="4385" y="6655"/>
                  </a:cubicBezTo>
                  <a:cubicBezTo>
                    <a:pt x="4385" y="6655"/>
                    <a:pt x="4385" y="6655"/>
                    <a:pt x="4385" y="6629"/>
                  </a:cubicBezTo>
                  <a:lnTo>
                    <a:pt x="4359" y="4437"/>
                  </a:lnTo>
                  <a:cubicBezTo>
                    <a:pt x="4359" y="4385"/>
                    <a:pt x="4411" y="4359"/>
                    <a:pt x="4463" y="4359"/>
                  </a:cubicBezTo>
                  <a:lnTo>
                    <a:pt x="6655" y="4332"/>
                  </a:lnTo>
                  <a:lnTo>
                    <a:pt x="6681" y="4332"/>
                  </a:lnTo>
                  <a:cubicBezTo>
                    <a:pt x="6681" y="4306"/>
                    <a:pt x="6681" y="4306"/>
                    <a:pt x="6681" y="4306"/>
                  </a:cubicBezTo>
                  <a:cubicBezTo>
                    <a:pt x="6655" y="3628"/>
                    <a:pt x="6655" y="2949"/>
                    <a:pt x="6655" y="2297"/>
                  </a:cubicBezTo>
                  <a:cubicBezTo>
                    <a:pt x="6655" y="2297"/>
                    <a:pt x="6655" y="2297"/>
                    <a:pt x="6655" y="2271"/>
                  </a:cubicBezTo>
                  <a:lnTo>
                    <a:pt x="6629" y="2271"/>
                  </a:lnTo>
                  <a:lnTo>
                    <a:pt x="4437" y="2323"/>
                  </a:lnTo>
                  <a:cubicBezTo>
                    <a:pt x="4385" y="2323"/>
                    <a:pt x="4333" y="2271"/>
                    <a:pt x="4333" y="2219"/>
                  </a:cubicBezTo>
                  <a:lnTo>
                    <a:pt x="4307" y="27"/>
                  </a:lnTo>
                  <a:cubicBezTo>
                    <a:pt x="4307" y="27"/>
                    <a:pt x="4307" y="1"/>
                    <a:pt x="43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9"/>
            <p:cNvSpPr/>
            <p:nvPr/>
          </p:nvSpPr>
          <p:spPr>
            <a:xfrm>
              <a:off x="605501" y="1370993"/>
              <a:ext cx="2242079" cy="3309842"/>
            </a:xfrm>
            <a:custGeom>
              <a:rect b="b" l="l" r="r" t="t"/>
              <a:pathLst>
                <a:path extrusionOk="0" h="64953" w="43999">
                  <a:moveTo>
                    <a:pt x="39350" y="5030"/>
                  </a:moveTo>
                  <a:cubicBezTo>
                    <a:pt x="39567" y="5030"/>
                    <a:pt x="39779" y="5088"/>
                    <a:pt x="39954" y="5219"/>
                  </a:cubicBezTo>
                  <a:cubicBezTo>
                    <a:pt x="40110" y="5428"/>
                    <a:pt x="40162" y="5689"/>
                    <a:pt x="40136" y="5950"/>
                  </a:cubicBezTo>
                  <a:lnTo>
                    <a:pt x="40136" y="6081"/>
                  </a:lnTo>
                  <a:lnTo>
                    <a:pt x="40136" y="6289"/>
                  </a:lnTo>
                  <a:cubicBezTo>
                    <a:pt x="40162" y="6524"/>
                    <a:pt x="40136" y="6785"/>
                    <a:pt x="40032" y="7020"/>
                  </a:cubicBezTo>
                  <a:cubicBezTo>
                    <a:pt x="39844" y="7208"/>
                    <a:pt x="39593" y="7311"/>
                    <a:pt x="39336" y="7311"/>
                  </a:cubicBezTo>
                  <a:cubicBezTo>
                    <a:pt x="39307" y="7311"/>
                    <a:pt x="39278" y="7310"/>
                    <a:pt x="39249" y="7307"/>
                  </a:cubicBezTo>
                  <a:lnTo>
                    <a:pt x="15945" y="7594"/>
                  </a:lnTo>
                  <a:cubicBezTo>
                    <a:pt x="15684" y="7594"/>
                    <a:pt x="15319" y="7594"/>
                    <a:pt x="15162" y="7333"/>
                  </a:cubicBezTo>
                  <a:cubicBezTo>
                    <a:pt x="15058" y="7098"/>
                    <a:pt x="15032" y="6863"/>
                    <a:pt x="15058" y="6603"/>
                  </a:cubicBezTo>
                  <a:lnTo>
                    <a:pt x="15058" y="6472"/>
                  </a:lnTo>
                  <a:lnTo>
                    <a:pt x="15058" y="6315"/>
                  </a:lnTo>
                  <a:cubicBezTo>
                    <a:pt x="15006" y="6055"/>
                    <a:pt x="15058" y="5794"/>
                    <a:pt x="15189" y="5559"/>
                  </a:cubicBezTo>
                  <a:cubicBezTo>
                    <a:pt x="15345" y="5324"/>
                    <a:pt x="15658" y="5324"/>
                    <a:pt x="15919" y="5324"/>
                  </a:cubicBezTo>
                  <a:lnTo>
                    <a:pt x="39014" y="5037"/>
                  </a:lnTo>
                  <a:lnTo>
                    <a:pt x="39223" y="5037"/>
                  </a:lnTo>
                  <a:cubicBezTo>
                    <a:pt x="39265" y="5033"/>
                    <a:pt x="39308" y="5030"/>
                    <a:pt x="39350" y="5030"/>
                  </a:cubicBezTo>
                  <a:close/>
                  <a:moveTo>
                    <a:pt x="39275" y="8586"/>
                  </a:moveTo>
                  <a:cubicBezTo>
                    <a:pt x="39536" y="8586"/>
                    <a:pt x="39901" y="8586"/>
                    <a:pt x="40058" y="8847"/>
                  </a:cubicBezTo>
                  <a:cubicBezTo>
                    <a:pt x="40136" y="9056"/>
                    <a:pt x="40188" y="9317"/>
                    <a:pt x="40162" y="9551"/>
                  </a:cubicBezTo>
                  <a:lnTo>
                    <a:pt x="40162" y="9682"/>
                  </a:lnTo>
                  <a:lnTo>
                    <a:pt x="40162" y="9838"/>
                  </a:lnTo>
                  <a:cubicBezTo>
                    <a:pt x="40214" y="10099"/>
                    <a:pt x="40162" y="10360"/>
                    <a:pt x="40032" y="10595"/>
                  </a:cubicBezTo>
                  <a:cubicBezTo>
                    <a:pt x="39875" y="10830"/>
                    <a:pt x="39562" y="10830"/>
                    <a:pt x="39301" y="10830"/>
                  </a:cubicBezTo>
                  <a:lnTo>
                    <a:pt x="15971" y="11117"/>
                  </a:lnTo>
                  <a:cubicBezTo>
                    <a:pt x="15737" y="11117"/>
                    <a:pt x="15345" y="11117"/>
                    <a:pt x="15215" y="10856"/>
                  </a:cubicBezTo>
                  <a:cubicBezTo>
                    <a:pt x="15110" y="10621"/>
                    <a:pt x="15058" y="10360"/>
                    <a:pt x="15084" y="10099"/>
                  </a:cubicBezTo>
                  <a:lnTo>
                    <a:pt x="15084" y="9917"/>
                  </a:lnTo>
                  <a:lnTo>
                    <a:pt x="15084" y="9786"/>
                  </a:lnTo>
                  <a:cubicBezTo>
                    <a:pt x="15032" y="9551"/>
                    <a:pt x="15084" y="9290"/>
                    <a:pt x="15241" y="9082"/>
                  </a:cubicBezTo>
                  <a:cubicBezTo>
                    <a:pt x="15416" y="8928"/>
                    <a:pt x="15629" y="8867"/>
                    <a:pt x="15848" y="8867"/>
                  </a:cubicBezTo>
                  <a:cubicBezTo>
                    <a:pt x="15889" y="8867"/>
                    <a:pt x="15930" y="8869"/>
                    <a:pt x="15971" y="8873"/>
                  </a:cubicBezTo>
                  <a:lnTo>
                    <a:pt x="39275" y="8586"/>
                  </a:lnTo>
                  <a:close/>
                  <a:moveTo>
                    <a:pt x="26880" y="12265"/>
                  </a:moveTo>
                  <a:cubicBezTo>
                    <a:pt x="27193" y="12265"/>
                    <a:pt x="27506" y="12291"/>
                    <a:pt x="27636" y="12526"/>
                  </a:cubicBezTo>
                  <a:cubicBezTo>
                    <a:pt x="27741" y="12761"/>
                    <a:pt x="27793" y="13022"/>
                    <a:pt x="27767" y="13283"/>
                  </a:cubicBezTo>
                  <a:lnTo>
                    <a:pt x="27767" y="13466"/>
                  </a:lnTo>
                  <a:lnTo>
                    <a:pt x="27767" y="13596"/>
                  </a:lnTo>
                  <a:cubicBezTo>
                    <a:pt x="27819" y="13857"/>
                    <a:pt x="27767" y="14092"/>
                    <a:pt x="27610" y="14301"/>
                  </a:cubicBezTo>
                  <a:cubicBezTo>
                    <a:pt x="27434" y="14455"/>
                    <a:pt x="27240" y="14516"/>
                    <a:pt x="27028" y="14516"/>
                  </a:cubicBezTo>
                  <a:cubicBezTo>
                    <a:pt x="26988" y="14516"/>
                    <a:pt x="26947" y="14514"/>
                    <a:pt x="26906" y="14510"/>
                  </a:cubicBezTo>
                  <a:lnTo>
                    <a:pt x="19677" y="14614"/>
                  </a:lnTo>
                  <a:lnTo>
                    <a:pt x="16180" y="14666"/>
                  </a:lnTo>
                  <a:lnTo>
                    <a:pt x="15998" y="14666"/>
                  </a:lnTo>
                  <a:cubicBezTo>
                    <a:pt x="15965" y="14669"/>
                    <a:pt x="15932" y="14671"/>
                    <a:pt x="15900" y="14671"/>
                  </a:cubicBezTo>
                  <a:cubicBezTo>
                    <a:pt x="15673" y="14671"/>
                    <a:pt x="15453" y="14591"/>
                    <a:pt x="15293" y="14431"/>
                  </a:cubicBezTo>
                  <a:cubicBezTo>
                    <a:pt x="15162" y="14223"/>
                    <a:pt x="15110" y="13962"/>
                    <a:pt x="15136" y="13701"/>
                  </a:cubicBezTo>
                  <a:lnTo>
                    <a:pt x="15136" y="13544"/>
                  </a:lnTo>
                  <a:lnTo>
                    <a:pt x="15136" y="13387"/>
                  </a:lnTo>
                  <a:cubicBezTo>
                    <a:pt x="15110" y="13127"/>
                    <a:pt x="15136" y="12866"/>
                    <a:pt x="15267" y="12631"/>
                  </a:cubicBezTo>
                  <a:cubicBezTo>
                    <a:pt x="15423" y="12396"/>
                    <a:pt x="15763" y="12396"/>
                    <a:pt x="15998" y="12396"/>
                  </a:cubicBezTo>
                  <a:lnTo>
                    <a:pt x="26723" y="12265"/>
                  </a:lnTo>
                  <a:close/>
                  <a:moveTo>
                    <a:pt x="10935" y="5402"/>
                  </a:moveTo>
                  <a:cubicBezTo>
                    <a:pt x="11587" y="5402"/>
                    <a:pt x="12005" y="5507"/>
                    <a:pt x="12240" y="5741"/>
                  </a:cubicBezTo>
                  <a:cubicBezTo>
                    <a:pt x="12449" y="6002"/>
                    <a:pt x="12553" y="6315"/>
                    <a:pt x="12527" y="6629"/>
                  </a:cubicBezTo>
                  <a:lnTo>
                    <a:pt x="12527" y="7933"/>
                  </a:lnTo>
                  <a:lnTo>
                    <a:pt x="12527" y="8455"/>
                  </a:lnTo>
                  <a:cubicBezTo>
                    <a:pt x="12553" y="9029"/>
                    <a:pt x="12579" y="9577"/>
                    <a:pt x="12579" y="10152"/>
                  </a:cubicBezTo>
                  <a:cubicBezTo>
                    <a:pt x="12605" y="11248"/>
                    <a:pt x="12631" y="12370"/>
                    <a:pt x="12605" y="13466"/>
                  </a:cubicBezTo>
                  <a:cubicBezTo>
                    <a:pt x="12579" y="14483"/>
                    <a:pt x="11979" y="14718"/>
                    <a:pt x="11013" y="14718"/>
                  </a:cubicBezTo>
                  <a:lnTo>
                    <a:pt x="5872" y="14797"/>
                  </a:lnTo>
                  <a:lnTo>
                    <a:pt x="4855" y="14797"/>
                  </a:lnTo>
                  <a:cubicBezTo>
                    <a:pt x="4795" y="14799"/>
                    <a:pt x="4738" y="14801"/>
                    <a:pt x="4682" y="14801"/>
                  </a:cubicBezTo>
                  <a:cubicBezTo>
                    <a:pt x="4178" y="14801"/>
                    <a:pt x="3840" y="14693"/>
                    <a:pt x="3628" y="14457"/>
                  </a:cubicBezTo>
                  <a:cubicBezTo>
                    <a:pt x="3393" y="14170"/>
                    <a:pt x="3263" y="13779"/>
                    <a:pt x="3315" y="13414"/>
                  </a:cubicBezTo>
                  <a:cubicBezTo>
                    <a:pt x="3315" y="12474"/>
                    <a:pt x="3289" y="11535"/>
                    <a:pt x="3263" y="10621"/>
                  </a:cubicBezTo>
                  <a:cubicBezTo>
                    <a:pt x="3211" y="9343"/>
                    <a:pt x="3185" y="8012"/>
                    <a:pt x="3211" y="6733"/>
                  </a:cubicBezTo>
                  <a:cubicBezTo>
                    <a:pt x="3237" y="6002"/>
                    <a:pt x="3524" y="5611"/>
                    <a:pt x="4124" y="5507"/>
                  </a:cubicBezTo>
                  <a:cubicBezTo>
                    <a:pt x="4411" y="5480"/>
                    <a:pt x="4698" y="5454"/>
                    <a:pt x="5011" y="5454"/>
                  </a:cubicBezTo>
                  <a:lnTo>
                    <a:pt x="6029" y="5454"/>
                  </a:lnTo>
                  <a:lnTo>
                    <a:pt x="10935" y="5402"/>
                  </a:lnTo>
                  <a:close/>
                  <a:moveTo>
                    <a:pt x="39506" y="16826"/>
                  </a:moveTo>
                  <a:cubicBezTo>
                    <a:pt x="39724" y="16826"/>
                    <a:pt x="39935" y="16884"/>
                    <a:pt x="40110" y="17015"/>
                  </a:cubicBezTo>
                  <a:cubicBezTo>
                    <a:pt x="40241" y="17224"/>
                    <a:pt x="40319" y="17485"/>
                    <a:pt x="40267" y="17745"/>
                  </a:cubicBezTo>
                  <a:lnTo>
                    <a:pt x="40267" y="17876"/>
                  </a:lnTo>
                  <a:lnTo>
                    <a:pt x="40267" y="18059"/>
                  </a:lnTo>
                  <a:cubicBezTo>
                    <a:pt x="40319" y="18320"/>
                    <a:pt x="40293" y="18581"/>
                    <a:pt x="40162" y="18815"/>
                  </a:cubicBezTo>
                  <a:cubicBezTo>
                    <a:pt x="40011" y="18988"/>
                    <a:pt x="39788" y="19090"/>
                    <a:pt x="39553" y="19090"/>
                  </a:cubicBezTo>
                  <a:cubicBezTo>
                    <a:pt x="39504" y="19090"/>
                    <a:pt x="39455" y="19085"/>
                    <a:pt x="39406" y="19076"/>
                  </a:cubicBezTo>
                  <a:lnTo>
                    <a:pt x="31629" y="19181"/>
                  </a:lnTo>
                  <a:lnTo>
                    <a:pt x="16102" y="19363"/>
                  </a:lnTo>
                  <a:cubicBezTo>
                    <a:pt x="15841" y="19363"/>
                    <a:pt x="15450" y="19363"/>
                    <a:pt x="15319" y="19102"/>
                  </a:cubicBezTo>
                  <a:cubicBezTo>
                    <a:pt x="15215" y="18894"/>
                    <a:pt x="15189" y="18659"/>
                    <a:pt x="15189" y="18398"/>
                  </a:cubicBezTo>
                  <a:lnTo>
                    <a:pt x="15189" y="18267"/>
                  </a:lnTo>
                  <a:lnTo>
                    <a:pt x="15189" y="18111"/>
                  </a:lnTo>
                  <a:cubicBezTo>
                    <a:pt x="15162" y="17850"/>
                    <a:pt x="15215" y="17589"/>
                    <a:pt x="15345" y="17354"/>
                  </a:cubicBezTo>
                  <a:cubicBezTo>
                    <a:pt x="15502" y="17119"/>
                    <a:pt x="15815" y="17119"/>
                    <a:pt x="16076" y="17119"/>
                  </a:cubicBezTo>
                  <a:lnTo>
                    <a:pt x="39171" y="16832"/>
                  </a:lnTo>
                  <a:lnTo>
                    <a:pt x="39379" y="16832"/>
                  </a:lnTo>
                  <a:cubicBezTo>
                    <a:pt x="39422" y="16828"/>
                    <a:pt x="39464" y="16826"/>
                    <a:pt x="39506" y="16826"/>
                  </a:cubicBezTo>
                  <a:close/>
                  <a:moveTo>
                    <a:pt x="39432" y="20355"/>
                  </a:moveTo>
                  <a:cubicBezTo>
                    <a:pt x="39666" y="20355"/>
                    <a:pt x="40058" y="20355"/>
                    <a:pt x="40188" y="20616"/>
                  </a:cubicBezTo>
                  <a:cubicBezTo>
                    <a:pt x="40293" y="20851"/>
                    <a:pt x="40345" y="21086"/>
                    <a:pt x="40319" y="21347"/>
                  </a:cubicBezTo>
                  <a:lnTo>
                    <a:pt x="40319" y="21477"/>
                  </a:lnTo>
                  <a:lnTo>
                    <a:pt x="40319" y="21634"/>
                  </a:lnTo>
                  <a:cubicBezTo>
                    <a:pt x="40345" y="21895"/>
                    <a:pt x="40293" y="22156"/>
                    <a:pt x="40188" y="22391"/>
                  </a:cubicBezTo>
                  <a:cubicBezTo>
                    <a:pt x="40006" y="22625"/>
                    <a:pt x="39693" y="22625"/>
                    <a:pt x="39432" y="22625"/>
                  </a:cubicBezTo>
                  <a:lnTo>
                    <a:pt x="16128" y="22912"/>
                  </a:lnTo>
                  <a:cubicBezTo>
                    <a:pt x="15893" y="22912"/>
                    <a:pt x="15502" y="22912"/>
                    <a:pt x="15345" y="22652"/>
                  </a:cubicBezTo>
                  <a:cubicBezTo>
                    <a:pt x="15241" y="22417"/>
                    <a:pt x="15215" y="22156"/>
                    <a:pt x="15241" y="21895"/>
                  </a:cubicBezTo>
                  <a:lnTo>
                    <a:pt x="15241" y="21712"/>
                  </a:lnTo>
                  <a:lnTo>
                    <a:pt x="15241" y="21582"/>
                  </a:lnTo>
                  <a:cubicBezTo>
                    <a:pt x="15189" y="21321"/>
                    <a:pt x="15241" y="21086"/>
                    <a:pt x="15397" y="20877"/>
                  </a:cubicBezTo>
                  <a:cubicBezTo>
                    <a:pt x="15563" y="20732"/>
                    <a:pt x="15746" y="20652"/>
                    <a:pt x="15945" y="20652"/>
                  </a:cubicBezTo>
                  <a:cubicBezTo>
                    <a:pt x="15996" y="20652"/>
                    <a:pt x="16049" y="20658"/>
                    <a:pt x="16102" y="20668"/>
                  </a:cubicBezTo>
                  <a:lnTo>
                    <a:pt x="39432" y="20355"/>
                  </a:lnTo>
                  <a:close/>
                  <a:moveTo>
                    <a:pt x="27036" y="24035"/>
                  </a:moveTo>
                  <a:cubicBezTo>
                    <a:pt x="27349" y="24035"/>
                    <a:pt x="27662" y="24061"/>
                    <a:pt x="27793" y="24296"/>
                  </a:cubicBezTo>
                  <a:cubicBezTo>
                    <a:pt x="27897" y="24530"/>
                    <a:pt x="27949" y="24791"/>
                    <a:pt x="27923" y="25052"/>
                  </a:cubicBezTo>
                  <a:lnTo>
                    <a:pt x="27923" y="25235"/>
                  </a:lnTo>
                  <a:lnTo>
                    <a:pt x="27923" y="25365"/>
                  </a:lnTo>
                  <a:cubicBezTo>
                    <a:pt x="27976" y="25626"/>
                    <a:pt x="27923" y="25887"/>
                    <a:pt x="27767" y="26096"/>
                  </a:cubicBezTo>
                  <a:cubicBezTo>
                    <a:pt x="27585" y="26233"/>
                    <a:pt x="27363" y="26310"/>
                    <a:pt x="27135" y="26310"/>
                  </a:cubicBezTo>
                  <a:cubicBezTo>
                    <a:pt x="27102" y="26310"/>
                    <a:pt x="27069" y="26308"/>
                    <a:pt x="27036" y="26305"/>
                  </a:cubicBezTo>
                  <a:lnTo>
                    <a:pt x="26853" y="26305"/>
                  </a:lnTo>
                  <a:lnTo>
                    <a:pt x="16337" y="26435"/>
                  </a:lnTo>
                  <a:lnTo>
                    <a:pt x="16154" y="26435"/>
                  </a:lnTo>
                  <a:cubicBezTo>
                    <a:pt x="16121" y="26439"/>
                    <a:pt x="16088" y="26440"/>
                    <a:pt x="16055" y="26440"/>
                  </a:cubicBezTo>
                  <a:cubicBezTo>
                    <a:pt x="15828" y="26440"/>
                    <a:pt x="15609" y="26363"/>
                    <a:pt x="15450" y="26227"/>
                  </a:cubicBezTo>
                  <a:cubicBezTo>
                    <a:pt x="15319" y="25992"/>
                    <a:pt x="15241" y="25731"/>
                    <a:pt x="15293" y="25470"/>
                  </a:cubicBezTo>
                  <a:lnTo>
                    <a:pt x="15293" y="25313"/>
                  </a:lnTo>
                  <a:lnTo>
                    <a:pt x="15293" y="25157"/>
                  </a:lnTo>
                  <a:cubicBezTo>
                    <a:pt x="15241" y="24896"/>
                    <a:pt x="15293" y="24635"/>
                    <a:pt x="15423" y="24400"/>
                  </a:cubicBezTo>
                  <a:cubicBezTo>
                    <a:pt x="15580" y="24165"/>
                    <a:pt x="15893" y="24165"/>
                    <a:pt x="16154" y="24165"/>
                  </a:cubicBezTo>
                  <a:lnTo>
                    <a:pt x="27036" y="24035"/>
                  </a:lnTo>
                  <a:close/>
                  <a:moveTo>
                    <a:pt x="11092" y="17145"/>
                  </a:moveTo>
                  <a:cubicBezTo>
                    <a:pt x="11718" y="17145"/>
                    <a:pt x="12135" y="17250"/>
                    <a:pt x="12396" y="17511"/>
                  </a:cubicBezTo>
                  <a:cubicBezTo>
                    <a:pt x="12605" y="17745"/>
                    <a:pt x="12709" y="18059"/>
                    <a:pt x="12683" y="18372"/>
                  </a:cubicBezTo>
                  <a:lnTo>
                    <a:pt x="12683" y="19703"/>
                  </a:lnTo>
                  <a:lnTo>
                    <a:pt x="12683" y="20198"/>
                  </a:lnTo>
                  <a:cubicBezTo>
                    <a:pt x="12683" y="20773"/>
                    <a:pt x="12709" y="21347"/>
                    <a:pt x="12709" y="21921"/>
                  </a:cubicBezTo>
                  <a:cubicBezTo>
                    <a:pt x="12736" y="23017"/>
                    <a:pt x="12762" y="24139"/>
                    <a:pt x="12736" y="25235"/>
                  </a:cubicBezTo>
                  <a:cubicBezTo>
                    <a:pt x="12709" y="26253"/>
                    <a:pt x="12109" y="26488"/>
                    <a:pt x="11170" y="26488"/>
                  </a:cubicBezTo>
                  <a:lnTo>
                    <a:pt x="4959" y="26566"/>
                  </a:lnTo>
                  <a:cubicBezTo>
                    <a:pt x="4385" y="26566"/>
                    <a:pt x="3993" y="26462"/>
                    <a:pt x="3759" y="26227"/>
                  </a:cubicBezTo>
                  <a:cubicBezTo>
                    <a:pt x="3498" y="25940"/>
                    <a:pt x="3393" y="25548"/>
                    <a:pt x="3419" y="25157"/>
                  </a:cubicBezTo>
                  <a:cubicBezTo>
                    <a:pt x="3419" y="24243"/>
                    <a:pt x="3393" y="23304"/>
                    <a:pt x="3367" y="22391"/>
                  </a:cubicBezTo>
                  <a:cubicBezTo>
                    <a:pt x="3341" y="21112"/>
                    <a:pt x="3315" y="19807"/>
                    <a:pt x="3341" y="18502"/>
                  </a:cubicBezTo>
                  <a:cubicBezTo>
                    <a:pt x="3367" y="17772"/>
                    <a:pt x="3654" y="17354"/>
                    <a:pt x="4254" y="17276"/>
                  </a:cubicBezTo>
                  <a:cubicBezTo>
                    <a:pt x="4541" y="17250"/>
                    <a:pt x="4829" y="17224"/>
                    <a:pt x="5116" y="17224"/>
                  </a:cubicBezTo>
                  <a:lnTo>
                    <a:pt x="6159" y="17224"/>
                  </a:lnTo>
                  <a:lnTo>
                    <a:pt x="11092" y="17145"/>
                  </a:lnTo>
                  <a:close/>
                  <a:moveTo>
                    <a:pt x="39686" y="28611"/>
                  </a:moveTo>
                  <a:cubicBezTo>
                    <a:pt x="39878" y="28611"/>
                    <a:pt x="40075" y="28686"/>
                    <a:pt x="40241" y="28810"/>
                  </a:cubicBezTo>
                  <a:cubicBezTo>
                    <a:pt x="40397" y="29019"/>
                    <a:pt x="40449" y="29280"/>
                    <a:pt x="40423" y="29515"/>
                  </a:cubicBezTo>
                  <a:lnTo>
                    <a:pt x="40423" y="29671"/>
                  </a:lnTo>
                  <a:lnTo>
                    <a:pt x="40423" y="29854"/>
                  </a:lnTo>
                  <a:cubicBezTo>
                    <a:pt x="40475" y="30115"/>
                    <a:pt x="40423" y="30376"/>
                    <a:pt x="40319" y="30585"/>
                  </a:cubicBezTo>
                  <a:cubicBezTo>
                    <a:pt x="40145" y="30780"/>
                    <a:pt x="39918" y="30885"/>
                    <a:pt x="39681" y="30885"/>
                  </a:cubicBezTo>
                  <a:cubicBezTo>
                    <a:pt x="39633" y="30885"/>
                    <a:pt x="39585" y="30881"/>
                    <a:pt x="39536" y="30872"/>
                  </a:cubicBezTo>
                  <a:lnTo>
                    <a:pt x="16232" y="31159"/>
                  </a:lnTo>
                  <a:cubicBezTo>
                    <a:pt x="15971" y="31159"/>
                    <a:pt x="15606" y="31159"/>
                    <a:pt x="15450" y="30898"/>
                  </a:cubicBezTo>
                  <a:cubicBezTo>
                    <a:pt x="15371" y="30689"/>
                    <a:pt x="15319" y="30428"/>
                    <a:pt x="15345" y="30193"/>
                  </a:cubicBezTo>
                  <a:lnTo>
                    <a:pt x="15345" y="30037"/>
                  </a:lnTo>
                  <a:lnTo>
                    <a:pt x="15345" y="29880"/>
                  </a:lnTo>
                  <a:cubicBezTo>
                    <a:pt x="15293" y="29619"/>
                    <a:pt x="15345" y="29358"/>
                    <a:pt x="15476" y="29149"/>
                  </a:cubicBezTo>
                  <a:cubicBezTo>
                    <a:pt x="15632" y="28915"/>
                    <a:pt x="15971" y="28915"/>
                    <a:pt x="16206" y="28915"/>
                  </a:cubicBezTo>
                  <a:lnTo>
                    <a:pt x="39301" y="28627"/>
                  </a:lnTo>
                  <a:lnTo>
                    <a:pt x="39536" y="28627"/>
                  </a:lnTo>
                  <a:cubicBezTo>
                    <a:pt x="39585" y="28617"/>
                    <a:pt x="39635" y="28611"/>
                    <a:pt x="39686" y="28611"/>
                  </a:cubicBezTo>
                  <a:close/>
                  <a:moveTo>
                    <a:pt x="39588" y="32150"/>
                  </a:moveTo>
                  <a:cubicBezTo>
                    <a:pt x="39823" y="32150"/>
                    <a:pt x="40214" y="32150"/>
                    <a:pt x="40345" y="32411"/>
                  </a:cubicBezTo>
                  <a:cubicBezTo>
                    <a:pt x="40449" y="32620"/>
                    <a:pt x="40502" y="32881"/>
                    <a:pt x="40475" y="33116"/>
                  </a:cubicBezTo>
                  <a:lnTo>
                    <a:pt x="40475" y="33299"/>
                  </a:lnTo>
                  <a:lnTo>
                    <a:pt x="40475" y="33455"/>
                  </a:lnTo>
                  <a:cubicBezTo>
                    <a:pt x="40502" y="33716"/>
                    <a:pt x="40449" y="33977"/>
                    <a:pt x="40345" y="34212"/>
                  </a:cubicBezTo>
                  <a:cubicBezTo>
                    <a:pt x="40162" y="34421"/>
                    <a:pt x="39849" y="34421"/>
                    <a:pt x="39588" y="34421"/>
                  </a:cubicBezTo>
                  <a:lnTo>
                    <a:pt x="16285" y="34708"/>
                  </a:lnTo>
                  <a:cubicBezTo>
                    <a:pt x="16024" y="34708"/>
                    <a:pt x="15658" y="34708"/>
                    <a:pt x="15502" y="34447"/>
                  </a:cubicBezTo>
                  <a:cubicBezTo>
                    <a:pt x="15397" y="34186"/>
                    <a:pt x="15371" y="33951"/>
                    <a:pt x="15397" y="33690"/>
                  </a:cubicBezTo>
                  <a:lnTo>
                    <a:pt x="15397" y="33507"/>
                  </a:lnTo>
                  <a:lnTo>
                    <a:pt x="15397" y="33377"/>
                  </a:lnTo>
                  <a:cubicBezTo>
                    <a:pt x="15345" y="33116"/>
                    <a:pt x="15397" y="32855"/>
                    <a:pt x="15554" y="32646"/>
                  </a:cubicBezTo>
                  <a:cubicBezTo>
                    <a:pt x="15713" y="32510"/>
                    <a:pt x="15933" y="32433"/>
                    <a:pt x="16159" y="32433"/>
                  </a:cubicBezTo>
                  <a:cubicBezTo>
                    <a:pt x="16192" y="32433"/>
                    <a:pt x="16225" y="32434"/>
                    <a:pt x="16259" y="32437"/>
                  </a:cubicBezTo>
                  <a:lnTo>
                    <a:pt x="39588" y="32150"/>
                  </a:lnTo>
                  <a:close/>
                  <a:moveTo>
                    <a:pt x="27193" y="35830"/>
                  </a:moveTo>
                  <a:cubicBezTo>
                    <a:pt x="27506" y="35830"/>
                    <a:pt x="27819" y="35856"/>
                    <a:pt x="27949" y="36091"/>
                  </a:cubicBezTo>
                  <a:cubicBezTo>
                    <a:pt x="28054" y="36326"/>
                    <a:pt x="28080" y="36587"/>
                    <a:pt x="28054" y="36848"/>
                  </a:cubicBezTo>
                  <a:lnTo>
                    <a:pt x="28054" y="37030"/>
                  </a:lnTo>
                  <a:lnTo>
                    <a:pt x="28054" y="37161"/>
                  </a:lnTo>
                  <a:cubicBezTo>
                    <a:pt x="28106" y="37422"/>
                    <a:pt x="28054" y="37683"/>
                    <a:pt x="27923" y="37892"/>
                  </a:cubicBezTo>
                  <a:cubicBezTo>
                    <a:pt x="27741" y="38028"/>
                    <a:pt x="27519" y="38105"/>
                    <a:pt x="27292" y="38105"/>
                  </a:cubicBezTo>
                  <a:cubicBezTo>
                    <a:pt x="27259" y="38105"/>
                    <a:pt x="27226" y="38104"/>
                    <a:pt x="27193" y="38100"/>
                  </a:cubicBezTo>
                  <a:lnTo>
                    <a:pt x="16493" y="38231"/>
                  </a:lnTo>
                  <a:lnTo>
                    <a:pt x="16285" y="38231"/>
                  </a:lnTo>
                  <a:cubicBezTo>
                    <a:pt x="16237" y="38241"/>
                    <a:pt x="16188" y="38247"/>
                    <a:pt x="16138" y="38247"/>
                  </a:cubicBezTo>
                  <a:cubicBezTo>
                    <a:pt x="15945" y="38247"/>
                    <a:pt x="15746" y="38167"/>
                    <a:pt x="15580" y="38022"/>
                  </a:cubicBezTo>
                  <a:cubicBezTo>
                    <a:pt x="15450" y="37787"/>
                    <a:pt x="15397" y="37526"/>
                    <a:pt x="15423" y="37265"/>
                  </a:cubicBezTo>
                  <a:lnTo>
                    <a:pt x="15423" y="37109"/>
                  </a:lnTo>
                  <a:lnTo>
                    <a:pt x="15423" y="36952"/>
                  </a:lnTo>
                  <a:cubicBezTo>
                    <a:pt x="15397" y="36691"/>
                    <a:pt x="15450" y="36430"/>
                    <a:pt x="15580" y="36195"/>
                  </a:cubicBezTo>
                  <a:cubicBezTo>
                    <a:pt x="15737" y="35960"/>
                    <a:pt x="16050" y="35960"/>
                    <a:pt x="16311" y="35960"/>
                  </a:cubicBezTo>
                  <a:lnTo>
                    <a:pt x="27036" y="35830"/>
                  </a:lnTo>
                  <a:close/>
                  <a:moveTo>
                    <a:pt x="11382" y="28963"/>
                  </a:moveTo>
                  <a:cubicBezTo>
                    <a:pt x="11944" y="28963"/>
                    <a:pt x="12312" y="29091"/>
                    <a:pt x="12527" y="29306"/>
                  </a:cubicBezTo>
                  <a:cubicBezTo>
                    <a:pt x="12736" y="29541"/>
                    <a:pt x="12840" y="29854"/>
                    <a:pt x="12814" y="30167"/>
                  </a:cubicBezTo>
                  <a:cubicBezTo>
                    <a:pt x="12814" y="30611"/>
                    <a:pt x="12814" y="31080"/>
                    <a:pt x="12814" y="31524"/>
                  </a:cubicBezTo>
                  <a:lnTo>
                    <a:pt x="12814" y="32020"/>
                  </a:lnTo>
                  <a:cubicBezTo>
                    <a:pt x="12840" y="32594"/>
                    <a:pt x="12866" y="33168"/>
                    <a:pt x="12866" y="33742"/>
                  </a:cubicBezTo>
                  <a:cubicBezTo>
                    <a:pt x="12892" y="34812"/>
                    <a:pt x="12918" y="35934"/>
                    <a:pt x="12892" y="37030"/>
                  </a:cubicBezTo>
                  <a:cubicBezTo>
                    <a:pt x="12866" y="38048"/>
                    <a:pt x="12266" y="38283"/>
                    <a:pt x="11326" y="38283"/>
                  </a:cubicBezTo>
                  <a:lnTo>
                    <a:pt x="5116" y="38361"/>
                  </a:lnTo>
                  <a:cubicBezTo>
                    <a:pt x="5056" y="38364"/>
                    <a:pt x="4999" y="38365"/>
                    <a:pt x="4944" y="38365"/>
                  </a:cubicBezTo>
                  <a:cubicBezTo>
                    <a:pt x="4444" y="38365"/>
                    <a:pt x="4124" y="38257"/>
                    <a:pt x="3889" y="38022"/>
                  </a:cubicBezTo>
                  <a:cubicBezTo>
                    <a:pt x="3654" y="37735"/>
                    <a:pt x="3524" y="37343"/>
                    <a:pt x="3576" y="36978"/>
                  </a:cubicBezTo>
                  <a:cubicBezTo>
                    <a:pt x="3576" y="36039"/>
                    <a:pt x="3550" y="35099"/>
                    <a:pt x="3524" y="34186"/>
                  </a:cubicBezTo>
                  <a:cubicBezTo>
                    <a:pt x="3498" y="32907"/>
                    <a:pt x="3445" y="31602"/>
                    <a:pt x="3498" y="30298"/>
                  </a:cubicBezTo>
                  <a:cubicBezTo>
                    <a:pt x="3498" y="29567"/>
                    <a:pt x="3811" y="29175"/>
                    <a:pt x="4385" y="29097"/>
                  </a:cubicBezTo>
                  <a:cubicBezTo>
                    <a:pt x="4672" y="29045"/>
                    <a:pt x="4985" y="29019"/>
                    <a:pt x="5272" y="29019"/>
                  </a:cubicBezTo>
                  <a:lnTo>
                    <a:pt x="6316" y="29019"/>
                  </a:lnTo>
                  <a:lnTo>
                    <a:pt x="11222" y="28967"/>
                  </a:lnTo>
                  <a:cubicBezTo>
                    <a:pt x="11277" y="28965"/>
                    <a:pt x="11331" y="28963"/>
                    <a:pt x="11382" y="28963"/>
                  </a:cubicBezTo>
                  <a:close/>
                  <a:moveTo>
                    <a:pt x="39829" y="40407"/>
                  </a:moveTo>
                  <a:cubicBezTo>
                    <a:pt x="40034" y="40407"/>
                    <a:pt x="40232" y="40482"/>
                    <a:pt x="40397" y="40605"/>
                  </a:cubicBezTo>
                  <a:cubicBezTo>
                    <a:pt x="40554" y="40814"/>
                    <a:pt x="40606" y="41075"/>
                    <a:pt x="40554" y="41310"/>
                  </a:cubicBezTo>
                  <a:lnTo>
                    <a:pt x="40554" y="41467"/>
                  </a:lnTo>
                  <a:lnTo>
                    <a:pt x="40554" y="41649"/>
                  </a:lnTo>
                  <a:cubicBezTo>
                    <a:pt x="40606" y="41910"/>
                    <a:pt x="40580" y="42171"/>
                    <a:pt x="40475" y="42380"/>
                  </a:cubicBezTo>
                  <a:cubicBezTo>
                    <a:pt x="40302" y="42575"/>
                    <a:pt x="40074" y="42680"/>
                    <a:pt x="39838" y="42680"/>
                  </a:cubicBezTo>
                  <a:cubicBezTo>
                    <a:pt x="39790" y="42680"/>
                    <a:pt x="39741" y="42676"/>
                    <a:pt x="39693" y="42667"/>
                  </a:cubicBezTo>
                  <a:lnTo>
                    <a:pt x="16389" y="42954"/>
                  </a:lnTo>
                  <a:cubicBezTo>
                    <a:pt x="16128" y="42954"/>
                    <a:pt x="15737" y="42954"/>
                    <a:pt x="15606" y="42693"/>
                  </a:cubicBezTo>
                  <a:cubicBezTo>
                    <a:pt x="15502" y="42484"/>
                    <a:pt x="15476" y="42223"/>
                    <a:pt x="15502" y="41989"/>
                  </a:cubicBezTo>
                  <a:lnTo>
                    <a:pt x="15502" y="41858"/>
                  </a:lnTo>
                  <a:lnTo>
                    <a:pt x="15502" y="41702"/>
                  </a:lnTo>
                  <a:cubicBezTo>
                    <a:pt x="15450" y="41441"/>
                    <a:pt x="15502" y="41153"/>
                    <a:pt x="15632" y="40945"/>
                  </a:cubicBezTo>
                  <a:cubicBezTo>
                    <a:pt x="15783" y="40794"/>
                    <a:pt x="16005" y="40696"/>
                    <a:pt x="16225" y="40696"/>
                  </a:cubicBezTo>
                  <a:cubicBezTo>
                    <a:pt x="16271" y="40696"/>
                    <a:pt x="16317" y="40701"/>
                    <a:pt x="16363" y="40710"/>
                  </a:cubicBezTo>
                  <a:lnTo>
                    <a:pt x="27897" y="40553"/>
                  </a:lnTo>
                  <a:lnTo>
                    <a:pt x="39458" y="40423"/>
                  </a:lnTo>
                  <a:lnTo>
                    <a:pt x="39666" y="40423"/>
                  </a:lnTo>
                  <a:cubicBezTo>
                    <a:pt x="39721" y="40412"/>
                    <a:pt x="39775" y="40407"/>
                    <a:pt x="39829" y="40407"/>
                  </a:cubicBezTo>
                  <a:close/>
                  <a:moveTo>
                    <a:pt x="39719" y="43946"/>
                  </a:moveTo>
                  <a:cubicBezTo>
                    <a:pt x="39980" y="43946"/>
                    <a:pt x="40345" y="43946"/>
                    <a:pt x="40502" y="44207"/>
                  </a:cubicBezTo>
                  <a:cubicBezTo>
                    <a:pt x="40580" y="44442"/>
                    <a:pt x="40632" y="44676"/>
                    <a:pt x="40606" y="44911"/>
                  </a:cubicBezTo>
                  <a:lnTo>
                    <a:pt x="40606" y="45068"/>
                  </a:lnTo>
                  <a:lnTo>
                    <a:pt x="40606" y="45224"/>
                  </a:lnTo>
                  <a:cubicBezTo>
                    <a:pt x="40658" y="45485"/>
                    <a:pt x="40606" y="45746"/>
                    <a:pt x="40475" y="45981"/>
                  </a:cubicBezTo>
                  <a:cubicBezTo>
                    <a:pt x="40319" y="46216"/>
                    <a:pt x="40006" y="46216"/>
                    <a:pt x="39745" y="46216"/>
                  </a:cubicBezTo>
                  <a:lnTo>
                    <a:pt x="16441" y="46503"/>
                  </a:lnTo>
                  <a:cubicBezTo>
                    <a:pt x="16180" y="46503"/>
                    <a:pt x="15789" y="46503"/>
                    <a:pt x="15658" y="46242"/>
                  </a:cubicBezTo>
                  <a:cubicBezTo>
                    <a:pt x="15554" y="46007"/>
                    <a:pt x="15502" y="45746"/>
                    <a:pt x="15528" y="45485"/>
                  </a:cubicBezTo>
                  <a:lnTo>
                    <a:pt x="15528" y="45303"/>
                  </a:lnTo>
                  <a:lnTo>
                    <a:pt x="15528" y="45172"/>
                  </a:lnTo>
                  <a:cubicBezTo>
                    <a:pt x="15476" y="44911"/>
                    <a:pt x="15528" y="44650"/>
                    <a:pt x="15684" y="44442"/>
                  </a:cubicBezTo>
                  <a:cubicBezTo>
                    <a:pt x="15867" y="44305"/>
                    <a:pt x="16089" y="44228"/>
                    <a:pt x="16316" y="44228"/>
                  </a:cubicBezTo>
                  <a:cubicBezTo>
                    <a:pt x="16349" y="44228"/>
                    <a:pt x="16382" y="44229"/>
                    <a:pt x="16415" y="44233"/>
                  </a:cubicBezTo>
                  <a:lnTo>
                    <a:pt x="39719" y="43946"/>
                  </a:lnTo>
                  <a:close/>
                  <a:moveTo>
                    <a:pt x="27465" y="47645"/>
                  </a:moveTo>
                  <a:cubicBezTo>
                    <a:pt x="27727" y="47645"/>
                    <a:pt x="27969" y="47713"/>
                    <a:pt x="28080" y="47912"/>
                  </a:cubicBezTo>
                  <a:cubicBezTo>
                    <a:pt x="28184" y="48147"/>
                    <a:pt x="28236" y="48408"/>
                    <a:pt x="28210" y="48669"/>
                  </a:cubicBezTo>
                  <a:lnTo>
                    <a:pt x="28210" y="48826"/>
                  </a:lnTo>
                  <a:lnTo>
                    <a:pt x="28210" y="48982"/>
                  </a:lnTo>
                  <a:cubicBezTo>
                    <a:pt x="28263" y="49217"/>
                    <a:pt x="28210" y="49478"/>
                    <a:pt x="28054" y="49687"/>
                  </a:cubicBezTo>
                  <a:cubicBezTo>
                    <a:pt x="27872" y="49824"/>
                    <a:pt x="27669" y="49901"/>
                    <a:pt x="27447" y="49901"/>
                  </a:cubicBezTo>
                  <a:cubicBezTo>
                    <a:pt x="27415" y="49901"/>
                    <a:pt x="27382" y="49899"/>
                    <a:pt x="27349" y="49896"/>
                  </a:cubicBezTo>
                  <a:lnTo>
                    <a:pt x="16624" y="50026"/>
                  </a:lnTo>
                  <a:lnTo>
                    <a:pt x="16441" y="50026"/>
                  </a:lnTo>
                  <a:cubicBezTo>
                    <a:pt x="16388" y="50037"/>
                    <a:pt x="16335" y="50042"/>
                    <a:pt x="16282" y="50042"/>
                  </a:cubicBezTo>
                  <a:cubicBezTo>
                    <a:pt x="16077" y="50042"/>
                    <a:pt x="15882" y="49963"/>
                    <a:pt x="15737" y="49817"/>
                  </a:cubicBezTo>
                  <a:cubicBezTo>
                    <a:pt x="15606" y="49582"/>
                    <a:pt x="15554" y="49322"/>
                    <a:pt x="15580" y="49061"/>
                  </a:cubicBezTo>
                  <a:lnTo>
                    <a:pt x="15580" y="48904"/>
                  </a:lnTo>
                  <a:lnTo>
                    <a:pt x="15580" y="48747"/>
                  </a:lnTo>
                  <a:cubicBezTo>
                    <a:pt x="15528" y="48486"/>
                    <a:pt x="15580" y="48225"/>
                    <a:pt x="15711" y="48017"/>
                  </a:cubicBezTo>
                  <a:cubicBezTo>
                    <a:pt x="15867" y="47782"/>
                    <a:pt x="16206" y="47782"/>
                    <a:pt x="16441" y="47782"/>
                  </a:cubicBezTo>
                  <a:lnTo>
                    <a:pt x="27323" y="47651"/>
                  </a:lnTo>
                  <a:cubicBezTo>
                    <a:pt x="27371" y="47647"/>
                    <a:pt x="27418" y="47645"/>
                    <a:pt x="27465" y="47645"/>
                  </a:cubicBezTo>
                  <a:close/>
                  <a:moveTo>
                    <a:pt x="11539" y="40759"/>
                  </a:moveTo>
                  <a:cubicBezTo>
                    <a:pt x="12096" y="40759"/>
                    <a:pt x="12444" y="40886"/>
                    <a:pt x="12683" y="41101"/>
                  </a:cubicBezTo>
                  <a:cubicBezTo>
                    <a:pt x="12892" y="41336"/>
                    <a:pt x="12997" y="41649"/>
                    <a:pt x="12970" y="41962"/>
                  </a:cubicBezTo>
                  <a:lnTo>
                    <a:pt x="12970" y="43319"/>
                  </a:lnTo>
                  <a:lnTo>
                    <a:pt x="12970" y="43815"/>
                  </a:lnTo>
                  <a:cubicBezTo>
                    <a:pt x="12970" y="44389"/>
                    <a:pt x="12997" y="44963"/>
                    <a:pt x="12997" y="45538"/>
                  </a:cubicBezTo>
                  <a:cubicBezTo>
                    <a:pt x="13049" y="46608"/>
                    <a:pt x="13075" y="47730"/>
                    <a:pt x="13049" y="48826"/>
                  </a:cubicBezTo>
                  <a:cubicBezTo>
                    <a:pt x="13023" y="49870"/>
                    <a:pt x="12422" y="50078"/>
                    <a:pt x="11457" y="50078"/>
                  </a:cubicBezTo>
                  <a:lnTo>
                    <a:pt x="5272" y="50157"/>
                  </a:lnTo>
                  <a:cubicBezTo>
                    <a:pt x="5212" y="50159"/>
                    <a:pt x="5154" y="50160"/>
                    <a:pt x="5098" y="50160"/>
                  </a:cubicBezTo>
                  <a:cubicBezTo>
                    <a:pt x="4595" y="50160"/>
                    <a:pt x="4257" y="50055"/>
                    <a:pt x="4046" y="49843"/>
                  </a:cubicBezTo>
                  <a:cubicBezTo>
                    <a:pt x="3785" y="49530"/>
                    <a:pt x="3680" y="49165"/>
                    <a:pt x="3733" y="48773"/>
                  </a:cubicBezTo>
                  <a:cubicBezTo>
                    <a:pt x="3733" y="47834"/>
                    <a:pt x="3706" y="46868"/>
                    <a:pt x="3680" y="45929"/>
                  </a:cubicBezTo>
                  <a:cubicBezTo>
                    <a:pt x="3628" y="44676"/>
                    <a:pt x="3602" y="43372"/>
                    <a:pt x="3628" y="42093"/>
                  </a:cubicBezTo>
                  <a:cubicBezTo>
                    <a:pt x="3654" y="41362"/>
                    <a:pt x="3941" y="40971"/>
                    <a:pt x="4541" y="40893"/>
                  </a:cubicBezTo>
                  <a:cubicBezTo>
                    <a:pt x="4829" y="40840"/>
                    <a:pt x="5116" y="40840"/>
                    <a:pt x="5429" y="40840"/>
                  </a:cubicBezTo>
                  <a:lnTo>
                    <a:pt x="5429" y="40814"/>
                  </a:lnTo>
                  <a:lnTo>
                    <a:pt x="6446" y="40814"/>
                  </a:lnTo>
                  <a:lnTo>
                    <a:pt x="11379" y="40762"/>
                  </a:lnTo>
                  <a:cubicBezTo>
                    <a:pt x="11434" y="40760"/>
                    <a:pt x="11487" y="40759"/>
                    <a:pt x="11539" y="40759"/>
                  </a:cubicBezTo>
                  <a:close/>
                  <a:moveTo>
                    <a:pt x="39950" y="52212"/>
                  </a:moveTo>
                  <a:cubicBezTo>
                    <a:pt x="40167" y="52212"/>
                    <a:pt x="40375" y="52270"/>
                    <a:pt x="40528" y="52401"/>
                  </a:cubicBezTo>
                  <a:cubicBezTo>
                    <a:pt x="40684" y="52610"/>
                    <a:pt x="40762" y="52871"/>
                    <a:pt x="40710" y="53132"/>
                  </a:cubicBezTo>
                  <a:lnTo>
                    <a:pt x="40710" y="53262"/>
                  </a:lnTo>
                  <a:lnTo>
                    <a:pt x="40710" y="53471"/>
                  </a:lnTo>
                  <a:cubicBezTo>
                    <a:pt x="40762" y="53706"/>
                    <a:pt x="40710" y="53967"/>
                    <a:pt x="40606" y="54201"/>
                  </a:cubicBezTo>
                  <a:cubicBezTo>
                    <a:pt x="40442" y="54389"/>
                    <a:pt x="40193" y="54492"/>
                    <a:pt x="39936" y="54492"/>
                  </a:cubicBezTo>
                  <a:cubicBezTo>
                    <a:pt x="39907" y="54492"/>
                    <a:pt x="39878" y="54491"/>
                    <a:pt x="39849" y="54488"/>
                  </a:cubicBezTo>
                  <a:lnTo>
                    <a:pt x="16519" y="54776"/>
                  </a:lnTo>
                  <a:cubicBezTo>
                    <a:pt x="16285" y="54776"/>
                    <a:pt x="15893" y="54776"/>
                    <a:pt x="15763" y="54515"/>
                  </a:cubicBezTo>
                  <a:cubicBezTo>
                    <a:pt x="15658" y="54280"/>
                    <a:pt x="15606" y="54045"/>
                    <a:pt x="15632" y="53784"/>
                  </a:cubicBezTo>
                  <a:lnTo>
                    <a:pt x="15632" y="53653"/>
                  </a:lnTo>
                  <a:lnTo>
                    <a:pt x="15632" y="53497"/>
                  </a:lnTo>
                  <a:cubicBezTo>
                    <a:pt x="15606" y="53236"/>
                    <a:pt x="15632" y="52975"/>
                    <a:pt x="15763" y="52740"/>
                  </a:cubicBezTo>
                  <a:cubicBezTo>
                    <a:pt x="15945" y="52505"/>
                    <a:pt x="16259" y="52505"/>
                    <a:pt x="16519" y="52505"/>
                  </a:cubicBezTo>
                  <a:lnTo>
                    <a:pt x="16493" y="52505"/>
                  </a:lnTo>
                  <a:lnTo>
                    <a:pt x="39588" y="52218"/>
                  </a:lnTo>
                  <a:lnTo>
                    <a:pt x="39823" y="52218"/>
                  </a:lnTo>
                  <a:cubicBezTo>
                    <a:pt x="39865" y="52214"/>
                    <a:pt x="39908" y="52212"/>
                    <a:pt x="39950" y="52212"/>
                  </a:cubicBezTo>
                  <a:close/>
                  <a:moveTo>
                    <a:pt x="39875" y="55741"/>
                  </a:moveTo>
                  <a:cubicBezTo>
                    <a:pt x="40110" y="55741"/>
                    <a:pt x="40502" y="55741"/>
                    <a:pt x="40632" y="56002"/>
                  </a:cubicBezTo>
                  <a:cubicBezTo>
                    <a:pt x="40736" y="56237"/>
                    <a:pt x="40789" y="56472"/>
                    <a:pt x="40762" y="56733"/>
                  </a:cubicBezTo>
                  <a:lnTo>
                    <a:pt x="40762" y="56863"/>
                  </a:lnTo>
                  <a:lnTo>
                    <a:pt x="40762" y="57020"/>
                  </a:lnTo>
                  <a:cubicBezTo>
                    <a:pt x="40789" y="57281"/>
                    <a:pt x="40736" y="57542"/>
                    <a:pt x="40632" y="57777"/>
                  </a:cubicBezTo>
                  <a:cubicBezTo>
                    <a:pt x="40449" y="58011"/>
                    <a:pt x="40136" y="58011"/>
                    <a:pt x="39875" y="58011"/>
                  </a:cubicBezTo>
                  <a:lnTo>
                    <a:pt x="16572" y="58298"/>
                  </a:lnTo>
                  <a:cubicBezTo>
                    <a:pt x="16337" y="58298"/>
                    <a:pt x="15945" y="58298"/>
                    <a:pt x="15789" y="58038"/>
                  </a:cubicBezTo>
                  <a:cubicBezTo>
                    <a:pt x="15684" y="57803"/>
                    <a:pt x="15658" y="57542"/>
                    <a:pt x="15684" y="57281"/>
                  </a:cubicBezTo>
                  <a:lnTo>
                    <a:pt x="15684" y="57098"/>
                  </a:lnTo>
                  <a:lnTo>
                    <a:pt x="15684" y="56968"/>
                  </a:lnTo>
                  <a:cubicBezTo>
                    <a:pt x="15632" y="56707"/>
                    <a:pt x="15684" y="56472"/>
                    <a:pt x="15841" y="56263"/>
                  </a:cubicBezTo>
                  <a:cubicBezTo>
                    <a:pt x="15986" y="56118"/>
                    <a:pt x="16181" y="56038"/>
                    <a:pt x="16386" y="56038"/>
                  </a:cubicBezTo>
                  <a:cubicBezTo>
                    <a:pt x="16439" y="56038"/>
                    <a:pt x="16492" y="56044"/>
                    <a:pt x="16546" y="56054"/>
                  </a:cubicBezTo>
                  <a:lnTo>
                    <a:pt x="39875" y="55741"/>
                  </a:lnTo>
                  <a:close/>
                  <a:moveTo>
                    <a:pt x="27480" y="59447"/>
                  </a:moveTo>
                  <a:cubicBezTo>
                    <a:pt x="27793" y="59447"/>
                    <a:pt x="28106" y="59473"/>
                    <a:pt x="28236" y="59708"/>
                  </a:cubicBezTo>
                  <a:cubicBezTo>
                    <a:pt x="28341" y="59943"/>
                    <a:pt x="28393" y="60203"/>
                    <a:pt x="28367" y="60464"/>
                  </a:cubicBezTo>
                  <a:lnTo>
                    <a:pt x="28367" y="60647"/>
                  </a:lnTo>
                  <a:lnTo>
                    <a:pt x="28367" y="60778"/>
                  </a:lnTo>
                  <a:cubicBezTo>
                    <a:pt x="28393" y="61012"/>
                    <a:pt x="28341" y="61273"/>
                    <a:pt x="28210" y="61482"/>
                  </a:cubicBezTo>
                  <a:cubicBezTo>
                    <a:pt x="28035" y="61636"/>
                    <a:pt x="27822" y="61697"/>
                    <a:pt x="27603" y="61697"/>
                  </a:cubicBezTo>
                  <a:cubicBezTo>
                    <a:pt x="27562" y="61697"/>
                    <a:pt x="27521" y="61695"/>
                    <a:pt x="27480" y="61691"/>
                  </a:cubicBezTo>
                  <a:lnTo>
                    <a:pt x="16780" y="61848"/>
                  </a:lnTo>
                  <a:lnTo>
                    <a:pt x="16598" y="61848"/>
                  </a:lnTo>
                  <a:cubicBezTo>
                    <a:pt x="16565" y="61851"/>
                    <a:pt x="16533" y="61852"/>
                    <a:pt x="16500" y="61852"/>
                  </a:cubicBezTo>
                  <a:cubicBezTo>
                    <a:pt x="16273" y="61852"/>
                    <a:pt x="16053" y="61773"/>
                    <a:pt x="15893" y="61613"/>
                  </a:cubicBezTo>
                  <a:cubicBezTo>
                    <a:pt x="15737" y="61404"/>
                    <a:pt x="15684" y="61117"/>
                    <a:pt x="15737" y="60882"/>
                  </a:cubicBezTo>
                  <a:lnTo>
                    <a:pt x="15737" y="60725"/>
                  </a:lnTo>
                  <a:lnTo>
                    <a:pt x="15737" y="60569"/>
                  </a:lnTo>
                  <a:cubicBezTo>
                    <a:pt x="15684" y="60308"/>
                    <a:pt x="15737" y="60047"/>
                    <a:pt x="15867" y="59812"/>
                  </a:cubicBezTo>
                  <a:cubicBezTo>
                    <a:pt x="16024" y="59577"/>
                    <a:pt x="16337" y="59577"/>
                    <a:pt x="16598" y="59577"/>
                  </a:cubicBezTo>
                  <a:lnTo>
                    <a:pt x="27323" y="59447"/>
                  </a:lnTo>
                  <a:close/>
                  <a:moveTo>
                    <a:pt x="11695" y="52580"/>
                  </a:moveTo>
                  <a:cubicBezTo>
                    <a:pt x="12253" y="52580"/>
                    <a:pt x="12601" y="52708"/>
                    <a:pt x="12840" y="52923"/>
                  </a:cubicBezTo>
                  <a:cubicBezTo>
                    <a:pt x="13049" y="53158"/>
                    <a:pt x="13153" y="53471"/>
                    <a:pt x="13127" y="53784"/>
                  </a:cubicBezTo>
                  <a:lnTo>
                    <a:pt x="13127" y="55141"/>
                  </a:lnTo>
                  <a:lnTo>
                    <a:pt x="13127" y="55637"/>
                  </a:lnTo>
                  <a:cubicBezTo>
                    <a:pt x="13127" y="56211"/>
                    <a:pt x="13153" y="56785"/>
                    <a:pt x="13179" y="57359"/>
                  </a:cubicBezTo>
                  <a:cubicBezTo>
                    <a:pt x="13205" y="58429"/>
                    <a:pt x="13231" y="59551"/>
                    <a:pt x="13205" y="60647"/>
                  </a:cubicBezTo>
                  <a:cubicBezTo>
                    <a:pt x="13179" y="61665"/>
                    <a:pt x="12579" y="61900"/>
                    <a:pt x="11613" y="61900"/>
                  </a:cubicBezTo>
                  <a:lnTo>
                    <a:pt x="5429" y="61978"/>
                  </a:lnTo>
                  <a:cubicBezTo>
                    <a:pt x="5369" y="61981"/>
                    <a:pt x="5311" y="61982"/>
                    <a:pt x="5255" y="61982"/>
                  </a:cubicBezTo>
                  <a:cubicBezTo>
                    <a:pt x="4752" y="61982"/>
                    <a:pt x="4414" y="61876"/>
                    <a:pt x="4202" y="61665"/>
                  </a:cubicBezTo>
                  <a:cubicBezTo>
                    <a:pt x="3967" y="61352"/>
                    <a:pt x="3837" y="60960"/>
                    <a:pt x="3889" y="60595"/>
                  </a:cubicBezTo>
                  <a:cubicBezTo>
                    <a:pt x="3889" y="59682"/>
                    <a:pt x="3863" y="58742"/>
                    <a:pt x="3837" y="57829"/>
                  </a:cubicBezTo>
                  <a:cubicBezTo>
                    <a:pt x="3785" y="56524"/>
                    <a:pt x="3759" y="55219"/>
                    <a:pt x="3785" y="53914"/>
                  </a:cubicBezTo>
                  <a:cubicBezTo>
                    <a:pt x="3811" y="53184"/>
                    <a:pt x="4098" y="52766"/>
                    <a:pt x="4698" y="52688"/>
                  </a:cubicBezTo>
                  <a:cubicBezTo>
                    <a:pt x="4985" y="52662"/>
                    <a:pt x="5272" y="52636"/>
                    <a:pt x="5559" y="52636"/>
                  </a:cubicBezTo>
                  <a:lnTo>
                    <a:pt x="6603" y="52636"/>
                  </a:lnTo>
                  <a:lnTo>
                    <a:pt x="11535" y="52583"/>
                  </a:lnTo>
                  <a:cubicBezTo>
                    <a:pt x="11590" y="52581"/>
                    <a:pt x="11644" y="52580"/>
                    <a:pt x="11695" y="52580"/>
                  </a:cubicBezTo>
                  <a:close/>
                  <a:moveTo>
                    <a:pt x="43189" y="0"/>
                  </a:moveTo>
                  <a:lnTo>
                    <a:pt x="37970" y="79"/>
                  </a:lnTo>
                  <a:lnTo>
                    <a:pt x="37135" y="79"/>
                  </a:lnTo>
                  <a:cubicBezTo>
                    <a:pt x="37135" y="79"/>
                    <a:pt x="37135" y="105"/>
                    <a:pt x="37135" y="105"/>
                  </a:cubicBezTo>
                  <a:cubicBezTo>
                    <a:pt x="37187" y="835"/>
                    <a:pt x="37213" y="1592"/>
                    <a:pt x="36874" y="1801"/>
                  </a:cubicBezTo>
                  <a:cubicBezTo>
                    <a:pt x="36624" y="1938"/>
                    <a:pt x="36373" y="2015"/>
                    <a:pt x="36105" y="2015"/>
                  </a:cubicBezTo>
                  <a:cubicBezTo>
                    <a:pt x="36066" y="2015"/>
                    <a:pt x="36027" y="2013"/>
                    <a:pt x="35987" y="2010"/>
                  </a:cubicBezTo>
                  <a:lnTo>
                    <a:pt x="35152" y="2010"/>
                  </a:lnTo>
                  <a:lnTo>
                    <a:pt x="8299" y="2349"/>
                  </a:lnTo>
                  <a:cubicBezTo>
                    <a:pt x="8091" y="2349"/>
                    <a:pt x="7882" y="2349"/>
                    <a:pt x="7647" y="2375"/>
                  </a:cubicBezTo>
                  <a:lnTo>
                    <a:pt x="6994" y="2375"/>
                  </a:lnTo>
                  <a:cubicBezTo>
                    <a:pt x="6926" y="2383"/>
                    <a:pt x="6855" y="2386"/>
                    <a:pt x="6782" y="2386"/>
                  </a:cubicBezTo>
                  <a:cubicBezTo>
                    <a:pt x="6607" y="2386"/>
                    <a:pt x="6422" y="2367"/>
                    <a:pt x="6238" y="2349"/>
                  </a:cubicBezTo>
                  <a:cubicBezTo>
                    <a:pt x="5481" y="2245"/>
                    <a:pt x="5507" y="1566"/>
                    <a:pt x="5507" y="888"/>
                  </a:cubicBezTo>
                  <a:lnTo>
                    <a:pt x="5507" y="574"/>
                  </a:lnTo>
                  <a:lnTo>
                    <a:pt x="5507" y="496"/>
                  </a:lnTo>
                  <a:cubicBezTo>
                    <a:pt x="5507" y="470"/>
                    <a:pt x="5507" y="470"/>
                    <a:pt x="5507" y="470"/>
                  </a:cubicBezTo>
                  <a:cubicBezTo>
                    <a:pt x="5507" y="457"/>
                    <a:pt x="5507" y="450"/>
                    <a:pt x="5504" y="450"/>
                  </a:cubicBezTo>
                  <a:cubicBezTo>
                    <a:pt x="5501" y="450"/>
                    <a:pt x="5494" y="457"/>
                    <a:pt x="5481" y="470"/>
                  </a:cubicBezTo>
                  <a:lnTo>
                    <a:pt x="4881" y="470"/>
                  </a:lnTo>
                  <a:lnTo>
                    <a:pt x="27" y="522"/>
                  </a:lnTo>
                  <a:cubicBezTo>
                    <a:pt x="1" y="522"/>
                    <a:pt x="1" y="522"/>
                    <a:pt x="1" y="548"/>
                  </a:cubicBezTo>
                  <a:lnTo>
                    <a:pt x="784" y="64927"/>
                  </a:lnTo>
                  <a:cubicBezTo>
                    <a:pt x="784" y="64927"/>
                    <a:pt x="784" y="64927"/>
                    <a:pt x="784" y="64953"/>
                  </a:cubicBezTo>
                  <a:lnTo>
                    <a:pt x="810" y="64953"/>
                  </a:lnTo>
                  <a:cubicBezTo>
                    <a:pt x="4385" y="64901"/>
                    <a:pt x="7934" y="64849"/>
                    <a:pt x="11483" y="64796"/>
                  </a:cubicBezTo>
                  <a:lnTo>
                    <a:pt x="21425" y="64692"/>
                  </a:lnTo>
                  <a:lnTo>
                    <a:pt x="32829" y="64535"/>
                  </a:lnTo>
                  <a:cubicBezTo>
                    <a:pt x="36535" y="64483"/>
                    <a:pt x="40241" y="64457"/>
                    <a:pt x="43972" y="64405"/>
                  </a:cubicBezTo>
                  <a:lnTo>
                    <a:pt x="43972" y="64431"/>
                  </a:lnTo>
                  <a:cubicBezTo>
                    <a:pt x="43998" y="64431"/>
                    <a:pt x="43998" y="64405"/>
                    <a:pt x="43998" y="64405"/>
                  </a:cubicBezTo>
                  <a:lnTo>
                    <a:pt x="43216" y="26"/>
                  </a:lnTo>
                  <a:cubicBezTo>
                    <a:pt x="43216" y="26"/>
                    <a:pt x="43216" y="0"/>
                    <a:pt x="432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9"/>
            <p:cNvSpPr/>
            <p:nvPr/>
          </p:nvSpPr>
          <p:spPr>
            <a:xfrm>
              <a:off x="1411359" y="4040963"/>
              <a:ext cx="1260689" cy="112005"/>
            </a:xfrm>
            <a:custGeom>
              <a:rect b="b" l="l" r="r" t="t"/>
              <a:pathLst>
                <a:path extrusionOk="0" h="2198" w="24740">
                  <a:moveTo>
                    <a:pt x="24159" y="1"/>
                  </a:moveTo>
                  <a:cubicBezTo>
                    <a:pt x="24135" y="1"/>
                    <a:pt x="24111" y="2"/>
                    <a:pt x="24087" y="6"/>
                  </a:cubicBezTo>
                  <a:lnTo>
                    <a:pt x="23800" y="6"/>
                  </a:lnTo>
                  <a:lnTo>
                    <a:pt x="705" y="293"/>
                  </a:lnTo>
                  <a:cubicBezTo>
                    <a:pt x="418" y="293"/>
                    <a:pt x="1" y="319"/>
                    <a:pt x="1" y="737"/>
                  </a:cubicBezTo>
                  <a:lnTo>
                    <a:pt x="1" y="1102"/>
                  </a:lnTo>
                  <a:lnTo>
                    <a:pt x="1" y="1258"/>
                  </a:lnTo>
                  <a:lnTo>
                    <a:pt x="1" y="1415"/>
                  </a:lnTo>
                  <a:cubicBezTo>
                    <a:pt x="1" y="1572"/>
                    <a:pt x="1" y="1754"/>
                    <a:pt x="53" y="1911"/>
                  </a:cubicBezTo>
                  <a:cubicBezTo>
                    <a:pt x="157" y="2198"/>
                    <a:pt x="445" y="2198"/>
                    <a:pt x="679" y="2198"/>
                  </a:cubicBezTo>
                  <a:lnTo>
                    <a:pt x="24035" y="1911"/>
                  </a:lnTo>
                  <a:cubicBezTo>
                    <a:pt x="24296" y="1911"/>
                    <a:pt x="24688" y="1885"/>
                    <a:pt x="24714" y="1467"/>
                  </a:cubicBezTo>
                  <a:lnTo>
                    <a:pt x="24714" y="1050"/>
                  </a:lnTo>
                  <a:lnTo>
                    <a:pt x="24714" y="867"/>
                  </a:lnTo>
                  <a:lnTo>
                    <a:pt x="24714" y="737"/>
                  </a:lnTo>
                  <a:cubicBezTo>
                    <a:pt x="24740" y="554"/>
                    <a:pt x="24714" y="345"/>
                    <a:pt x="24609" y="188"/>
                  </a:cubicBezTo>
                  <a:cubicBezTo>
                    <a:pt x="24496" y="75"/>
                    <a:pt x="24323" y="1"/>
                    <a:pt x="2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9"/>
            <p:cNvSpPr/>
            <p:nvPr/>
          </p:nvSpPr>
          <p:spPr>
            <a:xfrm>
              <a:off x="1414059" y="4220744"/>
              <a:ext cx="1260638" cy="111750"/>
            </a:xfrm>
            <a:custGeom>
              <a:rect b="b" l="l" r="r" t="t"/>
              <a:pathLst>
                <a:path extrusionOk="0" h="2193" w="24739">
                  <a:moveTo>
                    <a:pt x="24060" y="1"/>
                  </a:moveTo>
                  <a:lnTo>
                    <a:pt x="887" y="288"/>
                  </a:lnTo>
                  <a:lnTo>
                    <a:pt x="600" y="288"/>
                  </a:lnTo>
                  <a:cubicBezTo>
                    <a:pt x="418" y="288"/>
                    <a:pt x="183" y="314"/>
                    <a:pt x="78" y="497"/>
                  </a:cubicBezTo>
                  <a:cubicBezTo>
                    <a:pt x="26" y="679"/>
                    <a:pt x="0" y="862"/>
                    <a:pt x="0" y="1045"/>
                  </a:cubicBezTo>
                  <a:lnTo>
                    <a:pt x="0" y="1175"/>
                  </a:lnTo>
                  <a:lnTo>
                    <a:pt x="0" y="1358"/>
                  </a:lnTo>
                  <a:cubicBezTo>
                    <a:pt x="0" y="1488"/>
                    <a:pt x="0" y="1619"/>
                    <a:pt x="0" y="1775"/>
                  </a:cubicBezTo>
                  <a:cubicBezTo>
                    <a:pt x="78" y="2193"/>
                    <a:pt x="418" y="2193"/>
                    <a:pt x="705" y="2193"/>
                  </a:cubicBezTo>
                  <a:lnTo>
                    <a:pt x="24034" y="1906"/>
                  </a:lnTo>
                  <a:cubicBezTo>
                    <a:pt x="24321" y="1880"/>
                    <a:pt x="24713" y="1880"/>
                    <a:pt x="24739" y="1462"/>
                  </a:cubicBezTo>
                  <a:lnTo>
                    <a:pt x="24739" y="1097"/>
                  </a:lnTo>
                  <a:lnTo>
                    <a:pt x="24739" y="940"/>
                  </a:lnTo>
                  <a:lnTo>
                    <a:pt x="24739" y="784"/>
                  </a:lnTo>
                  <a:cubicBezTo>
                    <a:pt x="24739" y="627"/>
                    <a:pt x="24739" y="444"/>
                    <a:pt x="24687" y="288"/>
                  </a:cubicBezTo>
                  <a:cubicBezTo>
                    <a:pt x="24582" y="1"/>
                    <a:pt x="24295" y="1"/>
                    <a:pt x="240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9"/>
            <p:cNvSpPr/>
            <p:nvPr/>
          </p:nvSpPr>
          <p:spPr>
            <a:xfrm>
              <a:off x="1414059" y="4409596"/>
              <a:ext cx="627694" cy="102781"/>
            </a:xfrm>
            <a:custGeom>
              <a:rect b="b" l="l" r="r" t="t"/>
              <a:pathLst>
                <a:path extrusionOk="0" h="2017" w="12318">
                  <a:moveTo>
                    <a:pt x="11456" y="0"/>
                  </a:moveTo>
                  <a:lnTo>
                    <a:pt x="731" y="131"/>
                  </a:lnTo>
                  <a:cubicBezTo>
                    <a:pt x="470" y="131"/>
                    <a:pt x="52" y="131"/>
                    <a:pt x="52" y="574"/>
                  </a:cubicBezTo>
                  <a:lnTo>
                    <a:pt x="52" y="992"/>
                  </a:lnTo>
                  <a:lnTo>
                    <a:pt x="52" y="1149"/>
                  </a:lnTo>
                  <a:lnTo>
                    <a:pt x="52" y="1305"/>
                  </a:lnTo>
                  <a:cubicBezTo>
                    <a:pt x="0" y="1488"/>
                    <a:pt x="52" y="1671"/>
                    <a:pt x="131" y="1853"/>
                  </a:cubicBezTo>
                  <a:cubicBezTo>
                    <a:pt x="261" y="1962"/>
                    <a:pt x="410" y="2016"/>
                    <a:pt x="561" y="2016"/>
                  </a:cubicBezTo>
                  <a:cubicBezTo>
                    <a:pt x="592" y="2016"/>
                    <a:pt x="622" y="2014"/>
                    <a:pt x="652" y="2010"/>
                  </a:cubicBezTo>
                  <a:lnTo>
                    <a:pt x="913" y="2010"/>
                  </a:lnTo>
                  <a:lnTo>
                    <a:pt x="11404" y="1879"/>
                  </a:lnTo>
                  <a:lnTo>
                    <a:pt x="11691" y="1879"/>
                  </a:lnTo>
                  <a:cubicBezTo>
                    <a:pt x="11900" y="1879"/>
                    <a:pt x="12213" y="1853"/>
                    <a:pt x="12265" y="1592"/>
                  </a:cubicBezTo>
                  <a:cubicBezTo>
                    <a:pt x="12317" y="1410"/>
                    <a:pt x="12317" y="1253"/>
                    <a:pt x="12317" y="1070"/>
                  </a:cubicBezTo>
                  <a:lnTo>
                    <a:pt x="12317" y="940"/>
                  </a:lnTo>
                  <a:lnTo>
                    <a:pt x="12317" y="757"/>
                  </a:lnTo>
                  <a:cubicBezTo>
                    <a:pt x="12317" y="601"/>
                    <a:pt x="12317" y="444"/>
                    <a:pt x="12265" y="287"/>
                  </a:cubicBezTo>
                  <a:cubicBezTo>
                    <a:pt x="12161" y="26"/>
                    <a:pt x="11900" y="0"/>
                    <a:pt x="116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9"/>
            <p:cNvSpPr/>
            <p:nvPr/>
          </p:nvSpPr>
          <p:spPr>
            <a:xfrm>
              <a:off x="1399434" y="3254011"/>
              <a:ext cx="627694" cy="57480"/>
            </a:xfrm>
            <a:custGeom>
              <a:rect b="b" l="l" r="r" t="t"/>
              <a:pathLst>
                <a:path extrusionOk="0" h="1128" w="12318">
                  <a:moveTo>
                    <a:pt x="52" y="0"/>
                  </a:moveTo>
                  <a:cubicBezTo>
                    <a:pt x="52" y="26"/>
                    <a:pt x="52" y="52"/>
                    <a:pt x="52" y="78"/>
                  </a:cubicBezTo>
                  <a:lnTo>
                    <a:pt x="52" y="261"/>
                  </a:lnTo>
                  <a:lnTo>
                    <a:pt x="52" y="391"/>
                  </a:lnTo>
                  <a:cubicBezTo>
                    <a:pt x="0" y="600"/>
                    <a:pt x="52" y="783"/>
                    <a:pt x="131" y="940"/>
                  </a:cubicBezTo>
                  <a:cubicBezTo>
                    <a:pt x="267" y="1053"/>
                    <a:pt x="423" y="1127"/>
                    <a:pt x="582" y="1127"/>
                  </a:cubicBezTo>
                  <a:cubicBezTo>
                    <a:pt x="605" y="1127"/>
                    <a:pt x="629" y="1126"/>
                    <a:pt x="652" y="1122"/>
                  </a:cubicBezTo>
                  <a:lnTo>
                    <a:pt x="913" y="1122"/>
                  </a:lnTo>
                  <a:lnTo>
                    <a:pt x="11404" y="992"/>
                  </a:lnTo>
                  <a:lnTo>
                    <a:pt x="11691" y="992"/>
                  </a:lnTo>
                  <a:cubicBezTo>
                    <a:pt x="11900" y="992"/>
                    <a:pt x="12213" y="940"/>
                    <a:pt x="12265" y="679"/>
                  </a:cubicBezTo>
                  <a:cubicBezTo>
                    <a:pt x="12291" y="522"/>
                    <a:pt x="12317" y="339"/>
                    <a:pt x="12291" y="183"/>
                  </a:cubicBezTo>
                  <a:lnTo>
                    <a:pt x="12291" y="26"/>
                  </a:lnTo>
                  <a:cubicBezTo>
                    <a:pt x="10569" y="78"/>
                    <a:pt x="8820" y="235"/>
                    <a:pt x="7098" y="235"/>
                  </a:cubicBezTo>
                  <a:cubicBezTo>
                    <a:pt x="5720" y="235"/>
                    <a:pt x="4342" y="202"/>
                    <a:pt x="2965" y="202"/>
                  </a:cubicBezTo>
                  <a:cubicBezTo>
                    <a:pt x="2620" y="202"/>
                    <a:pt x="2276" y="204"/>
                    <a:pt x="1931" y="209"/>
                  </a:cubicBezTo>
                  <a:cubicBezTo>
                    <a:pt x="1852" y="212"/>
                    <a:pt x="1772" y="214"/>
                    <a:pt x="1691" y="214"/>
                  </a:cubicBezTo>
                  <a:cubicBezTo>
                    <a:pt x="1140" y="214"/>
                    <a:pt x="576" y="137"/>
                    <a:pt x="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9"/>
            <p:cNvSpPr/>
            <p:nvPr/>
          </p:nvSpPr>
          <p:spPr>
            <a:xfrm>
              <a:off x="1414059" y="4452147"/>
              <a:ext cx="627694" cy="61557"/>
            </a:xfrm>
            <a:custGeom>
              <a:rect b="b" l="l" r="r" t="t"/>
              <a:pathLst>
                <a:path extrusionOk="0" h="1208" w="12318">
                  <a:moveTo>
                    <a:pt x="12291" y="0"/>
                  </a:moveTo>
                  <a:cubicBezTo>
                    <a:pt x="10569" y="79"/>
                    <a:pt x="8847" y="79"/>
                    <a:pt x="7150" y="131"/>
                  </a:cubicBezTo>
                  <a:cubicBezTo>
                    <a:pt x="5428" y="183"/>
                    <a:pt x="3680" y="261"/>
                    <a:pt x="1905" y="314"/>
                  </a:cubicBezTo>
                  <a:cubicBezTo>
                    <a:pt x="1635" y="337"/>
                    <a:pt x="1366" y="350"/>
                    <a:pt x="1093" y="350"/>
                  </a:cubicBezTo>
                  <a:cubicBezTo>
                    <a:pt x="760" y="350"/>
                    <a:pt x="423" y="331"/>
                    <a:pt x="78" y="288"/>
                  </a:cubicBezTo>
                  <a:lnTo>
                    <a:pt x="26" y="288"/>
                  </a:lnTo>
                  <a:lnTo>
                    <a:pt x="26" y="366"/>
                  </a:lnTo>
                  <a:lnTo>
                    <a:pt x="26" y="496"/>
                  </a:lnTo>
                  <a:cubicBezTo>
                    <a:pt x="0" y="679"/>
                    <a:pt x="26" y="862"/>
                    <a:pt x="104" y="1044"/>
                  </a:cubicBezTo>
                  <a:cubicBezTo>
                    <a:pt x="235" y="1153"/>
                    <a:pt x="402" y="1207"/>
                    <a:pt x="559" y="1207"/>
                  </a:cubicBezTo>
                  <a:cubicBezTo>
                    <a:pt x="591" y="1207"/>
                    <a:pt x="622" y="1205"/>
                    <a:pt x="652" y="1201"/>
                  </a:cubicBezTo>
                  <a:lnTo>
                    <a:pt x="887" y="1201"/>
                  </a:lnTo>
                  <a:lnTo>
                    <a:pt x="11404" y="1070"/>
                  </a:lnTo>
                  <a:lnTo>
                    <a:pt x="11665" y="1070"/>
                  </a:lnTo>
                  <a:cubicBezTo>
                    <a:pt x="11900" y="1070"/>
                    <a:pt x="12213" y="1018"/>
                    <a:pt x="12265" y="757"/>
                  </a:cubicBezTo>
                  <a:cubicBezTo>
                    <a:pt x="12291" y="601"/>
                    <a:pt x="12317" y="418"/>
                    <a:pt x="12291" y="235"/>
                  </a:cubicBezTo>
                  <a:lnTo>
                    <a:pt x="12291" y="105"/>
                  </a:lnTo>
                  <a:lnTo>
                    <a:pt x="1229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9"/>
            <p:cNvSpPr/>
            <p:nvPr/>
          </p:nvSpPr>
          <p:spPr>
            <a:xfrm>
              <a:off x="1407384" y="3859041"/>
              <a:ext cx="626370" cy="53505"/>
            </a:xfrm>
            <a:custGeom>
              <a:rect b="b" l="l" r="r" t="t"/>
              <a:pathLst>
                <a:path extrusionOk="0" h="1050" w="12292">
                  <a:moveTo>
                    <a:pt x="11952" y="1"/>
                  </a:moveTo>
                  <a:cubicBezTo>
                    <a:pt x="10074" y="79"/>
                    <a:pt x="8169" y="105"/>
                    <a:pt x="6264" y="157"/>
                  </a:cubicBezTo>
                  <a:cubicBezTo>
                    <a:pt x="4750" y="209"/>
                    <a:pt x="3236" y="236"/>
                    <a:pt x="1697" y="236"/>
                  </a:cubicBezTo>
                  <a:cubicBezTo>
                    <a:pt x="1496" y="245"/>
                    <a:pt x="1292" y="251"/>
                    <a:pt x="1087" y="251"/>
                  </a:cubicBezTo>
                  <a:cubicBezTo>
                    <a:pt x="732" y="251"/>
                    <a:pt x="374" y="233"/>
                    <a:pt x="27" y="183"/>
                  </a:cubicBezTo>
                  <a:cubicBezTo>
                    <a:pt x="27" y="209"/>
                    <a:pt x="27" y="262"/>
                    <a:pt x="27" y="314"/>
                  </a:cubicBezTo>
                  <a:cubicBezTo>
                    <a:pt x="1" y="497"/>
                    <a:pt x="27" y="705"/>
                    <a:pt x="131" y="862"/>
                  </a:cubicBezTo>
                  <a:cubicBezTo>
                    <a:pt x="245" y="975"/>
                    <a:pt x="398" y="1050"/>
                    <a:pt x="573" y="1050"/>
                  </a:cubicBezTo>
                  <a:cubicBezTo>
                    <a:pt x="599" y="1050"/>
                    <a:pt x="626" y="1048"/>
                    <a:pt x="653" y="1045"/>
                  </a:cubicBezTo>
                  <a:lnTo>
                    <a:pt x="888" y="1045"/>
                  </a:lnTo>
                  <a:lnTo>
                    <a:pt x="11378" y="914"/>
                  </a:lnTo>
                  <a:lnTo>
                    <a:pt x="11665" y="914"/>
                  </a:lnTo>
                  <a:cubicBezTo>
                    <a:pt x="11900" y="914"/>
                    <a:pt x="12187" y="862"/>
                    <a:pt x="12266" y="601"/>
                  </a:cubicBezTo>
                  <a:cubicBezTo>
                    <a:pt x="12292" y="444"/>
                    <a:pt x="12292" y="262"/>
                    <a:pt x="12292" y="79"/>
                  </a:cubicBezTo>
                  <a:lnTo>
                    <a:pt x="1229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9"/>
            <p:cNvSpPr/>
            <p:nvPr/>
          </p:nvSpPr>
          <p:spPr>
            <a:xfrm>
              <a:off x="1384758" y="2058474"/>
              <a:ext cx="627745" cy="50856"/>
            </a:xfrm>
            <a:custGeom>
              <a:rect b="b" l="l" r="r" t="t"/>
              <a:pathLst>
                <a:path extrusionOk="0" h="998" w="12319">
                  <a:moveTo>
                    <a:pt x="6290" y="1"/>
                  </a:moveTo>
                  <a:cubicBezTo>
                    <a:pt x="4698" y="1"/>
                    <a:pt x="3080" y="1"/>
                    <a:pt x="1462" y="79"/>
                  </a:cubicBezTo>
                  <a:cubicBezTo>
                    <a:pt x="993" y="105"/>
                    <a:pt x="523" y="105"/>
                    <a:pt x="53" y="105"/>
                  </a:cubicBezTo>
                  <a:lnTo>
                    <a:pt x="53" y="131"/>
                  </a:lnTo>
                  <a:lnTo>
                    <a:pt x="53" y="262"/>
                  </a:lnTo>
                  <a:cubicBezTo>
                    <a:pt x="1" y="444"/>
                    <a:pt x="53" y="653"/>
                    <a:pt x="131" y="810"/>
                  </a:cubicBezTo>
                  <a:cubicBezTo>
                    <a:pt x="268" y="923"/>
                    <a:pt x="424" y="997"/>
                    <a:pt x="583" y="997"/>
                  </a:cubicBezTo>
                  <a:cubicBezTo>
                    <a:pt x="606" y="997"/>
                    <a:pt x="630" y="996"/>
                    <a:pt x="653" y="992"/>
                  </a:cubicBezTo>
                  <a:lnTo>
                    <a:pt x="888" y="992"/>
                  </a:lnTo>
                  <a:lnTo>
                    <a:pt x="11405" y="862"/>
                  </a:lnTo>
                  <a:lnTo>
                    <a:pt x="11666" y="862"/>
                  </a:lnTo>
                  <a:cubicBezTo>
                    <a:pt x="11901" y="862"/>
                    <a:pt x="12214" y="810"/>
                    <a:pt x="12266" y="549"/>
                  </a:cubicBezTo>
                  <a:cubicBezTo>
                    <a:pt x="12292" y="392"/>
                    <a:pt x="12318" y="210"/>
                    <a:pt x="12292" y="53"/>
                  </a:cubicBezTo>
                  <a:cubicBezTo>
                    <a:pt x="12292" y="27"/>
                    <a:pt x="12292" y="1"/>
                    <a:pt x="12292" y="1"/>
                  </a:cubicBezTo>
                  <a:cubicBezTo>
                    <a:pt x="11979" y="27"/>
                    <a:pt x="11640" y="53"/>
                    <a:pt x="11274" y="53"/>
                  </a:cubicBezTo>
                  <a:cubicBezTo>
                    <a:pt x="10946" y="63"/>
                    <a:pt x="10616" y="68"/>
                    <a:pt x="10285" y="68"/>
                  </a:cubicBezTo>
                  <a:cubicBezTo>
                    <a:pt x="8962" y="68"/>
                    <a:pt x="7626" y="1"/>
                    <a:pt x="62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9"/>
            <p:cNvSpPr/>
            <p:nvPr/>
          </p:nvSpPr>
          <p:spPr>
            <a:xfrm>
              <a:off x="1392759" y="2668854"/>
              <a:ext cx="627694" cy="41632"/>
            </a:xfrm>
            <a:custGeom>
              <a:rect b="b" l="l" r="r" t="t"/>
              <a:pathLst>
                <a:path extrusionOk="0" h="817" w="12318">
                  <a:moveTo>
                    <a:pt x="12318" y="1"/>
                  </a:moveTo>
                  <a:lnTo>
                    <a:pt x="12318" y="1"/>
                  </a:lnTo>
                  <a:cubicBezTo>
                    <a:pt x="11091" y="53"/>
                    <a:pt x="9891" y="105"/>
                    <a:pt x="8664" y="131"/>
                  </a:cubicBezTo>
                  <a:cubicBezTo>
                    <a:pt x="7270" y="170"/>
                    <a:pt x="5875" y="194"/>
                    <a:pt x="4491" y="194"/>
                  </a:cubicBezTo>
                  <a:cubicBezTo>
                    <a:pt x="3984" y="194"/>
                    <a:pt x="3479" y="191"/>
                    <a:pt x="2975" y="184"/>
                  </a:cubicBezTo>
                  <a:cubicBezTo>
                    <a:pt x="2519" y="184"/>
                    <a:pt x="2010" y="216"/>
                    <a:pt x="1501" y="216"/>
                  </a:cubicBezTo>
                  <a:cubicBezTo>
                    <a:pt x="992" y="216"/>
                    <a:pt x="483" y="184"/>
                    <a:pt x="27" y="53"/>
                  </a:cubicBezTo>
                  <a:cubicBezTo>
                    <a:pt x="27" y="53"/>
                    <a:pt x="27" y="79"/>
                    <a:pt x="27" y="105"/>
                  </a:cubicBezTo>
                  <a:cubicBezTo>
                    <a:pt x="1" y="288"/>
                    <a:pt x="27" y="471"/>
                    <a:pt x="131" y="627"/>
                  </a:cubicBezTo>
                  <a:cubicBezTo>
                    <a:pt x="240" y="758"/>
                    <a:pt x="405" y="816"/>
                    <a:pt x="562" y="816"/>
                  </a:cubicBezTo>
                  <a:cubicBezTo>
                    <a:pt x="593" y="816"/>
                    <a:pt x="623" y="814"/>
                    <a:pt x="653" y="810"/>
                  </a:cubicBezTo>
                  <a:lnTo>
                    <a:pt x="914" y="810"/>
                  </a:lnTo>
                  <a:lnTo>
                    <a:pt x="11404" y="679"/>
                  </a:lnTo>
                  <a:lnTo>
                    <a:pt x="11691" y="679"/>
                  </a:lnTo>
                  <a:cubicBezTo>
                    <a:pt x="11900" y="679"/>
                    <a:pt x="12213" y="653"/>
                    <a:pt x="12266" y="366"/>
                  </a:cubicBezTo>
                  <a:cubicBezTo>
                    <a:pt x="12292" y="262"/>
                    <a:pt x="12318" y="131"/>
                    <a:pt x="123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9"/>
            <p:cNvSpPr/>
            <p:nvPr/>
          </p:nvSpPr>
          <p:spPr>
            <a:xfrm>
              <a:off x="836904" y="1861519"/>
              <a:ext cx="340498" cy="194352"/>
            </a:xfrm>
            <a:custGeom>
              <a:rect b="b" l="l" r="r" t="t"/>
              <a:pathLst>
                <a:path extrusionOk="0" h="3814" w="6682">
                  <a:moveTo>
                    <a:pt x="6094" y="0"/>
                  </a:moveTo>
                  <a:cubicBezTo>
                    <a:pt x="5508" y="0"/>
                    <a:pt x="4926" y="88"/>
                    <a:pt x="4358" y="265"/>
                  </a:cubicBezTo>
                  <a:cubicBezTo>
                    <a:pt x="3445" y="552"/>
                    <a:pt x="2506" y="917"/>
                    <a:pt x="1540" y="995"/>
                  </a:cubicBezTo>
                  <a:cubicBezTo>
                    <a:pt x="1479" y="1001"/>
                    <a:pt x="1417" y="1004"/>
                    <a:pt x="1356" y="1004"/>
                  </a:cubicBezTo>
                  <a:cubicBezTo>
                    <a:pt x="866" y="1004"/>
                    <a:pt x="371" y="821"/>
                    <a:pt x="0" y="473"/>
                  </a:cubicBezTo>
                  <a:lnTo>
                    <a:pt x="0" y="473"/>
                  </a:lnTo>
                  <a:cubicBezTo>
                    <a:pt x="0" y="787"/>
                    <a:pt x="0" y="1152"/>
                    <a:pt x="27" y="1491"/>
                  </a:cubicBezTo>
                  <a:cubicBezTo>
                    <a:pt x="0" y="1517"/>
                    <a:pt x="0" y="1517"/>
                    <a:pt x="27" y="1517"/>
                  </a:cubicBezTo>
                  <a:cubicBezTo>
                    <a:pt x="27" y="1530"/>
                    <a:pt x="27" y="1537"/>
                    <a:pt x="30" y="1537"/>
                  </a:cubicBezTo>
                  <a:cubicBezTo>
                    <a:pt x="33" y="1537"/>
                    <a:pt x="40" y="1530"/>
                    <a:pt x="53" y="1517"/>
                  </a:cubicBezTo>
                  <a:lnTo>
                    <a:pt x="2245" y="1491"/>
                  </a:lnTo>
                  <a:cubicBezTo>
                    <a:pt x="2297" y="1491"/>
                    <a:pt x="2323" y="1543"/>
                    <a:pt x="2323" y="1596"/>
                  </a:cubicBezTo>
                  <a:lnTo>
                    <a:pt x="2349" y="3788"/>
                  </a:lnTo>
                  <a:cubicBezTo>
                    <a:pt x="2349" y="3788"/>
                    <a:pt x="2349" y="3814"/>
                    <a:pt x="2349" y="3814"/>
                  </a:cubicBezTo>
                  <a:lnTo>
                    <a:pt x="4411" y="3814"/>
                  </a:lnTo>
                  <a:cubicBezTo>
                    <a:pt x="4411" y="3814"/>
                    <a:pt x="4411" y="3788"/>
                    <a:pt x="4411" y="3788"/>
                  </a:cubicBezTo>
                  <a:lnTo>
                    <a:pt x="4385" y="1596"/>
                  </a:lnTo>
                  <a:cubicBezTo>
                    <a:pt x="4358" y="1543"/>
                    <a:pt x="4411" y="1491"/>
                    <a:pt x="4463" y="1491"/>
                  </a:cubicBezTo>
                  <a:lnTo>
                    <a:pt x="6655" y="1465"/>
                  </a:lnTo>
                  <a:lnTo>
                    <a:pt x="6681" y="1465"/>
                  </a:lnTo>
                  <a:cubicBezTo>
                    <a:pt x="6681" y="1465"/>
                    <a:pt x="6681" y="1465"/>
                    <a:pt x="6681" y="1439"/>
                  </a:cubicBezTo>
                  <a:cubicBezTo>
                    <a:pt x="6681" y="969"/>
                    <a:pt x="6681" y="499"/>
                    <a:pt x="6681" y="30"/>
                  </a:cubicBezTo>
                  <a:cubicBezTo>
                    <a:pt x="6485" y="10"/>
                    <a:pt x="6290" y="0"/>
                    <a:pt x="60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9"/>
            <p:cNvSpPr/>
            <p:nvPr/>
          </p:nvSpPr>
          <p:spPr>
            <a:xfrm>
              <a:off x="842204" y="2455338"/>
              <a:ext cx="341823" cy="202607"/>
            </a:xfrm>
            <a:custGeom>
              <a:rect b="b" l="l" r="r" t="t"/>
              <a:pathLst>
                <a:path extrusionOk="0" h="3976" w="6708">
                  <a:moveTo>
                    <a:pt x="6152" y="1"/>
                  </a:moveTo>
                  <a:cubicBezTo>
                    <a:pt x="5477" y="1"/>
                    <a:pt x="4757" y="154"/>
                    <a:pt x="4228" y="276"/>
                  </a:cubicBezTo>
                  <a:cubicBezTo>
                    <a:pt x="3341" y="511"/>
                    <a:pt x="2454" y="694"/>
                    <a:pt x="1567" y="824"/>
                  </a:cubicBezTo>
                  <a:cubicBezTo>
                    <a:pt x="1469" y="838"/>
                    <a:pt x="1372" y="844"/>
                    <a:pt x="1277" y="844"/>
                  </a:cubicBezTo>
                  <a:cubicBezTo>
                    <a:pt x="809" y="844"/>
                    <a:pt x="369" y="689"/>
                    <a:pt x="1" y="407"/>
                  </a:cubicBezTo>
                  <a:lnTo>
                    <a:pt x="1" y="1686"/>
                  </a:lnTo>
                  <a:cubicBezTo>
                    <a:pt x="1" y="1686"/>
                    <a:pt x="1" y="1712"/>
                    <a:pt x="1" y="1712"/>
                  </a:cubicBezTo>
                  <a:cubicBezTo>
                    <a:pt x="1" y="1741"/>
                    <a:pt x="15" y="1752"/>
                    <a:pt x="33" y="1752"/>
                  </a:cubicBezTo>
                  <a:cubicBezTo>
                    <a:pt x="64" y="1752"/>
                    <a:pt x="105" y="1719"/>
                    <a:pt x="105" y="1686"/>
                  </a:cubicBezTo>
                  <a:lnTo>
                    <a:pt x="2297" y="1660"/>
                  </a:lnTo>
                  <a:cubicBezTo>
                    <a:pt x="2349" y="1660"/>
                    <a:pt x="2376" y="1686"/>
                    <a:pt x="2376" y="1738"/>
                  </a:cubicBezTo>
                  <a:lnTo>
                    <a:pt x="2402" y="3930"/>
                  </a:lnTo>
                  <a:cubicBezTo>
                    <a:pt x="2402" y="3956"/>
                    <a:pt x="2402" y="3956"/>
                    <a:pt x="2402" y="3956"/>
                  </a:cubicBezTo>
                  <a:cubicBezTo>
                    <a:pt x="2415" y="3969"/>
                    <a:pt x="2421" y="3976"/>
                    <a:pt x="2425" y="3976"/>
                  </a:cubicBezTo>
                  <a:cubicBezTo>
                    <a:pt x="2428" y="3976"/>
                    <a:pt x="2428" y="3969"/>
                    <a:pt x="2428" y="3956"/>
                  </a:cubicBezTo>
                  <a:lnTo>
                    <a:pt x="4411" y="3956"/>
                  </a:lnTo>
                  <a:cubicBezTo>
                    <a:pt x="4437" y="3956"/>
                    <a:pt x="4437" y="3956"/>
                    <a:pt x="4411" y="3930"/>
                  </a:cubicBezTo>
                  <a:lnTo>
                    <a:pt x="4385" y="1738"/>
                  </a:lnTo>
                  <a:cubicBezTo>
                    <a:pt x="4385" y="1686"/>
                    <a:pt x="4437" y="1660"/>
                    <a:pt x="4489" y="1660"/>
                  </a:cubicBezTo>
                  <a:lnTo>
                    <a:pt x="6681" y="1633"/>
                  </a:lnTo>
                  <a:lnTo>
                    <a:pt x="6708" y="1633"/>
                  </a:lnTo>
                  <a:cubicBezTo>
                    <a:pt x="6708" y="1607"/>
                    <a:pt x="6708" y="1607"/>
                    <a:pt x="6708" y="1607"/>
                  </a:cubicBezTo>
                  <a:lnTo>
                    <a:pt x="6708" y="42"/>
                  </a:lnTo>
                  <a:cubicBezTo>
                    <a:pt x="6529" y="13"/>
                    <a:pt x="6342" y="1"/>
                    <a:pt x="61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9"/>
            <p:cNvSpPr/>
            <p:nvPr/>
          </p:nvSpPr>
          <p:spPr>
            <a:xfrm>
              <a:off x="850204" y="3073872"/>
              <a:ext cx="341823" cy="185485"/>
            </a:xfrm>
            <a:custGeom>
              <a:rect b="b" l="l" r="r" t="t"/>
              <a:pathLst>
                <a:path extrusionOk="0" h="3640" w="6708">
                  <a:moveTo>
                    <a:pt x="5796" y="0"/>
                  </a:moveTo>
                  <a:cubicBezTo>
                    <a:pt x="5211" y="0"/>
                    <a:pt x="4606" y="120"/>
                    <a:pt x="4045" y="273"/>
                  </a:cubicBezTo>
                  <a:cubicBezTo>
                    <a:pt x="3274" y="474"/>
                    <a:pt x="2277" y="761"/>
                    <a:pt x="1372" y="761"/>
                  </a:cubicBezTo>
                  <a:cubicBezTo>
                    <a:pt x="868" y="761"/>
                    <a:pt x="393" y="672"/>
                    <a:pt x="0" y="430"/>
                  </a:cubicBezTo>
                  <a:lnTo>
                    <a:pt x="0" y="1317"/>
                  </a:lnTo>
                  <a:cubicBezTo>
                    <a:pt x="0" y="1343"/>
                    <a:pt x="0" y="1343"/>
                    <a:pt x="0" y="1343"/>
                  </a:cubicBezTo>
                  <a:cubicBezTo>
                    <a:pt x="0" y="1378"/>
                    <a:pt x="22" y="1392"/>
                    <a:pt x="43" y="1392"/>
                  </a:cubicBezTo>
                  <a:cubicBezTo>
                    <a:pt x="68" y="1392"/>
                    <a:pt x="93" y="1372"/>
                    <a:pt x="79" y="1343"/>
                  </a:cubicBezTo>
                  <a:lnTo>
                    <a:pt x="2271" y="1317"/>
                  </a:lnTo>
                  <a:cubicBezTo>
                    <a:pt x="2323" y="1317"/>
                    <a:pt x="2375" y="1343"/>
                    <a:pt x="2375" y="1395"/>
                  </a:cubicBezTo>
                  <a:lnTo>
                    <a:pt x="2401" y="3587"/>
                  </a:lnTo>
                  <a:cubicBezTo>
                    <a:pt x="2401" y="3613"/>
                    <a:pt x="2401" y="3613"/>
                    <a:pt x="2401" y="3639"/>
                  </a:cubicBezTo>
                  <a:lnTo>
                    <a:pt x="4385" y="3639"/>
                  </a:lnTo>
                  <a:cubicBezTo>
                    <a:pt x="4411" y="3613"/>
                    <a:pt x="4437" y="3613"/>
                    <a:pt x="4437" y="3587"/>
                  </a:cubicBezTo>
                  <a:lnTo>
                    <a:pt x="4411" y="1395"/>
                  </a:lnTo>
                  <a:cubicBezTo>
                    <a:pt x="4411" y="1343"/>
                    <a:pt x="4437" y="1291"/>
                    <a:pt x="4489" y="1291"/>
                  </a:cubicBezTo>
                  <a:lnTo>
                    <a:pt x="6681" y="1265"/>
                  </a:lnTo>
                  <a:lnTo>
                    <a:pt x="6707" y="1265"/>
                  </a:lnTo>
                  <a:cubicBezTo>
                    <a:pt x="6707" y="1265"/>
                    <a:pt x="6707" y="1239"/>
                    <a:pt x="6707" y="1239"/>
                  </a:cubicBezTo>
                  <a:lnTo>
                    <a:pt x="6707" y="116"/>
                  </a:lnTo>
                  <a:cubicBezTo>
                    <a:pt x="6416" y="35"/>
                    <a:pt x="6109" y="0"/>
                    <a:pt x="57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9"/>
            <p:cNvSpPr/>
            <p:nvPr/>
          </p:nvSpPr>
          <p:spPr>
            <a:xfrm>
              <a:off x="856115" y="3656736"/>
              <a:ext cx="343861" cy="202352"/>
            </a:xfrm>
            <a:custGeom>
              <a:rect b="b" l="l" r="r" t="t"/>
              <a:pathLst>
                <a:path extrusionOk="0" h="3971" w="6748">
                  <a:moveTo>
                    <a:pt x="6518" y="1"/>
                  </a:moveTo>
                  <a:cubicBezTo>
                    <a:pt x="5777" y="1"/>
                    <a:pt x="5040" y="130"/>
                    <a:pt x="4347" y="369"/>
                  </a:cubicBezTo>
                  <a:cubicBezTo>
                    <a:pt x="3460" y="657"/>
                    <a:pt x="2546" y="996"/>
                    <a:pt x="1607" y="1022"/>
                  </a:cubicBezTo>
                  <a:cubicBezTo>
                    <a:pt x="1541" y="1030"/>
                    <a:pt x="1474" y="1033"/>
                    <a:pt x="1408" y="1033"/>
                  </a:cubicBezTo>
                  <a:cubicBezTo>
                    <a:pt x="1032" y="1033"/>
                    <a:pt x="661" y="912"/>
                    <a:pt x="328" y="735"/>
                  </a:cubicBezTo>
                  <a:cubicBezTo>
                    <a:pt x="224" y="657"/>
                    <a:pt x="93" y="552"/>
                    <a:pt x="15" y="448"/>
                  </a:cubicBezTo>
                  <a:lnTo>
                    <a:pt x="15" y="1674"/>
                  </a:lnTo>
                  <a:cubicBezTo>
                    <a:pt x="1" y="1703"/>
                    <a:pt x="26" y="1724"/>
                    <a:pt x="51" y="1724"/>
                  </a:cubicBezTo>
                  <a:cubicBezTo>
                    <a:pt x="72" y="1724"/>
                    <a:pt x="93" y="1710"/>
                    <a:pt x="93" y="1674"/>
                  </a:cubicBezTo>
                  <a:cubicBezTo>
                    <a:pt x="106" y="1687"/>
                    <a:pt x="113" y="1694"/>
                    <a:pt x="116" y="1694"/>
                  </a:cubicBezTo>
                  <a:cubicBezTo>
                    <a:pt x="119" y="1694"/>
                    <a:pt x="119" y="1687"/>
                    <a:pt x="119" y="1674"/>
                  </a:cubicBezTo>
                  <a:lnTo>
                    <a:pt x="2337" y="1648"/>
                  </a:lnTo>
                  <a:cubicBezTo>
                    <a:pt x="2364" y="1648"/>
                    <a:pt x="2416" y="1700"/>
                    <a:pt x="2416" y="1753"/>
                  </a:cubicBezTo>
                  <a:lnTo>
                    <a:pt x="2442" y="3945"/>
                  </a:lnTo>
                  <a:cubicBezTo>
                    <a:pt x="2442" y="3945"/>
                    <a:pt x="2442" y="3971"/>
                    <a:pt x="2442" y="3971"/>
                  </a:cubicBezTo>
                  <a:lnTo>
                    <a:pt x="2468" y="3971"/>
                  </a:lnTo>
                  <a:lnTo>
                    <a:pt x="3460" y="3945"/>
                  </a:lnTo>
                  <a:lnTo>
                    <a:pt x="4451" y="3945"/>
                  </a:lnTo>
                  <a:cubicBezTo>
                    <a:pt x="4451" y="3945"/>
                    <a:pt x="4451" y="3945"/>
                    <a:pt x="4451" y="3918"/>
                  </a:cubicBezTo>
                  <a:lnTo>
                    <a:pt x="4425" y="1726"/>
                  </a:lnTo>
                  <a:cubicBezTo>
                    <a:pt x="4425" y="1674"/>
                    <a:pt x="4477" y="1648"/>
                    <a:pt x="4530" y="1648"/>
                  </a:cubicBezTo>
                  <a:lnTo>
                    <a:pt x="6722" y="1622"/>
                  </a:lnTo>
                  <a:lnTo>
                    <a:pt x="6748" y="1622"/>
                  </a:lnTo>
                  <a:cubicBezTo>
                    <a:pt x="6748" y="1596"/>
                    <a:pt x="6748" y="1596"/>
                    <a:pt x="6748" y="1596"/>
                  </a:cubicBezTo>
                  <a:cubicBezTo>
                    <a:pt x="6748" y="1048"/>
                    <a:pt x="6748" y="526"/>
                    <a:pt x="6722" y="4"/>
                  </a:cubicBezTo>
                  <a:cubicBezTo>
                    <a:pt x="6654" y="2"/>
                    <a:pt x="6586" y="1"/>
                    <a:pt x="65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9"/>
            <p:cNvSpPr/>
            <p:nvPr/>
          </p:nvSpPr>
          <p:spPr>
            <a:xfrm>
              <a:off x="864829" y="4258912"/>
              <a:ext cx="341823" cy="201282"/>
            </a:xfrm>
            <a:custGeom>
              <a:rect b="b" l="l" r="r" t="t"/>
              <a:pathLst>
                <a:path extrusionOk="0" h="3950" w="6708">
                  <a:moveTo>
                    <a:pt x="5923" y="0"/>
                  </a:moveTo>
                  <a:cubicBezTo>
                    <a:pt x="5264" y="0"/>
                    <a:pt x="4570" y="148"/>
                    <a:pt x="4071" y="296"/>
                  </a:cubicBezTo>
                  <a:cubicBezTo>
                    <a:pt x="3184" y="583"/>
                    <a:pt x="2271" y="818"/>
                    <a:pt x="1357" y="974"/>
                  </a:cubicBezTo>
                  <a:cubicBezTo>
                    <a:pt x="1255" y="996"/>
                    <a:pt x="1153" y="1006"/>
                    <a:pt x="1052" y="1006"/>
                  </a:cubicBezTo>
                  <a:cubicBezTo>
                    <a:pt x="663" y="1006"/>
                    <a:pt x="290" y="852"/>
                    <a:pt x="1" y="583"/>
                  </a:cubicBezTo>
                  <a:lnTo>
                    <a:pt x="1" y="1653"/>
                  </a:lnTo>
                  <a:cubicBezTo>
                    <a:pt x="1" y="1666"/>
                    <a:pt x="14" y="1672"/>
                    <a:pt x="27" y="1672"/>
                  </a:cubicBezTo>
                  <a:cubicBezTo>
                    <a:pt x="40" y="1672"/>
                    <a:pt x="53" y="1666"/>
                    <a:pt x="53" y="1653"/>
                  </a:cubicBezTo>
                  <a:cubicBezTo>
                    <a:pt x="66" y="1666"/>
                    <a:pt x="72" y="1672"/>
                    <a:pt x="79" y="1672"/>
                  </a:cubicBezTo>
                  <a:cubicBezTo>
                    <a:pt x="85" y="1672"/>
                    <a:pt x="92" y="1666"/>
                    <a:pt x="105" y="1653"/>
                  </a:cubicBezTo>
                  <a:lnTo>
                    <a:pt x="2297" y="1626"/>
                  </a:lnTo>
                  <a:cubicBezTo>
                    <a:pt x="2349" y="1626"/>
                    <a:pt x="2375" y="1679"/>
                    <a:pt x="2375" y="1731"/>
                  </a:cubicBezTo>
                  <a:lnTo>
                    <a:pt x="2401" y="3923"/>
                  </a:lnTo>
                  <a:cubicBezTo>
                    <a:pt x="2401" y="3923"/>
                    <a:pt x="2401" y="3949"/>
                    <a:pt x="2401" y="3949"/>
                  </a:cubicBezTo>
                  <a:lnTo>
                    <a:pt x="2427" y="3949"/>
                  </a:lnTo>
                  <a:lnTo>
                    <a:pt x="3419" y="3923"/>
                  </a:lnTo>
                  <a:lnTo>
                    <a:pt x="4385" y="3923"/>
                  </a:lnTo>
                  <a:cubicBezTo>
                    <a:pt x="4398" y="3936"/>
                    <a:pt x="4404" y="3942"/>
                    <a:pt x="4411" y="3942"/>
                  </a:cubicBezTo>
                  <a:cubicBezTo>
                    <a:pt x="4417" y="3942"/>
                    <a:pt x="4424" y="3936"/>
                    <a:pt x="4437" y="3923"/>
                  </a:cubicBezTo>
                  <a:cubicBezTo>
                    <a:pt x="4437" y="3923"/>
                    <a:pt x="4437" y="3923"/>
                    <a:pt x="4437" y="3897"/>
                  </a:cubicBezTo>
                  <a:lnTo>
                    <a:pt x="4411" y="1705"/>
                  </a:lnTo>
                  <a:cubicBezTo>
                    <a:pt x="4411" y="1653"/>
                    <a:pt x="4437" y="1626"/>
                    <a:pt x="4489" y="1626"/>
                  </a:cubicBezTo>
                  <a:lnTo>
                    <a:pt x="6681" y="1600"/>
                  </a:lnTo>
                  <a:lnTo>
                    <a:pt x="6707" y="1600"/>
                  </a:lnTo>
                  <a:cubicBezTo>
                    <a:pt x="6707" y="1574"/>
                    <a:pt x="6707" y="1574"/>
                    <a:pt x="6707" y="1574"/>
                  </a:cubicBezTo>
                  <a:lnTo>
                    <a:pt x="6707" y="87"/>
                  </a:lnTo>
                  <a:cubicBezTo>
                    <a:pt x="6463" y="26"/>
                    <a:pt x="6196" y="0"/>
                    <a:pt x="592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9"/>
            <p:cNvSpPr/>
            <p:nvPr/>
          </p:nvSpPr>
          <p:spPr>
            <a:xfrm>
              <a:off x="1403409" y="3485362"/>
              <a:ext cx="1259364" cy="66550"/>
            </a:xfrm>
            <a:custGeom>
              <a:rect b="b" l="l" r="r" t="t"/>
              <a:pathLst>
                <a:path extrusionOk="0" h="1306" w="24714">
                  <a:moveTo>
                    <a:pt x="26" y="1"/>
                  </a:moveTo>
                  <a:lnTo>
                    <a:pt x="26" y="366"/>
                  </a:lnTo>
                  <a:lnTo>
                    <a:pt x="26" y="523"/>
                  </a:lnTo>
                  <a:cubicBezTo>
                    <a:pt x="0" y="679"/>
                    <a:pt x="26" y="862"/>
                    <a:pt x="53" y="1018"/>
                  </a:cubicBezTo>
                  <a:cubicBezTo>
                    <a:pt x="157" y="1306"/>
                    <a:pt x="470" y="1306"/>
                    <a:pt x="705" y="1306"/>
                  </a:cubicBezTo>
                  <a:lnTo>
                    <a:pt x="24035" y="1018"/>
                  </a:lnTo>
                  <a:cubicBezTo>
                    <a:pt x="24296" y="1018"/>
                    <a:pt x="24713" y="992"/>
                    <a:pt x="24713" y="549"/>
                  </a:cubicBezTo>
                  <a:lnTo>
                    <a:pt x="24713" y="157"/>
                  </a:lnTo>
                  <a:lnTo>
                    <a:pt x="24713" y="1"/>
                  </a:lnTo>
                  <a:cubicBezTo>
                    <a:pt x="24374" y="157"/>
                    <a:pt x="23982" y="262"/>
                    <a:pt x="23591" y="314"/>
                  </a:cubicBezTo>
                  <a:cubicBezTo>
                    <a:pt x="23203" y="356"/>
                    <a:pt x="22813" y="371"/>
                    <a:pt x="22421" y="371"/>
                  </a:cubicBezTo>
                  <a:cubicBezTo>
                    <a:pt x="21601" y="371"/>
                    <a:pt x="20776" y="305"/>
                    <a:pt x="19964" y="288"/>
                  </a:cubicBezTo>
                  <a:cubicBezTo>
                    <a:pt x="19207" y="262"/>
                    <a:pt x="18450" y="253"/>
                    <a:pt x="17692" y="253"/>
                  </a:cubicBezTo>
                  <a:cubicBezTo>
                    <a:pt x="16177" y="253"/>
                    <a:pt x="14657" y="288"/>
                    <a:pt x="13127" y="288"/>
                  </a:cubicBezTo>
                  <a:cubicBezTo>
                    <a:pt x="10491" y="314"/>
                    <a:pt x="7829" y="366"/>
                    <a:pt x="5167" y="418"/>
                  </a:cubicBezTo>
                  <a:lnTo>
                    <a:pt x="2506" y="470"/>
                  </a:lnTo>
                  <a:cubicBezTo>
                    <a:pt x="2345" y="470"/>
                    <a:pt x="2187" y="472"/>
                    <a:pt x="2032" y="472"/>
                  </a:cubicBezTo>
                  <a:cubicBezTo>
                    <a:pt x="1259" y="472"/>
                    <a:pt x="570" y="436"/>
                    <a:pt x="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9"/>
            <p:cNvSpPr/>
            <p:nvPr/>
          </p:nvSpPr>
          <p:spPr>
            <a:xfrm>
              <a:off x="1380784" y="1672871"/>
              <a:ext cx="1259364" cy="74500"/>
            </a:xfrm>
            <a:custGeom>
              <a:rect b="b" l="l" r="r" t="t"/>
              <a:pathLst>
                <a:path extrusionOk="0" h="1462" w="24714">
                  <a:moveTo>
                    <a:pt x="24713" y="0"/>
                  </a:moveTo>
                  <a:cubicBezTo>
                    <a:pt x="24400" y="209"/>
                    <a:pt x="24061" y="339"/>
                    <a:pt x="23696" y="418"/>
                  </a:cubicBezTo>
                  <a:cubicBezTo>
                    <a:pt x="23129" y="542"/>
                    <a:pt x="22534" y="571"/>
                    <a:pt x="21936" y="571"/>
                  </a:cubicBezTo>
                  <a:cubicBezTo>
                    <a:pt x="21404" y="571"/>
                    <a:pt x="20871" y="548"/>
                    <a:pt x="20355" y="548"/>
                  </a:cubicBezTo>
                  <a:cubicBezTo>
                    <a:pt x="17955" y="548"/>
                    <a:pt x="15580" y="600"/>
                    <a:pt x="13179" y="626"/>
                  </a:cubicBezTo>
                  <a:lnTo>
                    <a:pt x="5089" y="757"/>
                  </a:lnTo>
                  <a:lnTo>
                    <a:pt x="2297" y="783"/>
                  </a:lnTo>
                  <a:lnTo>
                    <a:pt x="1462" y="783"/>
                  </a:lnTo>
                  <a:cubicBezTo>
                    <a:pt x="1332" y="803"/>
                    <a:pt x="1203" y="813"/>
                    <a:pt x="1074" y="813"/>
                  </a:cubicBezTo>
                  <a:cubicBezTo>
                    <a:pt x="709" y="813"/>
                    <a:pt x="348" y="735"/>
                    <a:pt x="1" y="600"/>
                  </a:cubicBezTo>
                  <a:cubicBezTo>
                    <a:pt x="1" y="626"/>
                    <a:pt x="1" y="652"/>
                    <a:pt x="1" y="679"/>
                  </a:cubicBezTo>
                  <a:cubicBezTo>
                    <a:pt x="1" y="861"/>
                    <a:pt x="1" y="1018"/>
                    <a:pt x="53" y="1174"/>
                  </a:cubicBezTo>
                  <a:cubicBezTo>
                    <a:pt x="157" y="1461"/>
                    <a:pt x="444" y="1461"/>
                    <a:pt x="679" y="1461"/>
                  </a:cubicBezTo>
                  <a:lnTo>
                    <a:pt x="24035" y="1174"/>
                  </a:lnTo>
                  <a:cubicBezTo>
                    <a:pt x="24296" y="1174"/>
                    <a:pt x="24687" y="1148"/>
                    <a:pt x="24713" y="731"/>
                  </a:cubicBezTo>
                  <a:lnTo>
                    <a:pt x="24713" y="313"/>
                  </a:lnTo>
                  <a:lnTo>
                    <a:pt x="24713" y="131"/>
                  </a:lnTo>
                  <a:lnTo>
                    <a:pt x="2471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9"/>
            <p:cNvSpPr/>
            <p:nvPr/>
          </p:nvSpPr>
          <p:spPr>
            <a:xfrm>
              <a:off x="1395409" y="2872332"/>
              <a:ext cx="1260689" cy="78526"/>
            </a:xfrm>
            <a:custGeom>
              <a:rect b="b" l="l" r="r" t="t"/>
              <a:pathLst>
                <a:path extrusionOk="0" h="1541" w="24740">
                  <a:moveTo>
                    <a:pt x="24740" y="1"/>
                  </a:moveTo>
                  <a:cubicBezTo>
                    <a:pt x="24453" y="340"/>
                    <a:pt x="24009" y="522"/>
                    <a:pt x="23565" y="522"/>
                  </a:cubicBezTo>
                  <a:cubicBezTo>
                    <a:pt x="22887" y="572"/>
                    <a:pt x="22209" y="590"/>
                    <a:pt x="21524" y="590"/>
                  </a:cubicBezTo>
                  <a:cubicBezTo>
                    <a:pt x="21128" y="590"/>
                    <a:pt x="20731" y="584"/>
                    <a:pt x="20329" y="575"/>
                  </a:cubicBezTo>
                  <a:cubicBezTo>
                    <a:pt x="18303" y="554"/>
                    <a:pt x="16259" y="515"/>
                    <a:pt x="14212" y="515"/>
                  </a:cubicBezTo>
                  <a:cubicBezTo>
                    <a:pt x="13728" y="515"/>
                    <a:pt x="13245" y="517"/>
                    <a:pt x="12762" y="522"/>
                  </a:cubicBezTo>
                  <a:cubicBezTo>
                    <a:pt x="10256" y="522"/>
                    <a:pt x="7725" y="549"/>
                    <a:pt x="5194" y="601"/>
                  </a:cubicBezTo>
                  <a:cubicBezTo>
                    <a:pt x="4046" y="627"/>
                    <a:pt x="2923" y="653"/>
                    <a:pt x="1775" y="679"/>
                  </a:cubicBezTo>
                  <a:cubicBezTo>
                    <a:pt x="1462" y="692"/>
                    <a:pt x="1149" y="718"/>
                    <a:pt x="852" y="718"/>
                  </a:cubicBezTo>
                  <a:cubicBezTo>
                    <a:pt x="555" y="718"/>
                    <a:pt x="275" y="692"/>
                    <a:pt x="27" y="601"/>
                  </a:cubicBezTo>
                  <a:lnTo>
                    <a:pt x="27" y="757"/>
                  </a:lnTo>
                  <a:cubicBezTo>
                    <a:pt x="1" y="914"/>
                    <a:pt x="27" y="1097"/>
                    <a:pt x="79" y="1253"/>
                  </a:cubicBezTo>
                  <a:cubicBezTo>
                    <a:pt x="183" y="1540"/>
                    <a:pt x="470" y="1540"/>
                    <a:pt x="705" y="1540"/>
                  </a:cubicBezTo>
                  <a:lnTo>
                    <a:pt x="731" y="1540"/>
                  </a:lnTo>
                  <a:lnTo>
                    <a:pt x="24061" y="1253"/>
                  </a:lnTo>
                  <a:cubicBezTo>
                    <a:pt x="24322" y="1253"/>
                    <a:pt x="24713" y="1227"/>
                    <a:pt x="24740" y="783"/>
                  </a:cubicBezTo>
                  <a:lnTo>
                    <a:pt x="24740" y="392"/>
                  </a:lnTo>
                  <a:lnTo>
                    <a:pt x="24740" y="209"/>
                  </a:lnTo>
                  <a:lnTo>
                    <a:pt x="24740" y="79"/>
                  </a:lnTo>
                  <a:lnTo>
                    <a:pt x="2474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9"/>
            <p:cNvSpPr/>
            <p:nvPr/>
          </p:nvSpPr>
          <p:spPr>
            <a:xfrm>
              <a:off x="957930" y="1315142"/>
              <a:ext cx="1466761" cy="108590"/>
            </a:xfrm>
            <a:custGeom>
              <a:rect b="b" l="l" r="r" t="t"/>
              <a:pathLst>
                <a:path extrusionOk="0" h="2131" w="28784">
                  <a:moveTo>
                    <a:pt x="28758" y="0"/>
                  </a:moveTo>
                  <a:cubicBezTo>
                    <a:pt x="28627" y="183"/>
                    <a:pt x="28471" y="366"/>
                    <a:pt x="28288" y="496"/>
                  </a:cubicBezTo>
                  <a:cubicBezTo>
                    <a:pt x="27669" y="941"/>
                    <a:pt x="26805" y="999"/>
                    <a:pt x="26006" y="999"/>
                  </a:cubicBezTo>
                  <a:cubicBezTo>
                    <a:pt x="25728" y="999"/>
                    <a:pt x="25458" y="992"/>
                    <a:pt x="25209" y="992"/>
                  </a:cubicBezTo>
                  <a:lnTo>
                    <a:pt x="23121" y="992"/>
                  </a:lnTo>
                  <a:lnTo>
                    <a:pt x="14797" y="1096"/>
                  </a:lnTo>
                  <a:cubicBezTo>
                    <a:pt x="11639" y="1122"/>
                    <a:pt x="8507" y="1148"/>
                    <a:pt x="5376" y="1175"/>
                  </a:cubicBezTo>
                  <a:lnTo>
                    <a:pt x="2271" y="1175"/>
                  </a:lnTo>
                  <a:cubicBezTo>
                    <a:pt x="1957" y="1175"/>
                    <a:pt x="1670" y="1175"/>
                    <a:pt x="1357" y="1148"/>
                  </a:cubicBezTo>
                  <a:cubicBezTo>
                    <a:pt x="861" y="1148"/>
                    <a:pt x="392" y="966"/>
                    <a:pt x="0" y="653"/>
                  </a:cubicBezTo>
                  <a:lnTo>
                    <a:pt x="0" y="1592"/>
                  </a:lnTo>
                  <a:cubicBezTo>
                    <a:pt x="0" y="1723"/>
                    <a:pt x="26" y="1827"/>
                    <a:pt x="105" y="1931"/>
                  </a:cubicBezTo>
                  <a:cubicBezTo>
                    <a:pt x="290" y="2055"/>
                    <a:pt x="509" y="2130"/>
                    <a:pt x="721" y="2130"/>
                  </a:cubicBezTo>
                  <a:cubicBezTo>
                    <a:pt x="777" y="2130"/>
                    <a:pt x="833" y="2125"/>
                    <a:pt x="887" y="2114"/>
                  </a:cubicBezTo>
                  <a:lnTo>
                    <a:pt x="1279" y="2114"/>
                  </a:lnTo>
                  <a:cubicBezTo>
                    <a:pt x="1314" y="2105"/>
                    <a:pt x="1343" y="2102"/>
                    <a:pt x="1369" y="2102"/>
                  </a:cubicBezTo>
                  <a:cubicBezTo>
                    <a:pt x="1421" y="2102"/>
                    <a:pt x="1462" y="2114"/>
                    <a:pt x="1514" y="2114"/>
                  </a:cubicBezTo>
                  <a:lnTo>
                    <a:pt x="27975" y="1775"/>
                  </a:lnTo>
                  <a:lnTo>
                    <a:pt x="28210" y="1775"/>
                  </a:lnTo>
                  <a:cubicBezTo>
                    <a:pt x="28237" y="1779"/>
                    <a:pt x="28264" y="1781"/>
                    <a:pt x="28290" y="1781"/>
                  </a:cubicBezTo>
                  <a:cubicBezTo>
                    <a:pt x="28419" y="1781"/>
                    <a:pt x="28541" y="1731"/>
                    <a:pt x="28627" y="1644"/>
                  </a:cubicBezTo>
                  <a:cubicBezTo>
                    <a:pt x="28732" y="1540"/>
                    <a:pt x="28784" y="1383"/>
                    <a:pt x="28758" y="1253"/>
                  </a:cubicBezTo>
                  <a:lnTo>
                    <a:pt x="28758" y="418"/>
                  </a:lnTo>
                  <a:lnTo>
                    <a:pt x="2875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9"/>
            <p:cNvSpPr/>
            <p:nvPr/>
          </p:nvSpPr>
          <p:spPr>
            <a:xfrm>
              <a:off x="1388784" y="2289876"/>
              <a:ext cx="1259313" cy="59875"/>
            </a:xfrm>
            <a:custGeom>
              <a:rect b="b" l="l" r="r" t="t"/>
              <a:pathLst>
                <a:path extrusionOk="0" h="1175" w="24713">
                  <a:moveTo>
                    <a:pt x="24713" y="1"/>
                  </a:moveTo>
                  <a:cubicBezTo>
                    <a:pt x="24115" y="328"/>
                    <a:pt x="23346" y="371"/>
                    <a:pt x="22553" y="371"/>
                  </a:cubicBezTo>
                  <a:cubicBezTo>
                    <a:pt x="22274" y="371"/>
                    <a:pt x="21991" y="366"/>
                    <a:pt x="21712" y="366"/>
                  </a:cubicBezTo>
                  <a:cubicBezTo>
                    <a:pt x="21198" y="355"/>
                    <a:pt x="20683" y="351"/>
                    <a:pt x="20169" y="351"/>
                  </a:cubicBezTo>
                  <a:cubicBezTo>
                    <a:pt x="18465" y="351"/>
                    <a:pt x="16760" y="396"/>
                    <a:pt x="15056" y="396"/>
                  </a:cubicBezTo>
                  <a:cubicBezTo>
                    <a:pt x="14770" y="396"/>
                    <a:pt x="14483" y="395"/>
                    <a:pt x="14196" y="392"/>
                  </a:cubicBezTo>
                  <a:cubicBezTo>
                    <a:pt x="11848" y="392"/>
                    <a:pt x="9499" y="334"/>
                    <a:pt x="7151" y="334"/>
                  </a:cubicBezTo>
                  <a:cubicBezTo>
                    <a:pt x="6759" y="334"/>
                    <a:pt x="6368" y="336"/>
                    <a:pt x="5976" y="340"/>
                  </a:cubicBezTo>
                  <a:cubicBezTo>
                    <a:pt x="4671" y="340"/>
                    <a:pt x="3341" y="418"/>
                    <a:pt x="2036" y="418"/>
                  </a:cubicBezTo>
                  <a:cubicBezTo>
                    <a:pt x="1757" y="418"/>
                    <a:pt x="1475" y="433"/>
                    <a:pt x="1202" y="433"/>
                  </a:cubicBezTo>
                  <a:cubicBezTo>
                    <a:pt x="759" y="433"/>
                    <a:pt x="340" y="393"/>
                    <a:pt x="0" y="183"/>
                  </a:cubicBezTo>
                  <a:lnTo>
                    <a:pt x="0" y="235"/>
                  </a:lnTo>
                  <a:cubicBezTo>
                    <a:pt x="0" y="288"/>
                    <a:pt x="0" y="340"/>
                    <a:pt x="0" y="392"/>
                  </a:cubicBezTo>
                  <a:cubicBezTo>
                    <a:pt x="0" y="549"/>
                    <a:pt x="0" y="731"/>
                    <a:pt x="52" y="888"/>
                  </a:cubicBezTo>
                  <a:cubicBezTo>
                    <a:pt x="157" y="1175"/>
                    <a:pt x="444" y="1175"/>
                    <a:pt x="679" y="1175"/>
                  </a:cubicBezTo>
                  <a:lnTo>
                    <a:pt x="24035" y="888"/>
                  </a:lnTo>
                  <a:cubicBezTo>
                    <a:pt x="24295" y="888"/>
                    <a:pt x="24713" y="862"/>
                    <a:pt x="24713" y="418"/>
                  </a:cubicBezTo>
                  <a:lnTo>
                    <a:pt x="24713" y="27"/>
                  </a:lnTo>
                  <a:lnTo>
                    <a:pt x="247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9"/>
            <p:cNvSpPr/>
            <p:nvPr/>
          </p:nvSpPr>
          <p:spPr>
            <a:xfrm>
              <a:off x="1411359" y="4082443"/>
              <a:ext cx="1259364" cy="69200"/>
            </a:xfrm>
            <a:custGeom>
              <a:rect b="b" l="l" r="r" t="t"/>
              <a:pathLst>
                <a:path extrusionOk="0" h="1358" w="24714">
                  <a:moveTo>
                    <a:pt x="24714" y="1"/>
                  </a:moveTo>
                  <a:cubicBezTo>
                    <a:pt x="24505" y="183"/>
                    <a:pt x="24218" y="314"/>
                    <a:pt x="23931" y="340"/>
                  </a:cubicBezTo>
                  <a:cubicBezTo>
                    <a:pt x="23235" y="403"/>
                    <a:pt x="22531" y="438"/>
                    <a:pt x="21822" y="438"/>
                  </a:cubicBezTo>
                  <a:cubicBezTo>
                    <a:pt x="21360" y="438"/>
                    <a:pt x="20897" y="423"/>
                    <a:pt x="20434" y="392"/>
                  </a:cubicBezTo>
                  <a:cubicBezTo>
                    <a:pt x="19657" y="376"/>
                    <a:pt x="18880" y="370"/>
                    <a:pt x="18103" y="370"/>
                  </a:cubicBezTo>
                  <a:cubicBezTo>
                    <a:pt x="16375" y="370"/>
                    <a:pt x="14647" y="400"/>
                    <a:pt x="12918" y="418"/>
                  </a:cubicBezTo>
                  <a:cubicBezTo>
                    <a:pt x="10413" y="471"/>
                    <a:pt x="7856" y="549"/>
                    <a:pt x="5324" y="601"/>
                  </a:cubicBezTo>
                  <a:cubicBezTo>
                    <a:pt x="4150" y="653"/>
                    <a:pt x="2950" y="653"/>
                    <a:pt x="1749" y="653"/>
                  </a:cubicBezTo>
                  <a:cubicBezTo>
                    <a:pt x="1384" y="653"/>
                    <a:pt x="993" y="653"/>
                    <a:pt x="601" y="627"/>
                  </a:cubicBezTo>
                  <a:cubicBezTo>
                    <a:pt x="392" y="627"/>
                    <a:pt x="184" y="549"/>
                    <a:pt x="27" y="444"/>
                  </a:cubicBezTo>
                  <a:lnTo>
                    <a:pt x="27" y="601"/>
                  </a:lnTo>
                  <a:cubicBezTo>
                    <a:pt x="1" y="758"/>
                    <a:pt x="1" y="940"/>
                    <a:pt x="53" y="1097"/>
                  </a:cubicBezTo>
                  <a:cubicBezTo>
                    <a:pt x="157" y="1358"/>
                    <a:pt x="471" y="1358"/>
                    <a:pt x="705" y="1358"/>
                  </a:cubicBezTo>
                  <a:lnTo>
                    <a:pt x="24035" y="1071"/>
                  </a:lnTo>
                  <a:lnTo>
                    <a:pt x="24035" y="1097"/>
                  </a:lnTo>
                  <a:cubicBezTo>
                    <a:pt x="24296" y="1097"/>
                    <a:pt x="24688" y="1097"/>
                    <a:pt x="24714" y="627"/>
                  </a:cubicBezTo>
                  <a:lnTo>
                    <a:pt x="24714" y="236"/>
                  </a:lnTo>
                  <a:lnTo>
                    <a:pt x="2471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9"/>
            <p:cNvSpPr/>
            <p:nvPr/>
          </p:nvSpPr>
          <p:spPr>
            <a:xfrm>
              <a:off x="403400" y="1388268"/>
              <a:ext cx="2647650" cy="3493901"/>
            </a:xfrm>
            <a:custGeom>
              <a:rect b="b" l="l" r="r" t="t"/>
              <a:pathLst>
                <a:path extrusionOk="0" h="68565" w="51958">
                  <a:moveTo>
                    <a:pt x="0" y="1"/>
                  </a:moveTo>
                  <a:cubicBezTo>
                    <a:pt x="26" y="3262"/>
                    <a:pt x="52" y="6524"/>
                    <a:pt x="105" y="9708"/>
                  </a:cubicBezTo>
                  <a:cubicBezTo>
                    <a:pt x="131" y="11378"/>
                    <a:pt x="157" y="13022"/>
                    <a:pt x="183" y="14693"/>
                  </a:cubicBezTo>
                  <a:lnTo>
                    <a:pt x="783" y="64640"/>
                  </a:lnTo>
                  <a:lnTo>
                    <a:pt x="783" y="65031"/>
                  </a:lnTo>
                  <a:cubicBezTo>
                    <a:pt x="783" y="66441"/>
                    <a:pt x="783" y="68189"/>
                    <a:pt x="2558" y="68476"/>
                  </a:cubicBezTo>
                  <a:cubicBezTo>
                    <a:pt x="2930" y="68535"/>
                    <a:pt x="3301" y="68564"/>
                    <a:pt x="3673" y="68564"/>
                  </a:cubicBezTo>
                  <a:cubicBezTo>
                    <a:pt x="3797" y="68564"/>
                    <a:pt x="3921" y="68561"/>
                    <a:pt x="4045" y="68554"/>
                  </a:cubicBezTo>
                  <a:lnTo>
                    <a:pt x="5193" y="68554"/>
                  </a:lnTo>
                  <a:lnTo>
                    <a:pt x="8429" y="68502"/>
                  </a:lnTo>
                  <a:lnTo>
                    <a:pt x="24452" y="68293"/>
                  </a:lnTo>
                  <a:lnTo>
                    <a:pt x="32463" y="68189"/>
                  </a:lnTo>
                  <a:lnTo>
                    <a:pt x="39588" y="68111"/>
                  </a:lnTo>
                  <a:cubicBezTo>
                    <a:pt x="42067" y="68085"/>
                    <a:pt x="44546" y="68059"/>
                    <a:pt x="47051" y="68033"/>
                  </a:cubicBezTo>
                  <a:lnTo>
                    <a:pt x="48826" y="68006"/>
                  </a:lnTo>
                  <a:cubicBezTo>
                    <a:pt x="49765" y="67980"/>
                    <a:pt x="51357" y="67980"/>
                    <a:pt x="51722" y="66702"/>
                  </a:cubicBezTo>
                  <a:cubicBezTo>
                    <a:pt x="51905" y="65997"/>
                    <a:pt x="51957" y="65240"/>
                    <a:pt x="51905" y="64510"/>
                  </a:cubicBezTo>
                  <a:lnTo>
                    <a:pt x="51226" y="8638"/>
                  </a:lnTo>
                  <a:cubicBezTo>
                    <a:pt x="51200" y="10074"/>
                    <a:pt x="51174" y="11509"/>
                    <a:pt x="51148" y="12970"/>
                  </a:cubicBezTo>
                  <a:cubicBezTo>
                    <a:pt x="51018" y="21399"/>
                    <a:pt x="50887" y="29854"/>
                    <a:pt x="50783" y="38283"/>
                  </a:cubicBezTo>
                  <a:cubicBezTo>
                    <a:pt x="50678" y="45407"/>
                    <a:pt x="50574" y="52532"/>
                    <a:pt x="50496" y="59656"/>
                  </a:cubicBezTo>
                  <a:cubicBezTo>
                    <a:pt x="50391" y="66754"/>
                    <a:pt x="50104" y="66597"/>
                    <a:pt x="42041" y="66806"/>
                  </a:cubicBezTo>
                  <a:cubicBezTo>
                    <a:pt x="33325" y="67015"/>
                    <a:pt x="24583" y="67197"/>
                    <a:pt x="15867" y="67328"/>
                  </a:cubicBezTo>
                  <a:cubicBezTo>
                    <a:pt x="13205" y="67354"/>
                    <a:pt x="10517" y="67406"/>
                    <a:pt x="7829" y="67406"/>
                  </a:cubicBezTo>
                  <a:cubicBezTo>
                    <a:pt x="3497" y="67380"/>
                    <a:pt x="2323" y="67641"/>
                    <a:pt x="1957" y="61404"/>
                  </a:cubicBezTo>
                  <a:cubicBezTo>
                    <a:pt x="1827" y="59212"/>
                    <a:pt x="1749" y="56994"/>
                    <a:pt x="1644" y="54802"/>
                  </a:cubicBezTo>
                  <a:cubicBezTo>
                    <a:pt x="1305" y="46347"/>
                    <a:pt x="1253" y="37866"/>
                    <a:pt x="1044" y="29411"/>
                  </a:cubicBezTo>
                  <a:cubicBezTo>
                    <a:pt x="809" y="20277"/>
                    <a:pt x="574" y="11143"/>
                    <a:pt x="105" y="2010"/>
                  </a:cubicBezTo>
                  <a:cubicBezTo>
                    <a:pt x="79" y="1331"/>
                    <a:pt x="26" y="653"/>
                    <a:pt x="0" y="1"/>
                  </a:cubicBezTo>
                  <a:close/>
                </a:path>
              </a:pathLst>
            </a:custGeom>
            <a:solidFill>
              <a:srgbClr val="000000">
                <a:alpha val="5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9"/>
            <p:cNvSpPr/>
            <p:nvPr/>
          </p:nvSpPr>
          <p:spPr>
            <a:xfrm>
              <a:off x="894079" y="1147591"/>
              <a:ext cx="1593135" cy="335147"/>
            </a:xfrm>
            <a:custGeom>
              <a:rect b="b" l="l" r="r" t="t"/>
              <a:pathLst>
                <a:path extrusionOk="0" h="6577" w="31264">
                  <a:moveTo>
                    <a:pt x="29906" y="0"/>
                  </a:moveTo>
                  <a:lnTo>
                    <a:pt x="29906" y="0"/>
                  </a:lnTo>
                  <a:cubicBezTo>
                    <a:pt x="30324" y="548"/>
                    <a:pt x="30585" y="1201"/>
                    <a:pt x="30689" y="1905"/>
                  </a:cubicBezTo>
                  <a:cubicBezTo>
                    <a:pt x="30820" y="2871"/>
                    <a:pt x="31133" y="5324"/>
                    <a:pt x="29854" y="5480"/>
                  </a:cubicBezTo>
                  <a:cubicBezTo>
                    <a:pt x="27697" y="5783"/>
                    <a:pt x="25481" y="5846"/>
                    <a:pt x="23269" y="5846"/>
                  </a:cubicBezTo>
                  <a:cubicBezTo>
                    <a:pt x="21666" y="5846"/>
                    <a:pt x="20065" y="5813"/>
                    <a:pt x="18488" y="5813"/>
                  </a:cubicBezTo>
                  <a:cubicBezTo>
                    <a:pt x="18109" y="5813"/>
                    <a:pt x="17731" y="5815"/>
                    <a:pt x="17354" y="5820"/>
                  </a:cubicBezTo>
                  <a:cubicBezTo>
                    <a:pt x="13075" y="5872"/>
                    <a:pt x="8795" y="5950"/>
                    <a:pt x="4515" y="5950"/>
                  </a:cubicBezTo>
                  <a:cubicBezTo>
                    <a:pt x="3993" y="5950"/>
                    <a:pt x="3465" y="5957"/>
                    <a:pt x="2936" y="5957"/>
                  </a:cubicBezTo>
                  <a:cubicBezTo>
                    <a:pt x="2408" y="5957"/>
                    <a:pt x="1880" y="5950"/>
                    <a:pt x="1358" y="5924"/>
                  </a:cubicBezTo>
                  <a:cubicBezTo>
                    <a:pt x="314" y="5846"/>
                    <a:pt x="627" y="3367"/>
                    <a:pt x="653" y="2766"/>
                  </a:cubicBezTo>
                  <a:cubicBezTo>
                    <a:pt x="679" y="2010"/>
                    <a:pt x="836" y="1253"/>
                    <a:pt x="1123" y="548"/>
                  </a:cubicBezTo>
                  <a:lnTo>
                    <a:pt x="1123" y="548"/>
                  </a:lnTo>
                  <a:cubicBezTo>
                    <a:pt x="418" y="1227"/>
                    <a:pt x="27" y="2192"/>
                    <a:pt x="53" y="3184"/>
                  </a:cubicBezTo>
                  <a:cubicBezTo>
                    <a:pt x="53" y="3445"/>
                    <a:pt x="53" y="3732"/>
                    <a:pt x="27" y="4019"/>
                  </a:cubicBezTo>
                  <a:cubicBezTo>
                    <a:pt x="1" y="4645"/>
                    <a:pt x="1" y="5272"/>
                    <a:pt x="53" y="5924"/>
                  </a:cubicBezTo>
                  <a:cubicBezTo>
                    <a:pt x="105" y="6524"/>
                    <a:pt x="757" y="6576"/>
                    <a:pt x="1227" y="6576"/>
                  </a:cubicBezTo>
                  <a:cubicBezTo>
                    <a:pt x="1436" y="6576"/>
                    <a:pt x="1645" y="6550"/>
                    <a:pt x="1827" y="6550"/>
                  </a:cubicBezTo>
                  <a:cubicBezTo>
                    <a:pt x="2010" y="6524"/>
                    <a:pt x="2114" y="6524"/>
                    <a:pt x="2219" y="6524"/>
                  </a:cubicBezTo>
                  <a:lnTo>
                    <a:pt x="28889" y="6185"/>
                  </a:lnTo>
                  <a:lnTo>
                    <a:pt x="29202" y="6185"/>
                  </a:lnTo>
                  <a:cubicBezTo>
                    <a:pt x="29390" y="6185"/>
                    <a:pt x="29611" y="6218"/>
                    <a:pt x="29852" y="6218"/>
                  </a:cubicBezTo>
                  <a:cubicBezTo>
                    <a:pt x="29913" y="6218"/>
                    <a:pt x="29974" y="6216"/>
                    <a:pt x="30037" y="6211"/>
                  </a:cubicBezTo>
                  <a:cubicBezTo>
                    <a:pt x="30768" y="6211"/>
                    <a:pt x="31159" y="6080"/>
                    <a:pt x="31211" y="5793"/>
                  </a:cubicBezTo>
                  <a:cubicBezTo>
                    <a:pt x="31263" y="5454"/>
                    <a:pt x="31263" y="5115"/>
                    <a:pt x="31237" y="4776"/>
                  </a:cubicBezTo>
                  <a:lnTo>
                    <a:pt x="31237" y="4410"/>
                  </a:lnTo>
                  <a:lnTo>
                    <a:pt x="31237" y="4097"/>
                  </a:lnTo>
                  <a:lnTo>
                    <a:pt x="31211" y="2897"/>
                  </a:lnTo>
                  <a:cubicBezTo>
                    <a:pt x="31159" y="1827"/>
                    <a:pt x="30741" y="653"/>
                    <a:pt x="2990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9"/>
            <p:cNvSpPr/>
            <p:nvPr/>
          </p:nvSpPr>
          <p:spPr>
            <a:xfrm>
              <a:off x="1391434" y="2449478"/>
              <a:ext cx="1258039" cy="79799"/>
            </a:xfrm>
            <a:custGeom>
              <a:rect b="b" l="l" r="r" t="t"/>
              <a:pathLst>
                <a:path extrusionOk="0" h="1566" w="24688">
                  <a:moveTo>
                    <a:pt x="24687" y="0"/>
                  </a:moveTo>
                  <a:lnTo>
                    <a:pt x="24635" y="131"/>
                  </a:lnTo>
                  <a:cubicBezTo>
                    <a:pt x="24322" y="741"/>
                    <a:pt x="23398" y="863"/>
                    <a:pt x="22500" y="863"/>
                  </a:cubicBezTo>
                  <a:cubicBezTo>
                    <a:pt x="21902" y="863"/>
                    <a:pt x="21316" y="809"/>
                    <a:pt x="20929" y="809"/>
                  </a:cubicBezTo>
                  <a:cubicBezTo>
                    <a:pt x="20196" y="817"/>
                    <a:pt x="19460" y="820"/>
                    <a:pt x="18722" y="820"/>
                  </a:cubicBezTo>
                  <a:cubicBezTo>
                    <a:pt x="16941" y="820"/>
                    <a:pt x="15151" y="801"/>
                    <a:pt x="13362" y="783"/>
                  </a:cubicBezTo>
                  <a:cubicBezTo>
                    <a:pt x="11633" y="765"/>
                    <a:pt x="9905" y="734"/>
                    <a:pt x="8168" y="734"/>
                  </a:cubicBezTo>
                  <a:cubicBezTo>
                    <a:pt x="7387" y="734"/>
                    <a:pt x="6605" y="741"/>
                    <a:pt x="5820" y="757"/>
                  </a:cubicBezTo>
                  <a:cubicBezTo>
                    <a:pt x="4743" y="778"/>
                    <a:pt x="3649" y="816"/>
                    <a:pt x="2552" y="816"/>
                  </a:cubicBezTo>
                  <a:cubicBezTo>
                    <a:pt x="2293" y="816"/>
                    <a:pt x="2034" y="814"/>
                    <a:pt x="1775" y="809"/>
                  </a:cubicBezTo>
                  <a:cubicBezTo>
                    <a:pt x="1644" y="822"/>
                    <a:pt x="1514" y="829"/>
                    <a:pt x="1384" y="829"/>
                  </a:cubicBezTo>
                  <a:cubicBezTo>
                    <a:pt x="994" y="829"/>
                    <a:pt x="607" y="770"/>
                    <a:pt x="235" y="652"/>
                  </a:cubicBezTo>
                  <a:cubicBezTo>
                    <a:pt x="131" y="626"/>
                    <a:pt x="53" y="574"/>
                    <a:pt x="0" y="496"/>
                  </a:cubicBezTo>
                  <a:lnTo>
                    <a:pt x="0" y="548"/>
                  </a:lnTo>
                  <a:lnTo>
                    <a:pt x="0" y="731"/>
                  </a:lnTo>
                  <a:cubicBezTo>
                    <a:pt x="0" y="861"/>
                    <a:pt x="0" y="992"/>
                    <a:pt x="0" y="1122"/>
                  </a:cubicBezTo>
                  <a:cubicBezTo>
                    <a:pt x="79" y="1566"/>
                    <a:pt x="418" y="1566"/>
                    <a:pt x="705" y="1566"/>
                  </a:cubicBezTo>
                  <a:lnTo>
                    <a:pt x="24009" y="1279"/>
                  </a:lnTo>
                  <a:cubicBezTo>
                    <a:pt x="24270" y="1279"/>
                    <a:pt x="24661" y="1253"/>
                    <a:pt x="24687" y="835"/>
                  </a:cubicBezTo>
                  <a:lnTo>
                    <a:pt x="24687" y="470"/>
                  </a:lnTo>
                  <a:lnTo>
                    <a:pt x="24687" y="313"/>
                  </a:lnTo>
                  <a:lnTo>
                    <a:pt x="24687" y="157"/>
                  </a:lnTo>
                  <a:lnTo>
                    <a:pt x="2468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9"/>
            <p:cNvSpPr/>
            <p:nvPr/>
          </p:nvSpPr>
          <p:spPr>
            <a:xfrm>
              <a:off x="1396734" y="3063834"/>
              <a:ext cx="1259364" cy="66550"/>
            </a:xfrm>
            <a:custGeom>
              <a:rect b="b" l="l" r="r" t="t"/>
              <a:pathLst>
                <a:path extrusionOk="0" h="1306" w="24714">
                  <a:moveTo>
                    <a:pt x="24714" y="0"/>
                  </a:moveTo>
                  <a:cubicBezTo>
                    <a:pt x="24479" y="183"/>
                    <a:pt x="24218" y="313"/>
                    <a:pt x="23957" y="392"/>
                  </a:cubicBezTo>
                  <a:cubicBezTo>
                    <a:pt x="22913" y="679"/>
                    <a:pt x="21686" y="574"/>
                    <a:pt x="20643" y="627"/>
                  </a:cubicBezTo>
                  <a:cubicBezTo>
                    <a:pt x="19939" y="650"/>
                    <a:pt x="19239" y="659"/>
                    <a:pt x="18538" y="659"/>
                  </a:cubicBezTo>
                  <a:cubicBezTo>
                    <a:pt x="16848" y="659"/>
                    <a:pt x="15164" y="604"/>
                    <a:pt x="13466" y="548"/>
                  </a:cubicBezTo>
                  <a:cubicBezTo>
                    <a:pt x="12549" y="528"/>
                    <a:pt x="11636" y="520"/>
                    <a:pt x="10724" y="520"/>
                  </a:cubicBezTo>
                  <a:cubicBezTo>
                    <a:pt x="9248" y="520"/>
                    <a:pt x="7774" y="542"/>
                    <a:pt x="6290" y="574"/>
                  </a:cubicBezTo>
                  <a:cubicBezTo>
                    <a:pt x="5690" y="587"/>
                    <a:pt x="5090" y="594"/>
                    <a:pt x="4489" y="594"/>
                  </a:cubicBezTo>
                  <a:cubicBezTo>
                    <a:pt x="3889" y="594"/>
                    <a:pt x="3289" y="587"/>
                    <a:pt x="2689" y="574"/>
                  </a:cubicBezTo>
                  <a:cubicBezTo>
                    <a:pt x="2306" y="574"/>
                    <a:pt x="1935" y="563"/>
                    <a:pt x="1560" y="563"/>
                  </a:cubicBezTo>
                  <a:cubicBezTo>
                    <a:pt x="1372" y="563"/>
                    <a:pt x="1184" y="566"/>
                    <a:pt x="992" y="574"/>
                  </a:cubicBezTo>
                  <a:cubicBezTo>
                    <a:pt x="601" y="574"/>
                    <a:pt x="236" y="418"/>
                    <a:pt x="1" y="105"/>
                  </a:cubicBezTo>
                  <a:lnTo>
                    <a:pt x="1" y="157"/>
                  </a:lnTo>
                  <a:lnTo>
                    <a:pt x="1" y="287"/>
                  </a:lnTo>
                  <a:lnTo>
                    <a:pt x="1" y="470"/>
                  </a:lnTo>
                  <a:cubicBezTo>
                    <a:pt x="1" y="601"/>
                    <a:pt x="1" y="731"/>
                    <a:pt x="1" y="862"/>
                  </a:cubicBezTo>
                  <a:cubicBezTo>
                    <a:pt x="79" y="1305"/>
                    <a:pt x="418" y="1305"/>
                    <a:pt x="705" y="1305"/>
                  </a:cubicBezTo>
                  <a:lnTo>
                    <a:pt x="24009" y="1018"/>
                  </a:lnTo>
                  <a:cubicBezTo>
                    <a:pt x="24296" y="1018"/>
                    <a:pt x="24687" y="992"/>
                    <a:pt x="24714" y="574"/>
                  </a:cubicBezTo>
                  <a:lnTo>
                    <a:pt x="24714" y="209"/>
                  </a:lnTo>
                  <a:lnTo>
                    <a:pt x="2471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9"/>
            <p:cNvSpPr/>
            <p:nvPr/>
          </p:nvSpPr>
          <p:spPr>
            <a:xfrm>
              <a:off x="1383433" y="1855047"/>
              <a:ext cx="1259364" cy="73175"/>
            </a:xfrm>
            <a:custGeom>
              <a:rect b="b" l="l" r="r" t="t"/>
              <a:pathLst>
                <a:path extrusionOk="0" h="1436" w="24714">
                  <a:moveTo>
                    <a:pt x="24714" y="0"/>
                  </a:moveTo>
                  <a:cubicBezTo>
                    <a:pt x="24244" y="287"/>
                    <a:pt x="23696" y="444"/>
                    <a:pt x="23148" y="444"/>
                  </a:cubicBezTo>
                  <a:cubicBezTo>
                    <a:pt x="21347" y="522"/>
                    <a:pt x="19547" y="470"/>
                    <a:pt x="17746" y="548"/>
                  </a:cubicBezTo>
                  <a:cubicBezTo>
                    <a:pt x="15841" y="626"/>
                    <a:pt x="13936" y="653"/>
                    <a:pt x="12031" y="705"/>
                  </a:cubicBezTo>
                  <a:cubicBezTo>
                    <a:pt x="9709" y="757"/>
                    <a:pt x="7386" y="809"/>
                    <a:pt x="5063" y="809"/>
                  </a:cubicBezTo>
                  <a:lnTo>
                    <a:pt x="1332" y="809"/>
                  </a:lnTo>
                  <a:cubicBezTo>
                    <a:pt x="1296" y="811"/>
                    <a:pt x="1261" y="812"/>
                    <a:pt x="1226" y="812"/>
                  </a:cubicBezTo>
                  <a:cubicBezTo>
                    <a:pt x="770" y="812"/>
                    <a:pt x="342" y="654"/>
                    <a:pt x="27" y="339"/>
                  </a:cubicBezTo>
                  <a:cubicBezTo>
                    <a:pt x="27" y="366"/>
                    <a:pt x="27" y="392"/>
                    <a:pt x="27" y="418"/>
                  </a:cubicBezTo>
                  <a:lnTo>
                    <a:pt x="27" y="600"/>
                  </a:lnTo>
                  <a:cubicBezTo>
                    <a:pt x="1" y="731"/>
                    <a:pt x="1" y="887"/>
                    <a:pt x="27" y="1018"/>
                  </a:cubicBezTo>
                  <a:cubicBezTo>
                    <a:pt x="79" y="1435"/>
                    <a:pt x="418" y="1435"/>
                    <a:pt x="705" y="1435"/>
                  </a:cubicBezTo>
                  <a:lnTo>
                    <a:pt x="24035" y="1148"/>
                  </a:lnTo>
                  <a:cubicBezTo>
                    <a:pt x="24296" y="1148"/>
                    <a:pt x="24688" y="1122"/>
                    <a:pt x="24714" y="705"/>
                  </a:cubicBezTo>
                  <a:lnTo>
                    <a:pt x="24714" y="339"/>
                  </a:lnTo>
                  <a:lnTo>
                    <a:pt x="24714" y="183"/>
                  </a:lnTo>
                  <a:lnTo>
                    <a:pt x="24714" y="26"/>
                  </a:lnTo>
                  <a:lnTo>
                    <a:pt x="2471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9"/>
            <p:cNvSpPr/>
            <p:nvPr/>
          </p:nvSpPr>
          <p:spPr>
            <a:xfrm>
              <a:off x="1412684" y="4259320"/>
              <a:ext cx="1260689" cy="73175"/>
            </a:xfrm>
            <a:custGeom>
              <a:rect b="b" l="l" r="r" t="t"/>
              <a:pathLst>
                <a:path extrusionOk="0" h="1436" w="24740">
                  <a:moveTo>
                    <a:pt x="24740" y="1"/>
                  </a:moveTo>
                  <a:cubicBezTo>
                    <a:pt x="24427" y="288"/>
                    <a:pt x="24035" y="470"/>
                    <a:pt x="23618" y="470"/>
                  </a:cubicBezTo>
                  <a:cubicBezTo>
                    <a:pt x="23252" y="496"/>
                    <a:pt x="22884" y="505"/>
                    <a:pt x="22515" y="505"/>
                  </a:cubicBezTo>
                  <a:cubicBezTo>
                    <a:pt x="21776" y="505"/>
                    <a:pt x="21034" y="470"/>
                    <a:pt x="20304" y="470"/>
                  </a:cubicBezTo>
                  <a:cubicBezTo>
                    <a:pt x="17772" y="549"/>
                    <a:pt x="15215" y="575"/>
                    <a:pt x="12684" y="575"/>
                  </a:cubicBezTo>
                  <a:cubicBezTo>
                    <a:pt x="12146" y="581"/>
                    <a:pt x="11606" y="582"/>
                    <a:pt x="11066" y="582"/>
                  </a:cubicBezTo>
                  <a:cubicBezTo>
                    <a:pt x="10103" y="582"/>
                    <a:pt x="9137" y="576"/>
                    <a:pt x="8173" y="576"/>
                  </a:cubicBezTo>
                  <a:cubicBezTo>
                    <a:pt x="7291" y="576"/>
                    <a:pt x="6411" y="581"/>
                    <a:pt x="5533" y="601"/>
                  </a:cubicBezTo>
                  <a:cubicBezTo>
                    <a:pt x="4359" y="627"/>
                    <a:pt x="3185" y="679"/>
                    <a:pt x="2010" y="705"/>
                  </a:cubicBezTo>
                  <a:cubicBezTo>
                    <a:pt x="1149" y="705"/>
                    <a:pt x="601" y="679"/>
                    <a:pt x="27" y="314"/>
                  </a:cubicBezTo>
                  <a:lnTo>
                    <a:pt x="27" y="418"/>
                  </a:lnTo>
                  <a:lnTo>
                    <a:pt x="27" y="601"/>
                  </a:lnTo>
                  <a:cubicBezTo>
                    <a:pt x="1" y="731"/>
                    <a:pt x="1" y="862"/>
                    <a:pt x="27" y="992"/>
                  </a:cubicBezTo>
                  <a:cubicBezTo>
                    <a:pt x="79" y="1436"/>
                    <a:pt x="445" y="1436"/>
                    <a:pt x="732" y="1436"/>
                  </a:cubicBezTo>
                  <a:lnTo>
                    <a:pt x="24035" y="1149"/>
                  </a:lnTo>
                  <a:lnTo>
                    <a:pt x="24061" y="1149"/>
                  </a:lnTo>
                  <a:cubicBezTo>
                    <a:pt x="24322" y="1149"/>
                    <a:pt x="24714" y="1123"/>
                    <a:pt x="24740" y="705"/>
                  </a:cubicBezTo>
                  <a:lnTo>
                    <a:pt x="24740" y="340"/>
                  </a:lnTo>
                  <a:lnTo>
                    <a:pt x="24740" y="183"/>
                  </a:lnTo>
                  <a:lnTo>
                    <a:pt x="24740" y="27"/>
                  </a:lnTo>
                  <a:lnTo>
                    <a:pt x="2474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9"/>
            <p:cNvSpPr/>
            <p:nvPr/>
          </p:nvSpPr>
          <p:spPr>
            <a:xfrm>
              <a:off x="1406059" y="3667539"/>
              <a:ext cx="1259364" cy="62576"/>
            </a:xfrm>
            <a:custGeom>
              <a:rect b="b" l="l" r="r" t="t"/>
              <a:pathLst>
                <a:path extrusionOk="0" h="1228" w="24714">
                  <a:moveTo>
                    <a:pt x="24713" y="1"/>
                  </a:moveTo>
                  <a:cubicBezTo>
                    <a:pt x="24635" y="79"/>
                    <a:pt x="24557" y="131"/>
                    <a:pt x="24504" y="184"/>
                  </a:cubicBezTo>
                  <a:cubicBezTo>
                    <a:pt x="24108" y="478"/>
                    <a:pt x="23523" y="559"/>
                    <a:pt x="22920" y="559"/>
                  </a:cubicBezTo>
                  <a:cubicBezTo>
                    <a:pt x="22292" y="559"/>
                    <a:pt x="21643" y="471"/>
                    <a:pt x="21164" y="445"/>
                  </a:cubicBezTo>
                  <a:cubicBezTo>
                    <a:pt x="19526" y="395"/>
                    <a:pt x="17899" y="377"/>
                    <a:pt x="16275" y="377"/>
                  </a:cubicBezTo>
                  <a:cubicBezTo>
                    <a:pt x="15338" y="377"/>
                    <a:pt x="14402" y="383"/>
                    <a:pt x="13466" y="392"/>
                  </a:cubicBezTo>
                  <a:cubicBezTo>
                    <a:pt x="10909" y="418"/>
                    <a:pt x="8325" y="445"/>
                    <a:pt x="5768" y="471"/>
                  </a:cubicBezTo>
                  <a:cubicBezTo>
                    <a:pt x="5075" y="486"/>
                    <a:pt x="4390" y="501"/>
                    <a:pt x="3705" y="501"/>
                  </a:cubicBezTo>
                  <a:cubicBezTo>
                    <a:pt x="3203" y="501"/>
                    <a:pt x="2700" y="493"/>
                    <a:pt x="2193" y="471"/>
                  </a:cubicBezTo>
                  <a:cubicBezTo>
                    <a:pt x="1934" y="471"/>
                    <a:pt x="1688" y="478"/>
                    <a:pt x="1453" y="478"/>
                  </a:cubicBezTo>
                  <a:cubicBezTo>
                    <a:pt x="905" y="478"/>
                    <a:pt x="421" y="439"/>
                    <a:pt x="1" y="184"/>
                  </a:cubicBezTo>
                  <a:lnTo>
                    <a:pt x="1" y="210"/>
                  </a:lnTo>
                  <a:lnTo>
                    <a:pt x="1" y="392"/>
                  </a:lnTo>
                  <a:cubicBezTo>
                    <a:pt x="1" y="523"/>
                    <a:pt x="1" y="679"/>
                    <a:pt x="1" y="810"/>
                  </a:cubicBezTo>
                  <a:cubicBezTo>
                    <a:pt x="79" y="1227"/>
                    <a:pt x="418" y="1227"/>
                    <a:pt x="705" y="1227"/>
                  </a:cubicBezTo>
                  <a:lnTo>
                    <a:pt x="24009" y="940"/>
                  </a:lnTo>
                  <a:cubicBezTo>
                    <a:pt x="24296" y="940"/>
                    <a:pt x="24687" y="914"/>
                    <a:pt x="24713" y="497"/>
                  </a:cubicBezTo>
                  <a:lnTo>
                    <a:pt x="24713" y="131"/>
                  </a:lnTo>
                  <a:lnTo>
                    <a:pt x="2471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9"/>
            <p:cNvSpPr/>
            <p:nvPr/>
          </p:nvSpPr>
          <p:spPr>
            <a:xfrm>
              <a:off x="602852" y="1369668"/>
              <a:ext cx="2244729" cy="3309842"/>
            </a:xfrm>
            <a:custGeom>
              <a:rect b="b" l="l" r="r" t="t"/>
              <a:pathLst>
                <a:path extrusionOk="0" h="64953" w="44051">
                  <a:moveTo>
                    <a:pt x="43215" y="0"/>
                  </a:moveTo>
                  <a:lnTo>
                    <a:pt x="40736" y="52"/>
                  </a:lnTo>
                  <a:cubicBezTo>
                    <a:pt x="42067" y="861"/>
                    <a:pt x="42641" y="2375"/>
                    <a:pt x="42693" y="4202"/>
                  </a:cubicBezTo>
                  <a:cubicBezTo>
                    <a:pt x="42772" y="6707"/>
                    <a:pt x="42667" y="9264"/>
                    <a:pt x="42641" y="11769"/>
                  </a:cubicBezTo>
                  <a:cubicBezTo>
                    <a:pt x="42563" y="17250"/>
                    <a:pt x="42641" y="22730"/>
                    <a:pt x="42667" y="28236"/>
                  </a:cubicBezTo>
                  <a:cubicBezTo>
                    <a:pt x="42746" y="38544"/>
                    <a:pt x="42876" y="48852"/>
                    <a:pt x="42615" y="59186"/>
                  </a:cubicBezTo>
                  <a:cubicBezTo>
                    <a:pt x="42563" y="60438"/>
                    <a:pt x="42719" y="62343"/>
                    <a:pt x="41310" y="62943"/>
                  </a:cubicBezTo>
                  <a:cubicBezTo>
                    <a:pt x="40145" y="63452"/>
                    <a:pt x="38733" y="63538"/>
                    <a:pt x="37358" y="63538"/>
                  </a:cubicBezTo>
                  <a:cubicBezTo>
                    <a:pt x="36660" y="63538"/>
                    <a:pt x="35971" y="63516"/>
                    <a:pt x="35329" y="63516"/>
                  </a:cubicBezTo>
                  <a:cubicBezTo>
                    <a:pt x="35225" y="63516"/>
                    <a:pt x="35123" y="63516"/>
                    <a:pt x="35021" y="63518"/>
                  </a:cubicBezTo>
                  <a:cubicBezTo>
                    <a:pt x="31159" y="63544"/>
                    <a:pt x="27323" y="63570"/>
                    <a:pt x="23461" y="63596"/>
                  </a:cubicBezTo>
                  <a:lnTo>
                    <a:pt x="10282" y="63622"/>
                  </a:lnTo>
                  <a:lnTo>
                    <a:pt x="7334" y="63622"/>
                  </a:lnTo>
                  <a:cubicBezTo>
                    <a:pt x="6758" y="63622"/>
                    <a:pt x="6085" y="63675"/>
                    <a:pt x="5409" y="63675"/>
                  </a:cubicBezTo>
                  <a:cubicBezTo>
                    <a:pt x="4369" y="63675"/>
                    <a:pt x="3322" y="63550"/>
                    <a:pt x="2610" y="62917"/>
                  </a:cubicBezTo>
                  <a:cubicBezTo>
                    <a:pt x="1018" y="61508"/>
                    <a:pt x="1305" y="58220"/>
                    <a:pt x="1227" y="56341"/>
                  </a:cubicBezTo>
                  <a:cubicBezTo>
                    <a:pt x="1175" y="54593"/>
                    <a:pt x="1149" y="52844"/>
                    <a:pt x="1097" y="51122"/>
                  </a:cubicBezTo>
                  <a:cubicBezTo>
                    <a:pt x="1018" y="46373"/>
                    <a:pt x="940" y="41649"/>
                    <a:pt x="888" y="36900"/>
                  </a:cubicBezTo>
                  <a:cubicBezTo>
                    <a:pt x="784" y="27505"/>
                    <a:pt x="731" y="18111"/>
                    <a:pt x="731" y="8690"/>
                  </a:cubicBezTo>
                  <a:cubicBezTo>
                    <a:pt x="731" y="6289"/>
                    <a:pt x="288" y="2688"/>
                    <a:pt x="1775" y="522"/>
                  </a:cubicBezTo>
                  <a:lnTo>
                    <a:pt x="1775" y="522"/>
                  </a:lnTo>
                  <a:lnTo>
                    <a:pt x="53" y="548"/>
                  </a:lnTo>
                  <a:cubicBezTo>
                    <a:pt x="27" y="548"/>
                    <a:pt x="1" y="548"/>
                    <a:pt x="1" y="574"/>
                  </a:cubicBezTo>
                  <a:lnTo>
                    <a:pt x="836" y="64927"/>
                  </a:lnTo>
                  <a:cubicBezTo>
                    <a:pt x="836" y="64953"/>
                    <a:pt x="836" y="64953"/>
                    <a:pt x="836" y="64953"/>
                  </a:cubicBezTo>
                  <a:lnTo>
                    <a:pt x="862" y="64953"/>
                  </a:lnTo>
                  <a:cubicBezTo>
                    <a:pt x="4411" y="64901"/>
                    <a:pt x="7960" y="64875"/>
                    <a:pt x="11535" y="64822"/>
                  </a:cubicBezTo>
                  <a:lnTo>
                    <a:pt x="21451" y="64718"/>
                  </a:lnTo>
                  <a:lnTo>
                    <a:pt x="32881" y="64561"/>
                  </a:lnTo>
                  <a:cubicBezTo>
                    <a:pt x="36587" y="64509"/>
                    <a:pt x="40293" y="64483"/>
                    <a:pt x="43998" y="64431"/>
                  </a:cubicBezTo>
                  <a:cubicBezTo>
                    <a:pt x="44024" y="64431"/>
                    <a:pt x="44024" y="64431"/>
                    <a:pt x="44050" y="64405"/>
                  </a:cubicBezTo>
                  <a:lnTo>
                    <a:pt x="43241" y="26"/>
                  </a:lnTo>
                  <a:cubicBezTo>
                    <a:pt x="43241" y="26"/>
                    <a:pt x="43241" y="26"/>
                    <a:pt x="43241"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9"/>
            <p:cNvSpPr/>
            <p:nvPr/>
          </p:nvSpPr>
          <p:spPr>
            <a:xfrm>
              <a:off x="799653" y="3464113"/>
              <a:ext cx="460146" cy="454796"/>
            </a:xfrm>
            <a:custGeom>
              <a:rect b="b" l="l" r="r" t="t"/>
              <a:pathLst>
                <a:path extrusionOk="0" h="8925" w="9030">
                  <a:moveTo>
                    <a:pt x="784" y="0"/>
                  </a:moveTo>
                  <a:lnTo>
                    <a:pt x="784" y="0"/>
                  </a:lnTo>
                  <a:cubicBezTo>
                    <a:pt x="340" y="52"/>
                    <a:pt x="27" y="418"/>
                    <a:pt x="1" y="861"/>
                  </a:cubicBezTo>
                  <a:lnTo>
                    <a:pt x="1" y="2140"/>
                  </a:lnTo>
                  <a:lnTo>
                    <a:pt x="1" y="2766"/>
                  </a:lnTo>
                  <a:cubicBezTo>
                    <a:pt x="1" y="3288"/>
                    <a:pt x="27" y="3810"/>
                    <a:pt x="27" y="4332"/>
                  </a:cubicBezTo>
                  <a:cubicBezTo>
                    <a:pt x="53" y="5454"/>
                    <a:pt x="79" y="6576"/>
                    <a:pt x="79" y="7698"/>
                  </a:cubicBezTo>
                  <a:cubicBezTo>
                    <a:pt x="79" y="8064"/>
                    <a:pt x="79" y="8716"/>
                    <a:pt x="601" y="8847"/>
                  </a:cubicBezTo>
                  <a:cubicBezTo>
                    <a:pt x="888" y="8899"/>
                    <a:pt x="1149" y="8925"/>
                    <a:pt x="1436" y="8925"/>
                  </a:cubicBezTo>
                  <a:lnTo>
                    <a:pt x="6290" y="8873"/>
                  </a:lnTo>
                  <a:lnTo>
                    <a:pt x="7438" y="8873"/>
                  </a:lnTo>
                  <a:cubicBezTo>
                    <a:pt x="8091" y="8873"/>
                    <a:pt x="9004" y="8742"/>
                    <a:pt x="9030" y="7907"/>
                  </a:cubicBezTo>
                  <a:lnTo>
                    <a:pt x="9030" y="7229"/>
                  </a:lnTo>
                  <a:cubicBezTo>
                    <a:pt x="8978" y="7333"/>
                    <a:pt x="8952" y="7411"/>
                    <a:pt x="8899" y="7464"/>
                  </a:cubicBezTo>
                  <a:cubicBezTo>
                    <a:pt x="8560" y="8064"/>
                    <a:pt x="7908" y="8273"/>
                    <a:pt x="7282" y="8351"/>
                  </a:cubicBezTo>
                  <a:cubicBezTo>
                    <a:pt x="6501" y="8448"/>
                    <a:pt x="5715" y="8472"/>
                    <a:pt x="4929" y="8472"/>
                  </a:cubicBezTo>
                  <a:cubicBezTo>
                    <a:pt x="4198" y="8472"/>
                    <a:pt x="3468" y="8452"/>
                    <a:pt x="2741" y="8452"/>
                  </a:cubicBezTo>
                  <a:cubicBezTo>
                    <a:pt x="2575" y="8452"/>
                    <a:pt x="2410" y="8453"/>
                    <a:pt x="2245" y="8455"/>
                  </a:cubicBezTo>
                  <a:cubicBezTo>
                    <a:pt x="1697" y="8455"/>
                    <a:pt x="1019" y="8403"/>
                    <a:pt x="810" y="7829"/>
                  </a:cubicBezTo>
                  <a:cubicBezTo>
                    <a:pt x="549" y="7177"/>
                    <a:pt x="653" y="6342"/>
                    <a:pt x="627" y="5663"/>
                  </a:cubicBezTo>
                  <a:cubicBezTo>
                    <a:pt x="575" y="4567"/>
                    <a:pt x="575" y="3497"/>
                    <a:pt x="549" y="2427"/>
                  </a:cubicBezTo>
                  <a:cubicBezTo>
                    <a:pt x="549" y="1644"/>
                    <a:pt x="418" y="705"/>
                    <a:pt x="784" y="0"/>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9"/>
            <p:cNvSpPr/>
            <p:nvPr/>
          </p:nvSpPr>
          <p:spPr>
            <a:xfrm>
              <a:off x="793029" y="2863006"/>
              <a:ext cx="460146" cy="454847"/>
            </a:xfrm>
            <a:custGeom>
              <a:rect b="b" l="l" r="r" t="t"/>
              <a:pathLst>
                <a:path extrusionOk="0" h="8926" w="9030">
                  <a:moveTo>
                    <a:pt x="809" y="1"/>
                  </a:moveTo>
                  <a:lnTo>
                    <a:pt x="809" y="1"/>
                  </a:lnTo>
                  <a:cubicBezTo>
                    <a:pt x="366" y="105"/>
                    <a:pt x="0" y="314"/>
                    <a:pt x="0" y="862"/>
                  </a:cubicBezTo>
                  <a:lnTo>
                    <a:pt x="0" y="2141"/>
                  </a:lnTo>
                  <a:lnTo>
                    <a:pt x="0" y="2767"/>
                  </a:lnTo>
                  <a:cubicBezTo>
                    <a:pt x="0" y="3289"/>
                    <a:pt x="0" y="3811"/>
                    <a:pt x="0" y="4333"/>
                  </a:cubicBezTo>
                  <a:cubicBezTo>
                    <a:pt x="26" y="5455"/>
                    <a:pt x="53" y="6577"/>
                    <a:pt x="53" y="7699"/>
                  </a:cubicBezTo>
                  <a:cubicBezTo>
                    <a:pt x="53" y="8064"/>
                    <a:pt x="53" y="8717"/>
                    <a:pt x="574" y="8847"/>
                  </a:cubicBezTo>
                  <a:cubicBezTo>
                    <a:pt x="861" y="8900"/>
                    <a:pt x="1122" y="8926"/>
                    <a:pt x="1410" y="8926"/>
                  </a:cubicBezTo>
                  <a:lnTo>
                    <a:pt x="6263" y="8873"/>
                  </a:lnTo>
                  <a:lnTo>
                    <a:pt x="7412" y="8873"/>
                  </a:lnTo>
                  <a:lnTo>
                    <a:pt x="7438" y="8900"/>
                  </a:lnTo>
                  <a:cubicBezTo>
                    <a:pt x="8116" y="8900"/>
                    <a:pt x="9003" y="8769"/>
                    <a:pt x="9029" y="7934"/>
                  </a:cubicBezTo>
                  <a:lnTo>
                    <a:pt x="9029" y="7334"/>
                  </a:lnTo>
                  <a:cubicBezTo>
                    <a:pt x="8977" y="7412"/>
                    <a:pt x="8951" y="7490"/>
                    <a:pt x="8899" y="7569"/>
                  </a:cubicBezTo>
                  <a:cubicBezTo>
                    <a:pt x="8534" y="8117"/>
                    <a:pt x="7881" y="8325"/>
                    <a:pt x="7255" y="8404"/>
                  </a:cubicBezTo>
                  <a:cubicBezTo>
                    <a:pt x="6475" y="8501"/>
                    <a:pt x="5689" y="8525"/>
                    <a:pt x="4902" y="8525"/>
                  </a:cubicBezTo>
                  <a:cubicBezTo>
                    <a:pt x="4172" y="8525"/>
                    <a:pt x="3441" y="8504"/>
                    <a:pt x="2714" y="8504"/>
                  </a:cubicBezTo>
                  <a:cubicBezTo>
                    <a:pt x="2549" y="8504"/>
                    <a:pt x="2383" y="8506"/>
                    <a:pt x="2218" y="8508"/>
                  </a:cubicBezTo>
                  <a:cubicBezTo>
                    <a:pt x="1670" y="8508"/>
                    <a:pt x="1018" y="8456"/>
                    <a:pt x="783" y="7882"/>
                  </a:cubicBezTo>
                  <a:cubicBezTo>
                    <a:pt x="522" y="7229"/>
                    <a:pt x="627" y="6394"/>
                    <a:pt x="601" y="5716"/>
                  </a:cubicBezTo>
                  <a:cubicBezTo>
                    <a:pt x="574" y="4620"/>
                    <a:pt x="548" y="3550"/>
                    <a:pt x="522" y="2480"/>
                  </a:cubicBezTo>
                  <a:cubicBezTo>
                    <a:pt x="522" y="1671"/>
                    <a:pt x="392" y="705"/>
                    <a:pt x="809"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9"/>
            <p:cNvSpPr/>
            <p:nvPr/>
          </p:nvSpPr>
          <p:spPr>
            <a:xfrm>
              <a:off x="808979" y="4066493"/>
              <a:ext cx="458821" cy="453522"/>
            </a:xfrm>
            <a:custGeom>
              <a:rect b="b" l="l" r="r" t="t"/>
              <a:pathLst>
                <a:path extrusionOk="0" h="8900" w="9004">
                  <a:moveTo>
                    <a:pt x="679" y="1"/>
                  </a:moveTo>
                  <a:lnTo>
                    <a:pt x="679" y="1"/>
                  </a:lnTo>
                  <a:cubicBezTo>
                    <a:pt x="288" y="79"/>
                    <a:pt x="0" y="444"/>
                    <a:pt x="0" y="836"/>
                  </a:cubicBezTo>
                  <a:lnTo>
                    <a:pt x="0" y="2114"/>
                  </a:lnTo>
                  <a:lnTo>
                    <a:pt x="0" y="2741"/>
                  </a:lnTo>
                  <a:cubicBezTo>
                    <a:pt x="0" y="3263"/>
                    <a:pt x="0" y="3785"/>
                    <a:pt x="0" y="4306"/>
                  </a:cubicBezTo>
                  <a:cubicBezTo>
                    <a:pt x="27" y="5402"/>
                    <a:pt x="53" y="6551"/>
                    <a:pt x="53" y="7673"/>
                  </a:cubicBezTo>
                  <a:cubicBezTo>
                    <a:pt x="53" y="8038"/>
                    <a:pt x="53" y="8691"/>
                    <a:pt x="575" y="8821"/>
                  </a:cubicBezTo>
                  <a:cubicBezTo>
                    <a:pt x="862" y="8873"/>
                    <a:pt x="1123" y="8899"/>
                    <a:pt x="1410" y="8899"/>
                  </a:cubicBezTo>
                  <a:lnTo>
                    <a:pt x="6263" y="8821"/>
                  </a:lnTo>
                  <a:lnTo>
                    <a:pt x="6733" y="8821"/>
                  </a:lnTo>
                  <a:cubicBezTo>
                    <a:pt x="6855" y="8821"/>
                    <a:pt x="7012" y="8833"/>
                    <a:pt x="7172" y="8833"/>
                  </a:cubicBezTo>
                  <a:cubicBezTo>
                    <a:pt x="7252" y="8833"/>
                    <a:pt x="7333" y="8830"/>
                    <a:pt x="7412" y="8821"/>
                  </a:cubicBezTo>
                  <a:lnTo>
                    <a:pt x="7438" y="8873"/>
                  </a:lnTo>
                  <a:cubicBezTo>
                    <a:pt x="8090" y="8873"/>
                    <a:pt x="9004" y="8743"/>
                    <a:pt x="9004" y="7908"/>
                  </a:cubicBezTo>
                  <a:lnTo>
                    <a:pt x="9004" y="7073"/>
                  </a:lnTo>
                  <a:cubicBezTo>
                    <a:pt x="8977" y="7151"/>
                    <a:pt x="8925" y="7229"/>
                    <a:pt x="8873" y="7307"/>
                  </a:cubicBezTo>
                  <a:cubicBezTo>
                    <a:pt x="8534" y="7882"/>
                    <a:pt x="7855" y="8064"/>
                    <a:pt x="7255" y="8143"/>
                  </a:cubicBezTo>
                  <a:cubicBezTo>
                    <a:pt x="6420" y="8247"/>
                    <a:pt x="5578" y="8273"/>
                    <a:pt x="4737" y="8273"/>
                  </a:cubicBezTo>
                  <a:cubicBezTo>
                    <a:pt x="3895" y="8273"/>
                    <a:pt x="3054" y="8247"/>
                    <a:pt x="2219" y="8247"/>
                  </a:cubicBezTo>
                  <a:cubicBezTo>
                    <a:pt x="1671" y="8247"/>
                    <a:pt x="1018" y="8221"/>
                    <a:pt x="783" y="7621"/>
                  </a:cubicBezTo>
                  <a:cubicBezTo>
                    <a:pt x="522" y="6968"/>
                    <a:pt x="627" y="6133"/>
                    <a:pt x="601" y="5455"/>
                  </a:cubicBezTo>
                  <a:cubicBezTo>
                    <a:pt x="548" y="4385"/>
                    <a:pt x="548" y="3289"/>
                    <a:pt x="522" y="2219"/>
                  </a:cubicBezTo>
                  <a:cubicBezTo>
                    <a:pt x="522" y="1514"/>
                    <a:pt x="418" y="679"/>
                    <a:pt x="679"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9"/>
            <p:cNvSpPr/>
            <p:nvPr/>
          </p:nvSpPr>
          <p:spPr>
            <a:xfrm>
              <a:off x="785028" y="2261951"/>
              <a:ext cx="460146" cy="454847"/>
            </a:xfrm>
            <a:custGeom>
              <a:rect b="b" l="l" r="r" t="t"/>
              <a:pathLst>
                <a:path extrusionOk="0" h="8926" w="9030">
                  <a:moveTo>
                    <a:pt x="862" y="1"/>
                  </a:moveTo>
                  <a:lnTo>
                    <a:pt x="862" y="1"/>
                  </a:lnTo>
                  <a:cubicBezTo>
                    <a:pt x="392" y="79"/>
                    <a:pt x="27" y="314"/>
                    <a:pt x="1" y="862"/>
                  </a:cubicBezTo>
                  <a:lnTo>
                    <a:pt x="1" y="2140"/>
                  </a:lnTo>
                  <a:lnTo>
                    <a:pt x="1" y="2767"/>
                  </a:lnTo>
                  <a:cubicBezTo>
                    <a:pt x="1" y="3289"/>
                    <a:pt x="1" y="3811"/>
                    <a:pt x="27" y="4332"/>
                  </a:cubicBezTo>
                  <a:cubicBezTo>
                    <a:pt x="53" y="5455"/>
                    <a:pt x="79" y="6577"/>
                    <a:pt x="79" y="7699"/>
                  </a:cubicBezTo>
                  <a:cubicBezTo>
                    <a:pt x="79" y="8064"/>
                    <a:pt x="79" y="8717"/>
                    <a:pt x="601" y="8847"/>
                  </a:cubicBezTo>
                  <a:cubicBezTo>
                    <a:pt x="862" y="8899"/>
                    <a:pt x="1149" y="8925"/>
                    <a:pt x="1436" y="8925"/>
                  </a:cubicBezTo>
                  <a:lnTo>
                    <a:pt x="6264" y="8873"/>
                  </a:lnTo>
                  <a:lnTo>
                    <a:pt x="7438" y="8873"/>
                  </a:lnTo>
                  <a:cubicBezTo>
                    <a:pt x="8117" y="8873"/>
                    <a:pt x="9004" y="8769"/>
                    <a:pt x="9030" y="7934"/>
                  </a:cubicBezTo>
                  <a:lnTo>
                    <a:pt x="9030" y="7360"/>
                  </a:lnTo>
                  <a:cubicBezTo>
                    <a:pt x="8978" y="7438"/>
                    <a:pt x="8952" y="7516"/>
                    <a:pt x="8899" y="7594"/>
                  </a:cubicBezTo>
                  <a:cubicBezTo>
                    <a:pt x="8560" y="8169"/>
                    <a:pt x="7882" y="8377"/>
                    <a:pt x="7281" y="8429"/>
                  </a:cubicBezTo>
                  <a:cubicBezTo>
                    <a:pt x="6446" y="8534"/>
                    <a:pt x="5598" y="8560"/>
                    <a:pt x="4750" y="8560"/>
                  </a:cubicBezTo>
                  <a:cubicBezTo>
                    <a:pt x="3902" y="8560"/>
                    <a:pt x="3054" y="8534"/>
                    <a:pt x="2219" y="8534"/>
                  </a:cubicBezTo>
                  <a:cubicBezTo>
                    <a:pt x="1671" y="8534"/>
                    <a:pt x="1018" y="8508"/>
                    <a:pt x="784" y="7934"/>
                  </a:cubicBezTo>
                  <a:cubicBezTo>
                    <a:pt x="549" y="7281"/>
                    <a:pt x="627" y="6446"/>
                    <a:pt x="601" y="5742"/>
                  </a:cubicBezTo>
                  <a:cubicBezTo>
                    <a:pt x="575" y="4672"/>
                    <a:pt x="575" y="3602"/>
                    <a:pt x="549" y="2532"/>
                  </a:cubicBezTo>
                  <a:cubicBezTo>
                    <a:pt x="549" y="1697"/>
                    <a:pt x="392" y="705"/>
                    <a:pt x="862"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9"/>
            <p:cNvSpPr/>
            <p:nvPr/>
          </p:nvSpPr>
          <p:spPr>
            <a:xfrm>
              <a:off x="777079" y="1660896"/>
              <a:ext cx="460146" cy="454796"/>
            </a:xfrm>
            <a:custGeom>
              <a:rect b="b" l="l" r="r" t="t"/>
              <a:pathLst>
                <a:path extrusionOk="0" h="8925" w="9030">
                  <a:moveTo>
                    <a:pt x="757" y="0"/>
                  </a:moveTo>
                  <a:cubicBezTo>
                    <a:pt x="339" y="52"/>
                    <a:pt x="0" y="418"/>
                    <a:pt x="0" y="861"/>
                  </a:cubicBezTo>
                  <a:cubicBezTo>
                    <a:pt x="0" y="1279"/>
                    <a:pt x="26" y="1723"/>
                    <a:pt x="26" y="2140"/>
                  </a:cubicBezTo>
                  <a:lnTo>
                    <a:pt x="26" y="2766"/>
                  </a:lnTo>
                  <a:cubicBezTo>
                    <a:pt x="26" y="3288"/>
                    <a:pt x="52" y="3810"/>
                    <a:pt x="52" y="4332"/>
                  </a:cubicBezTo>
                  <a:cubicBezTo>
                    <a:pt x="52" y="5454"/>
                    <a:pt x="78" y="6576"/>
                    <a:pt x="78" y="7698"/>
                  </a:cubicBezTo>
                  <a:cubicBezTo>
                    <a:pt x="78" y="8064"/>
                    <a:pt x="78" y="8716"/>
                    <a:pt x="626" y="8847"/>
                  </a:cubicBezTo>
                  <a:cubicBezTo>
                    <a:pt x="887" y="8899"/>
                    <a:pt x="1174" y="8925"/>
                    <a:pt x="1435" y="8925"/>
                  </a:cubicBezTo>
                  <a:lnTo>
                    <a:pt x="6289" y="8873"/>
                  </a:lnTo>
                  <a:lnTo>
                    <a:pt x="7464" y="8873"/>
                  </a:lnTo>
                  <a:cubicBezTo>
                    <a:pt x="8116" y="8873"/>
                    <a:pt x="9029" y="8768"/>
                    <a:pt x="9029" y="7933"/>
                  </a:cubicBezTo>
                  <a:lnTo>
                    <a:pt x="9029" y="7229"/>
                  </a:lnTo>
                  <a:cubicBezTo>
                    <a:pt x="9003" y="7307"/>
                    <a:pt x="8951" y="7385"/>
                    <a:pt x="8899" y="7464"/>
                  </a:cubicBezTo>
                  <a:cubicBezTo>
                    <a:pt x="8560" y="8012"/>
                    <a:pt x="7881" y="8220"/>
                    <a:pt x="7255" y="8299"/>
                  </a:cubicBezTo>
                  <a:cubicBezTo>
                    <a:pt x="6487" y="8396"/>
                    <a:pt x="5702" y="8420"/>
                    <a:pt x="4913" y="8420"/>
                  </a:cubicBezTo>
                  <a:cubicBezTo>
                    <a:pt x="4180" y="8420"/>
                    <a:pt x="3443" y="8399"/>
                    <a:pt x="2715" y="8399"/>
                  </a:cubicBezTo>
                  <a:cubicBezTo>
                    <a:pt x="2549" y="8399"/>
                    <a:pt x="2383" y="8400"/>
                    <a:pt x="2218" y="8403"/>
                  </a:cubicBezTo>
                  <a:cubicBezTo>
                    <a:pt x="1670" y="8403"/>
                    <a:pt x="1018" y="8351"/>
                    <a:pt x="783" y="7777"/>
                  </a:cubicBezTo>
                  <a:cubicBezTo>
                    <a:pt x="522" y="7124"/>
                    <a:pt x="626" y="6289"/>
                    <a:pt x="600" y="5611"/>
                  </a:cubicBezTo>
                  <a:cubicBezTo>
                    <a:pt x="574" y="4515"/>
                    <a:pt x="548" y="3445"/>
                    <a:pt x="548" y="2375"/>
                  </a:cubicBezTo>
                  <a:cubicBezTo>
                    <a:pt x="548" y="1592"/>
                    <a:pt x="418" y="705"/>
                    <a:pt x="757" y="0"/>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9"/>
            <p:cNvSpPr/>
            <p:nvPr/>
          </p:nvSpPr>
          <p:spPr>
            <a:xfrm>
              <a:off x="391425" y="702825"/>
              <a:ext cx="2675574" cy="4190694"/>
            </a:xfrm>
            <a:custGeom>
              <a:rect b="b" l="l" r="r" t="t"/>
              <a:pathLst>
                <a:path extrusionOk="0" h="82239" w="52506">
                  <a:moveTo>
                    <a:pt x="25326" y="268"/>
                  </a:moveTo>
                  <a:cubicBezTo>
                    <a:pt x="25749" y="268"/>
                    <a:pt x="26167" y="311"/>
                    <a:pt x="26540" y="377"/>
                  </a:cubicBezTo>
                  <a:cubicBezTo>
                    <a:pt x="28758" y="821"/>
                    <a:pt x="28758" y="2987"/>
                    <a:pt x="28732" y="4788"/>
                  </a:cubicBezTo>
                  <a:cubicBezTo>
                    <a:pt x="28758" y="4866"/>
                    <a:pt x="28810" y="4918"/>
                    <a:pt x="28862" y="4918"/>
                  </a:cubicBezTo>
                  <a:cubicBezTo>
                    <a:pt x="29151" y="4918"/>
                    <a:pt x="29512" y="4882"/>
                    <a:pt x="29861" y="4882"/>
                  </a:cubicBezTo>
                  <a:cubicBezTo>
                    <a:pt x="30175" y="4882"/>
                    <a:pt x="30480" y="4911"/>
                    <a:pt x="30715" y="5023"/>
                  </a:cubicBezTo>
                  <a:cubicBezTo>
                    <a:pt x="31237" y="5283"/>
                    <a:pt x="30924" y="7006"/>
                    <a:pt x="31028" y="7502"/>
                  </a:cubicBezTo>
                  <a:cubicBezTo>
                    <a:pt x="31170" y="8211"/>
                    <a:pt x="31816" y="8358"/>
                    <a:pt x="32496" y="8358"/>
                  </a:cubicBezTo>
                  <a:cubicBezTo>
                    <a:pt x="32941" y="8358"/>
                    <a:pt x="33401" y="8295"/>
                    <a:pt x="33742" y="8285"/>
                  </a:cubicBezTo>
                  <a:cubicBezTo>
                    <a:pt x="34770" y="8267"/>
                    <a:pt x="35823" y="8213"/>
                    <a:pt x="36858" y="8213"/>
                  </a:cubicBezTo>
                  <a:cubicBezTo>
                    <a:pt x="37347" y="8213"/>
                    <a:pt x="37832" y="8225"/>
                    <a:pt x="38309" y="8258"/>
                  </a:cubicBezTo>
                  <a:cubicBezTo>
                    <a:pt x="40057" y="8389"/>
                    <a:pt x="40971" y="10033"/>
                    <a:pt x="41023" y="11625"/>
                  </a:cubicBezTo>
                  <a:cubicBezTo>
                    <a:pt x="41023" y="12147"/>
                    <a:pt x="41049" y="12643"/>
                    <a:pt x="41049" y="13138"/>
                  </a:cubicBezTo>
                  <a:cubicBezTo>
                    <a:pt x="41101" y="13608"/>
                    <a:pt x="41101" y="14078"/>
                    <a:pt x="41049" y="14521"/>
                  </a:cubicBezTo>
                  <a:cubicBezTo>
                    <a:pt x="40991" y="14858"/>
                    <a:pt x="40406" y="14932"/>
                    <a:pt x="39836" y="14932"/>
                  </a:cubicBezTo>
                  <a:cubicBezTo>
                    <a:pt x="39389" y="14932"/>
                    <a:pt x="38951" y="14887"/>
                    <a:pt x="38779" y="14887"/>
                  </a:cubicBezTo>
                  <a:lnTo>
                    <a:pt x="36169" y="14913"/>
                  </a:lnTo>
                  <a:lnTo>
                    <a:pt x="25209" y="15043"/>
                  </a:lnTo>
                  <a:lnTo>
                    <a:pt x="14510" y="15174"/>
                  </a:lnTo>
                  <a:lnTo>
                    <a:pt x="12109" y="15226"/>
                  </a:lnTo>
                  <a:cubicBezTo>
                    <a:pt x="11845" y="15226"/>
                    <a:pt x="11438" y="15282"/>
                    <a:pt x="11049" y="15282"/>
                  </a:cubicBezTo>
                  <a:cubicBezTo>
                    <a:pt x="10514" y="15282"/>
                    <a:pt x="10014" y="15177"/>
                    <a:pt x="9969" y="14678"/>
                  </a:cubicBezTo>
                  <a:cubicBezTo>
                    <a:pt x="9917" y="13765"/>
                    <a:pt x="9917" y="12851"/>
                    <a:pt x="9969" y="11938"/>
                  </a:cubicBezTo>
                  <a:cubicBezTo>
                    <a:pt x="9943" y="10294"/>
                    <a:pt x="10882" y="8833"/>
                    <a:pt x="12552" y="8572"/>
                  </a:cubicBezTo>
                  <a:cubicBezTo>
                    <a:pt x="13126" y="8533"/>
                    <a:pt x="13685" y="8509"/>
                    <a:pt x="14250" y="8509"/>
                  </a:cubicBezTo>
                  <a:cubicBezTo>
                    <a:pt x="14457" y="8509"/>
                    <a:pt x="14665" y="8512"/>
                    <a:pt x="14875" y="8519"/>
                  </a:cubicBezTo>
                  <a:lnTo>
                    <a:pt x="17145" y="8493"/>
                  </a:lnTo>
                  <a:cubicBezTo>
                    <a:pt x="17445" y="8493"/>
                    <a:pt x="17839" y="8531"/>
                    <a:pt x="18234" y="8531"/>
                  </a:cubicBezTo>
                  <a:cubicBezTo>
                    <a:pt x="18973" y="8531"/>
                    <a:pt x="19714" y="8398"/>
                    <a:pt x="19833" y="7632"/>
                  </a:cubicBezTo>
                  <a:cubicBezTo>
                    <a:pt x="19964" y="6928"/>
                    <a:pt x="19755" y="6171"/>
                    <a:pt x="19885" y="5440"/>
                  </a:cubicBezTo>
                  <a:cubicBezTo>
                    <a:pt x="19967" y="5067"/>
                    <a:pt x="20532" y="4996"/>
                    <a:pt x="21073" y="4996"/>
                  </a:cubicBezTo>
                  <a:cubicBezTo>
                    <a:pt x="21403" y="4996"/>
                    <a:pt x="21723" y="5023"/>
                    <a:pt x="21921" y="5023"/>
                  </a:cubicBezTo>
                  <a:cubicBezTo>
                    <a:pt x="21999" y="5023"/>
                    <a:pt x="22051" y="4944"/>
                    <a:pt x="22051" y="4892"/>
                  </a:cubicBezTo>
                  <a:lnTo>
                    <a:pt x="22051" y="3196"/>
                  </a:lnTo>
                  <a:cubicBezTo>
                    <a:pt x="22077" y="2204"/>
                    <a:pt x="22365" y="1265"/>
                    <a:pt x="23278" y="743"/>
                  </a:cubicBezTo>
                  <a:cubicBezTo>
                    <a:pt x="23840" y="395"/>
                    <a:pt x="24592" y="268"/>
                    <a:pt x="25326" y="268"/>
                  </a:cubicBezTo>
                  <a:close/>
                  <a:moveTo>
                    <a:pt x="47364" y="13112"/>
                  </a:moveTo>
                  <a:cubicBezTo>
                    <a:pt x="47417" y="16948"/>
                    <a:pt x="47443" y="20784"/>
                    <a:pt x="47495" y="24621"/>
                  </a:cubicBezTo>
                  <a:cubicBezTo>
                    <a:pt x="47599" y="32841"/>
                    <a:pt x="47704" y="41061"/>
                    <a:pt x="47808" y="49307"/>
                  </a:cubicBezTo>
                  <a:cubicBezTo>
                    <a:pt x="47912" y="56745"/>
                    <a:pt x="47991" y="64182"/>
                    <a:pt x="48095" y="71619"/>
                  </a:cubicBezTo>
                  <a:cubicBezTo>
                    <a:pt x="48121" y="73576"/>
                    <a:pt x="48147" y="75534"/>
                    <a:pt x="48173" y="77491"/>
                  </a:cubicBezTo>
                  <a:cubicBezTo>
                    <a:pt x="40736" y="77569"/>
                    <a:pt x="33325" y="77647"/>
                    <a:pt x="25887" y="77752"/>
                  </a:cubicBezTo>
                  <a:cubicBezTo>
                    <a:pt x="18946" y="77830"/>
                    <a:pt x="11978" y="77934"/>
                    <a:pt x="5011" y="78013"/>
                  </a:cubicBezTo>
                  <a:cubicBezTo>
                    <a:pt x="4985" y="74177"/>
                    <a:pt x="4933" y="70341"/>
                    <a:pt x="4880" y="66531"/>
                  </a:cubicBezTo>
                  <a:cubicBezTo>
                    <a:pt x="4776" y="58284"/>
                    <a:pt x="4672" y="50064"/>
                    <a:pt x="4567" y="41844"/>
                  </a:cubicBezTo>
                  <a:cubicBezTo>
                    <a:pt x="4463" y="34407"/>
                    <a:pt x="4384" y="26969"/>
                    <a:pt x="4306" y="19532"/>
                  </a:cubicBezTo>
                  <a:cubicBezTo>
                    <a:pt x="4280" y="17575"/>
                    <a:pt x="4254" y="15617"/>
                    <a:pt x="4228" y="13660"/>
                  </a:cubicBezTo>
                  <a:cubicBezTo>
                    <a:pt x="6029" y="13634"/>
                    <a:pt x="7855" y="13608"/>
                    <a:pt x="9682" y="13608"/>
                  </a:cubicBezTo>
                  <a:lnTo>
                    <a:pt x="9682" y="13660"/>
                  </a:lnTo>
                  <a:cubicBezTo>
                    <a:pt x="9682" y="14391"/>
                    <a:pt x="9499" y="15357"/>
                    <a:pt x="10439" y="15487"/>
                  </a:cubicBezTo>
                  <a:cubicBezTo>
                    <a:pt x="10778" y="15513"/>
                    <a:pt x="11117" y="15526"/>
                    <a:pt x="11460" y="15526"/>
                  </a:cubicBezTo>
                  <a:cubicBezTo>
                    <a:pt x="11802" y="15526"/>
                    <a:pt x="12148" y="15513"/>
                    <a:pt x="12500" y="15487"/>
                  </a:cubicBezTo>
                  <a:lnTo>
                    <a:pt x="15110" y="15461"/>
                  </a:lnTo>
                  <a:lnTo>
                    <a:pt x="20486" y="15383"/>
                  </a:lnTo>
                  <a:lnTo>
                    <a:pt x="31655" y="15252"/>
                  </a:lnTo>
                  <a:lnTo>
                    <a:pt x="36978" y="15174"/>
                  </a:lnTo>
                  <a:lnTo>
                    <a:pt x="39353" y="15148"/>
                  </a:lnTo>
                  <a:cubicBezTo>
                    <a:pt x="39590" y="15148"/>
                    <a:pt x="39870" y="15175"/>
                    <a:pt x="40150" y="15175"/>
                  </a:cubicBezTo>
                  <a:cubicBezTo>
                    <a:pt x="40485" y="15175"/>
                    <a:pt x="40819" y="15136"/>
                    <a:pt x="41075" y="14965"/>
                  </a:cubicBezTo>
                  <a:cubicBezTo>
                    <a:pt x="41441" y="14704"/>
                    <a:pt x="41414" y="13843"/>
                    <a:pt x="41362" y="13217"/>
                  </a:cubicBezTo>
                  <a:lnTo>
                    <a:pt x="47364" y="13112"/>
                  </a:lnTo>
                  <a:close/>
                  <a:moveTo>
                    <a:pt x="48537" y="9162"/>
                  </a:moveTo>
                  <a:cubicBezTo>
                    <a:pt x="49456" y="9162"/>
                    <a:pt x="50493" y="9279"/>
                    <a:pt x="50966" y="10137"/>
                  </a:cubicBezTo>
                  <a:cubicBezTo>
                    <a:pt x="51383" y="10920"/>
                    <a:pt x="51279" y="11964"/>
                    <a:pt x="51279" y="12799"/>
                  </a:cubicBezTo>
                  <a:lnTo>
                    <a:pt x="51357" y="18123"/>
                  </a:lnTo>
                  <a:cubicBezTo>
                    <a:pt x="51461" y="25951"/>
                    <a:pt x="51540" y="33806"/>
                    <a:pt x="51644" y="41635"/>
                  </a:cubicBezTo>
                  <a:lnTo>
                    <a:pt x="51983" y="67496"/>
                  </a:lnTo>
                  <a:cubicBezTo>
                    <a:pt x="52009" y="70236"/>
                    <a:pt x="52035" y="72976"/>
                    <a:pt x="52062" y="75716"/>
                  </a:cubicBezTo>
                  <a:cubicBezTo>
                    <a:pt x="52062" y="76369"/>
                    <a:pt x="52088" y="77021"/>
                    <a:pt x="52088" y="77674"/>
                  </a:cubicBezTo>
                  <a:cubicBezTo>
                    <a:pt x="52166" y="78509"/>
                    <a:pt x="52114" y="79318"/>
                    <a:pt x="51931" y="80127"/>
                  </a:cubicBezTo>
                  <a:cubicBezTo>
                    <a:pt x="51566" y="81353"/>
                    <a:pt x="50104" y="81405"/>
                    <a:pt x="49061" y="81405"/>
                  </a:cubicBezTo>
                  <a:cubicBezTo>
                    <a:pt x="43607" y="81484"/>
                    <a:pt x="38152" y="81536"/>
                    <a:pt x="32698" y="81614"/>
                  </a:cubicBezTo>
                  <a:cubicBezTo>
                    <a:pt x="24687" y="81692"/>
                    <a:pt x="16676" y="81797"/>
                    <a:pt x="8664" y="81901"/>
                  </a:cubicBezTo>
                  <a:lnTo>
                    <a:pt x="5428" y="81953"/>
                  </a:lnTo>
                  <a:cubicBezTo>
                    <a:pt x="5123" y="81972"/>
                    <a:pt x="4815" y="81980"/>
                    <a:pt x="4506" y="81980"/>
                  </a:cubicBezTo>
                  <a:cubicBezTo>
                    <a:pt x="3942" y="81980"/>
                    <a:pt x="3375" y="81952"/>
                    <a:pt x="2819" y="81901"/>
                  </a:cubicBezTo>
                  <a:cubicBezTo>
                    <a:pt x="914" y="81588"/>
                    <a:pt x="1096" y="79605"/>
                    <a:pt x="1070" y="78091"/>
                  </a:cubicBezTo>
                  <a:lnTo>
                    <a:pt x="1044" y="75899"/>
                  </a:lnTo>
                  <a:cubicBezTo>
                    <a:pt x="966" y="68905"/>
                    <a:pt x="862" y="61938"/>
                    <a:pt x="783" y="54970"/>
                  </a:cubicBezTo>
                  <a:lnTo>
                    <a:pt x="444" y="28144"/>
                  </a:lnTo>
                  <a:cubicBezTo>
                    <a:pt x="392" y="23081"/>
                    <a:pt x="314" y="18044"/>
                    <a:pt x="261" y="13008"/>
                  </a:cubicBezTo>
                  <a:cubicBezTo>
                    <a:pt x="261" y="12147"/>
                    <a:pt x="209" y="11025"/>
                    <a:pt x="835" y="10346"/>
                  </a:cubicBezTo>
                  <a:cubicBezTo>
                    <a:pt x="1401" y="9758"/>
                    <a:pt x="2397" y="9719"/>
                    <a:pt x="3214" y="9719"/>
                  </a:cubicBezTo>
                  <a:cubicBezTo>
                    <a:pt x="3339" y="9719"/>
                    <a:pt x="3461" y="9720"/>
                    <a:pt x="3576" y="9720"/>
                  </a:cubicBezTo>
                  <a:cubicBezTo>
                    <a:pt x="5846" y="9720"/>
                    <a:pt x="8090" y="9668"/>
                    <a:pt x="10360" y="9642"/>
                  </a:cubicBezTo>
                  <a:lnTo>
                    <a:pt x="10360" y="9642"/>
                  </a:lnTo>
                  <a:cubicBezTo>
                    <a:pt x="10152" y="9955"/>
                    <a:pt x="9995" y="10268"/>
                    <a:pt x="9891" y="10607"/>
                  </a:cubicBezTo>
                  <a:cubicBezTo>
                    <a:pt x="9604" y="11468"/>
                    <a:pt x="9656" y="12434"/>
                    <a:pt x="9682" y="13347"/>
                  </a:cubicBezTo>
                  <a:cubicBezTo>
                    <a:pt x="7803" y="13347"/>
                    <a:pt x="5950" y="13373"/>
                    <a:pt x="4071" y="13399"/>
                  </a:cubicBezTo>
                  <a:cubicBezTo>
                    <a:pt x="4019" y="13399"/>
                    <a:pt x="3941" y="13452"/>
                    <a:pt x="3941" y="13530"/>
                  </a:cubicBezTo>
                  <a:lnTo>
                    <a:pt x="4097" y="25169"/>
                  </a:lnTo>
                  <a:cubicBezTo>
                    <a:pt x="4202" y="33389"/>
                    <a:pt x="4306" y="41609"/>
                    <a:pt x="4411" y="49829"/>
                  </a:cubicBezTo>
                  <a:cubicBezTo>
                    <a:pt x="4489" y="57267"/>
                    <a:pt x="4593" y="64704"/>
                    <a:pt x="4672" y="72167"/>
                  </a:cubicBezTo>
                  <a:cubicBezTo>
                    <a:pt x="4698" y="74151"/>
                    <a:pt x="4724" y="76160"/>
                    <a:pt x="4750" y="78169"/>
                  </a:cubicBezTo>
                  <a:cubicBezTo>
                    <a:pt x="4750" y="78222"/>
                    <a:pt x="4828" y="78274"/>
                    <a:pt x="4880" y="78274"/>
                  </a:cubicBezTo>
                  <a:cubicBezTo>
                    <a:pt x="12344" y="78169"/>
                    <a:pt x="19807" y="78091"/>
                    <a:pt x="27271" y="77987"/>
                  </a:cubicBezTo>
                  <a:cubicBezTo>
                    <a:pt x="34290" y="77908"/>
                    <a:pt x="41284" y="77830"/>
                    <a:pt x="48304" y="77752"/>
                  </a:cubicBezTo>
                  <a:cubicBezTo>
                    <a:pt x="48382" y="77752"/>
                    <a:pt x="48434" y="77674"/>
                    <a:pt x="48434" y="77621"/>
                  </a:cubicBezTo>
                  <a:lnTo>
                    <a:pt x="48278" y="65983"/>
                  </a:lnTo>
                  <a:cubicBezTo>
                    <a:pt x="48173" y="57762"/>
                    <a:pt x="48069" y="49542"/>
                    <a:pt x="47965" y="41322"/>
                  </a:cubicBezTo>
                  <a:cubicBezTo>
                    <a:pt x="47886" y="33859"/>
                    <a:pt x="47782" y="26421"/>
                    <a:pt x="47704" y="18984"/>
                  </a:cubicBezTo>
                  <a:cubicBezTo>
                    <a:pt x="47677" y="17001"/>
                    <a:pt x="47651" y="14991"/>
                    <a:pt x="47625" y="12982"/>
                  </a:cubicBezTo>
                  <a:cubicBezTo>
                    <a:pt x="47625" y="12903"/>
                    <a:pt x="47573" y="12851"/>
                    <a:pt x="47495" y="12851"/>
                  </a:cubicBezTo>
                  <a:lnTo>
                    <a:pt x="41336" y="12930"/>
                  </a:lnTo>
                  <a:cubicBezTo>
                    <a:pt x="41336" y="12799"/>
                    <a:pt x="41310" y="12695"/>
                    <a:pt x="41310" y="12616"/>
                  </a:cubicBezTo>
                  <a:cubicBezTo>
                    <a:pt x="41284" y="11520"/>
                    <a:pt x="41258" y="10503"/>
                    <a:pt x="40710" y="9511"/>
                  </a:cubicBezTo>
                  <a:cubicBezTo>
                    <a:pt x="40684" y="9433"/>
                    <a:pt x="40632" y="9354"/>
                    <a:pt x="40579" y="9276"/>
                  </a:cubicBezTo>
                  <a:cubicBezTo>
                    <a:pt x="43032" y="9250"/>
                    <a:pt x="45512" y="9224"/>
                    <a:pt x="47965" y="9172"/>
                  </a:cubicBezTo>
                  <a:cubicBezTo>
                    <a:pt x="48145" y="9167"/>
                    <a:pt x="48338" y="9162"/>
                    <a:pt x="48537" y="9162"/>
                  </a:cubicBezTo>
                  <a:close/>
                  <a:moveTo>
                    <a:pt x="25368" y="0"/>
                  </a:moveTo>
                  <a:cubicBezTo>
                    <a:pt x="24498" y="0"/>
                    <a:pt x="23606" y="183"/>
                    <a:pt x="22913" y="665"/>
                  </a:cubicBezTo>
                  <a:cubicBezTo>
                    <a:pt x="22051" y="1239"/>
                    <a:pt x="21817" y="2256"/>
                    <a:pt x="21790" y="3222"/>
                  </a:cubicBezTo>
                  <a:cubicBezTo>
                    <a:pt x="21790" y="3718"/>
                    <a:pt x="21764" y="4240"/>
                    <a:pt x="21790" y="4762"/>
                  </a:cubicBezTo>
                  <a:cubicBezTo>
                    <a:pt x="21563" y="4762"/>
                    <a:pt x="21291" y="4744"/>
                    <a:pt x="21018" y="4744"/>
                  </a:cubicBezTo>
                  <a:cubicBezTo>
                    <a:pt x="20352" y="4744"/>
                    <a:pt x="19680" y="4849"/>
                    <a:pt x="19624" y="5571"/>
                  </a:cubicBezTo>
                  <a:cubicBezTo>
                    <a:pt x="19546" y="6301"/>
                    <a:pt x="19781" y="7188"/>
                    <a:pt x="19520" y="7893"/>
                  </a:cubicBezTo>
                  <a:cubicBezTo>
                    <a:pt x="19391" y="8209"/>
                    <a:pt x="18828" y="8280"/>
                    <a:pt x="18269" y="8280"/>
                  </a:cubicBezTo>
                  <a:cubicBezTo>
                    <a:pt x="17811" y="8280"/>
                    <a:pt x="17357" y="8232"/>
                    <a:pt x="17145" y="8232"/>
                  </a:cubicBezTo>
                  <a:cubicBezTo>
                    <a:pt x="16473" y="8232"/>
                    <a:pt x="15795" y="8222"/>
                    <a:pt x="15116" y="8222"/>
                  </a:cubicBezTo>
                  <a:cubicBezTo>
                    <a:pt x="14268" y="8222"/>
                    <a:pt x="13419" y="8238"/>
                    <a:pt x="12579" y="8311"/>
                  </a:cubicBezTo>
                  <a:cubicBezTo>
                    <a:pt x="11796" y="8389"/>
                    <a:pt x="11091" y="8780"/>
                    <a:pt x="10569" y="9381"/>
                  </a:cubicBezTo>
                  <a:cubicBezTo>
                    <a:pt x="8038" y="9407"/>
                    <a:pt x="5507" y="9381"/>
                    <a:pt x="2975" y="9459"/>
                  </a:cubicBezTo>
                  <a:cubicBezTo>
                    <a:pt x="2140" y="9485"/>
                    <a:pt x="1070" y="9589"/>
                    <a:pt x="548" y="10320"/>
                  </a:cubicBezTo>
                  <a:cubicBezTo>
                    <a:pt x="0" y="11051"/>
                    <a:pt x="26" y="12121"/>
                    <a:pt x="26" y="13008"/>
                  </a:cubicBezTo>
                  <a:cubicBezTo>
                    <a:pt x="26" y="14704"/>
                    <a:pt x="79" y="16400"/>
                    <a:pt x="105" y="18097"/>
                  </a:cubicBezTo>
                  <a:cubicBezTo>
                    <a:pt x="209" y="25795"/>
                    <a:pt x="287" y="33493"/>
                    <a:pt x="392" y="41165"/>
                  </a:cubicBezTo>
                  <a:lnTo>
                    <a:pt x="705" y="67261"/>
                  </a:lnTo>
                  <a:lnTo>
                    <a:pt x="809" y="75873"/>
                  </a:lnTo>
                  <a:cubicBezTo>
                    <a:pt x="809" y="76604"/>
                    <a:pt x="835" y="77360"/>
                    <a:pt x="835" y="78091"/>
                  </a:cubicBezTo>
                  <a:cubicBezTo>
                    <a:pt x="835" y="79291"/>
                    <a:pt x="679" y="80988"/>
                    <a:pt x="1827" y="81771"/>
                  </a:cubicBezTo>
                  <a:cubicBezTo>
                    <a:pt x="2387" y="82166"/>
                    <a:pt x="3104" y="82239"/>
                    <a:pt x="3812" y="82239"/>
                  </a:cubicBezTo>
                  <a:cubicBezTo>
                    <a:pt x="4225" y="82239"/>
                    <a:pt x="4636" y="82214"/>
                    <a:pt x="5011" y="82214"/>
                  </a:cubicBezTo>
                  <a:lnTo>
                    <a:pt x="7777" y="82162"/>
                  </a:lnTo>
                  <a:lnTo>
                    <a:pt x="18085" y="82032"/>
                  </a:lnTo>
                  <a:cubicBezTo>
                    <a:pt x="26331" y="81927"/>
                    <a:pt x="34603" y="81823"/>
                    <a:pt x="42876" y="81718"/>
                  </a:cubicBezTo>
                  <a:cubicBezTo>
                    <a:pt x="44833" y="81692"/>
                    <a:pt x="46816" y="81666"/>
                    <a:pt x="48800" y="81666"/>
                  </a:cubicBezTo>
                  <a:cubicBezTo>
                    <a:pt x="50261" y="81666"/>
                    <a:pt x="51931" y="81562"/>
                    <a:pt x="52296" y="79892"/>
                  </a:cubicBezTo>
                  <a:cubicBezTo>
                    <a:pt x="52505" y="78900"/>
                    <a:pt x="52401" y="77830"/>
                    <a:pt x="52401" y="76838"/>
                  </a:cubicBezTo>
                  <a:cubicBezTo>
                    <a:pt x="52296" y="70732"/>
                    <a:pt x="52192" y="64652"/>
                    <a:pt x="52114" y="58545"/>
                  </a:cubicBezTo>
                  <a:cubicBezTo>
                    <a:pt x="52009" y="49516"/>
                    <a:pt x="51905" y="40487"/>
                    <a:pt x="51801" y="31458"/>
                  </a:cubicBezTo>
                  <a:cubicBezTo>
                    <a:pt x="51722" y="25482"/>
                    <a:pt x="51644" y="19480"/>
                    <a:pt x="51566" y="13504"/>
                  </a:cubicBezTo>
                  <a:cubicBezTo>
                    <a:pt x="51566" y="12042"/>
                    <a:pt x="51853" y="9850"/>
                    <a:pt x="50235" y="9172"/>
                  </a:cubicBezTo>
                  <a:cubicBezTo>
                    <a:pt x="49696" y="8937"/>
                    <a:pt x="49092" y="8878"/>
                    <a:pt x="48480" y="8878"/>
                  </a:cubicBezTo>
                  <a:cubicBezTo>
                    <a:pt x="47935" y="8878"/>
                    <a:pt x="47384" y="8925"/>
                    <a:pt x="46868" y="8937"/>
                  </a:cubicBezTo>
                  <a:cubicBezTo>
                    <a:pt x="44703" y="8963"/>
                    <a:pt x="42537" y="8989"/>
                    <a:pt x="40371" y="9015"/>
                  </a:cubicBezTo>
                  <a:cubicBezTo>
                    <a:pt x="39663" y="8186"/>
                    <a:pt x="38591" y="7995"/>
                    <a:pt x="37516" y="7995"/>
                  </a:cubicBezTo>
                  <a:cubicBezTo>
                    <a:pt x="37441" y="7995"/>
                    <a:pt x="37366" y="7996"/>
                    <a:pt x="37291" y="7997"/>
                  </a:cubicBezTo>
                  <a:cubicBezTo>
                    <a:pt x="35726" y="7997"/>
                    <a:pt x="34160" y="8024"/>
                    <a:pt x="32594" y="8050"/>
                  </a:cubicBezTo>
                  <a:cubicBezTo>
                    <a:pt x="32307" y="8050"/>
                    <a:pt x="32020" y="8050"/>
                    <a:pt x="31759" y="7997"/>
                  </a:cubicBezTo>
                  <a:cubicBezTo>
                    <a:pt x="31315" y="7945"/>
                    <a:pt x="31263" y="7528"/>
                    <a:pt x="31263" y="7136"/>
                  </a:cubicBezTo>
                  <a:cubicBezTo>
                    <a:pt x="31289" y="6510"/>
                    <a:pt x="31263" y="5884"/>
                    <a:pt x="31159" y="5231"/>
                  </a:cubicBezTo>
                  <a:cubicBezTo>
                    <a:pt x="31043" y="4717"/>
                    <a:pt x="30483" y="4614"/>
                    <a:pt x="29917" y="4614"/>
                  </a:cubicBezTo>
                  <a:cubicBezTo>
                    <a:pt x="29593" y="4614"/>
                    <a:pt x="29266" y="4648"/>
                    <a:pt x="29019" y="4657"/>
                  </a:cubicBezTo>
                  <a:cubicBezTo>
                    <a:pt x="29019" y="3692"/>
                    <a:pt x="29071" y="2570"/>
                    <a:pt x="28654" y="1682"/>
                  </a:cubicBezTo>
                  <a:cubicBezTo>
                    <a:pt x="28210" y="665"/>
                    <a:pt x="27323" y="247"/>
                    <a:pt x="26279" y="64"/>
                  </a:cubicBezTo>
                  <a:cubicBezTo>
                    <a:pt x="25985" y="23"/>
                    <a:pt x="25678" y="0"/>
                    <a:pt x="253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9"/>
            <p:cNvSpPr/>
            <p:nvPr/>
          </p:nvSpPr>
          <p:spPr>
            <a:xfrm>
              <a:off x="933980" y="1267904"/>
              <a:ext cx="1505336" cy="166427"/>
            </a:xfrm>
            <a:custGeom>
              <a:rect b="b" l="l" r="r" t="t"/>
              <a:pathLst>
                <a:path extrusionOk="0" h="3266" w="29541">
                  <a:moveTo>
                    <a:pt x="28641" y="323"/>
                  </a:moveTo>
                  <a:cubicBezTo>
                    <a:pt x="28907" y="323"/>
                    <a:pt x="29176" y="371"/>
                    <a:pt x="29176" y="797"/>
                  </a:cubicBezTo>
                  <a:lnTo>
                    <a:pt x="29176" y="1554"/>
                  </a:lnTo>
                  <a:lnTo>
                    <a:pt x="29176" y="2154"/>
                  </a:lnTo>
                  <a:cubicBezTo>
                    <a:pt x="29176" y="2605"/>
                    <a:pt x="28918" y="2653"/>
                    <a:pt x="28643" y="2653"/>
                  </a:cubicBezTo>
                  <a:cubicBezTo>
                    <a:pt x="28568" y="2653"/>
                    <a:pt x="28492" y="2650"/>
                    <a:pt x="28419" y="2650"/>
                  </a:cubicBezTo>
                  <a:lnTo>
                    <a:pt x="27036" y="2676"/>
                  </a:lnTo>
                  <a:lnTo>
                    <a:pt x="23695" y="2702"/>
                  </a:lnTo>
                  <a:lnTo>
                    <a:pt x="15371" y="2806"/>
                  </a:lnTo>
                  <a:lnTo>
                    <a:pt x="6890" y="2911"/>
                  </a:lnTo>
                  <a:lnTo>
                    <a:pt x="3341" y="2963"/>
                  </a:lnTo>
                  <a:lnTo>
                    <a:pt x="1958" y="2989"/>
                  </a:lnTo>
                  <a:cubicBezTo>
                    <a:pt x="1808" y="2989"/>
                    <a:pt x="1574" y="3012"/>
                    <a:pt x="1335" y="3012"/>
                  </a:cubicBezTo>
                  <a:cubicBezTo>
                    <a:pt x="910" y="3012"/>
                    <a:pt x="470" y="2937"/>
                    <a:pt x="470" y="2519"/>
                  </a:cubicBezTo>
                  <a:cubicBezTo>
                    <a:pt x="470" y="2049"/>
                    <a:pt x="470" y="1606"/>
                    <a:pt x="470" y="1136"/>
                  </a:cubicBezTo>
                  <a:cubicBezTo>
                    <a:pt x="470" y="718"/>
                    <a:pt x="946" y="649"/>
                    <a:pt x="1379" y="649"/>
                  </a:cubicBezTo>
                  <a:cubicBezTo>
                    <a:pt x="1595" y="649"/>
                    <a:pt x="1801" y="666"/>
                    <a:pt x="1932" y="666"/>
                  </a:cubicBezTo>
                  <a:lnTo>
                    <a:pt x="3471" y="640"/>
                  </a:lnTo>
                  <a:lnTo>
                    <a:pt x="7020" y="588"/>
                  </a:lnTo>
                  <a:lnTo>
                    <a:pt x="15528" y="484"/>
                  </a:lnTo>
                  <a:lnTo>
                    <a:pt x="23826" y="379"/>
                  </a:lnTo>
                  <a:lnTo>
                    <a:pt x="27140" y="353"/>
                  </a:lnTo>
                  <a:lnTo>
                    <a:pt x="28419" y="327"/>
                  </a:lnTo>
                  <a:cubicBezTo>
                    <a:pt x="28488" y="327"/>
                    <a:pt x="28564" y="323"/>
                    <a:pt x="28641" y="323"/>
                  </a:cubicBezTo>
                  <a:close/>
                  <a:moveTo>
                    <a:pt x="28300" y="0"/>
                  </a:moveTo>
                  <a:cubicBezTo>
                    <a:pt x="27861" y="0"/>
                    <a:pt x="27402" y="66"/>
                    <a:pt x="27140" y="66"/>
                  </a:cubicBezTo>
                  <a:lnTo>
                    <a:pt x="23826" y="118"/>
                  </a:lnTo>
                  <a:lnTo>
                    <a:pt x="7020" y="327"/>
                  </a:lnTo>
                  <a:lnTo>
                    <a:pt x="2741" y="379"/>
                  </a:lnTo>
                  <a:lnTo>
                    <a:pt x="1123" y="405"/>
                  </a:lnTo>
                  <a:cubicBezTo>
                    <a:pt x="548" y="405"/>
                    <a:pt x="209" y="484"/>
                    <a:pt x="209" y="1110"/>
                  </a:cubicBezTo>
                  <a:cubicBezTo>
                    <a:pt x="235" y="1554"/>
                    <a:pt x="0" y="3041"/>
                    <a:pt x="575" y="3198"/>
                  </a:cubicBezTo>
                  <a:cubicBezTo>
                    <a:pt x="823" y="3247"/>
                    <a:pt x="1071" y="3265"/>
                    <a:pt x="1319" y="3265"/>
                  </a:cubicBezTo>
                  <a:cubicBezTo>
                    <a:pt x="1462" y="3265"/>
                    <a:pt x="1606" y="3259"/>
                    <a:pt x="1749" y="3250"/>
                  </a:cubicBezTo>
                  <a:lnTo>
                    <a:pt x="3236" y="3224"/>
                  </a:lnTo>
                  <a:lnTo>
                    <a:pt x="10830" y="3119"/>
                  </a:lnTo>
                  <a:lnTo>
                    <a:pt x="26957" y="2937"/>
                  </a:lnTo>
                  <a:lnTo>
                    <a:pt x="28262" y="2911"/>
                  </a:lnTo>
                  <a:cubicBezTo>
                    <a:pt x="28375" y="2911"/>
                    <a:pt x="28506" y="2919"/>
                    <a:pt x="28639" y="2919"/>
                  </a:cubicBezTo>
                  <a:cubicBezTo>
                    <a:pt x="28906" y="2919"/>
                    <a:pt x="29184" y="2884"/>
                    <a:pt x="29358" y="2676"/>
                  </a:cubicBezTo>
                  <a:cubicBezTo>
                    <a:pt x="29541" y="2467"/>
                    <a:pt x="29463" y="1945"/>
                    <a:pt x="29437" y="1684"/>
                  </a:cubicBezTo>
                  <a:cubicBezTo>
                    <a:pt x="29437" y="1319"/>
                    <a:pt x="29541" y="745"/>
                    <a:pt x="29384" y="405"/>
                  </a:cubicBezTo>
                  <a:cubicBezTo>
                    <a:pt x="29235" y="79"/>
                    <a:pt x="28779" y="0"/>
                    <a:pt x="28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9"/>
            <p:cNvSpPr/>
            <p:nvPr/>
          </p:nvSpPr>
          <p:spPr>
            <a:xfrm>
              <a:off x="1598886" y="805761"/>
              <a:ext cx="172899" cy="172491"/>
            </a:xfrm>
            <a:custGeom>
              <a:rect b="b" l="l" r="r" t="t"/>
              <a:pathLst>
                <a:path extrusionOk="0" h="3385" w="3393">
                  <a:moveTo>
                    <a:pt x="1669" y="249"/>
                  </a:moveTo>
                  <a:cubicBezTo>
                    <a:pt x="2398" y="249"/>
                    <a:pt x="3132" y="739"/>
                    <a:pt x="3106" y="1724"/>
                  </a:cubicBezTo>
                  <a:cubicBezTo>
                    <a:pt x="3131" y="2492"/>
                    <a:pt x="2504" y="3160"/>
                    <a:pt x="1740" y="3160"/>
                  </a:cubicBezTo>
                  <a:cubicBezTo>
                    <a:pt x="1726" y="3160"/>
                    <a:pt x="1711" y="3160"/>
                    <a:pt x="1697" y="3159"/>
                  </a:cubicBezTo>
                  <a:cubicBezTo>
                    <a:pt x="1667" y="3161"/>
                    <a:pt x="1638" y="3162"/>
                    <a:pt x="1610" y="3162"/>
                  </a:cubicBezTo>
                  <a:cubicBezTo>
                    <a:pt x="824" y="3162"/>
                    <a:pt x="312" y="2480"/>
                    <a:pt x="261" y="1750"/>
                  </a:cubicBezTo>
                  <a:cubicBezTo>
                    <a:pt x="196" y="752"/>
                    <a:pt x="930" y="249"/>
                    <a:pt x="1669" y="249"/>
                  </a:cubicBezTo>
                  <a:close/>
                  <a:moveTo>
                    <a:pt x="1717" y="1"/>
                  </a:moveTo>
                  <a:cubicBezTo>
                    <a:pt x="1702" y="1"/>
                    <a:pt x="1686" y="1"/>
                    <a:pt x="1671" y="2"/>
                  </a:cubicBezTo>
                  <a:cubicBezTo>
                    <a:pt x="1655" y="1"/>
                    <a:pt x="1640" y="1"/>
                    <a:pt x="1626" y="1"/>
                  </a:cubicBezTo>
                  <a:cubicBezTo>
                    <a:pt x="634" y="1"/>
                    <a:pt x="26" y="850"/>
                    <a:pt x="0" y="1776"/>
                  </a:cubicBezTo>
                  <a:cubicBezTo>
                    <a:pt x="78" y="2849"/>
                    <a:pt x="886" y="3384"/>
                    <a:pt x="1691" y="3384"/>
                  </a:cubicBezTo>
                  <a:cubicBezTo>
                    <a:pt x="2511" y="3384"/>
                    <a:pt x="3327" y="2830"/>
                    <a:pt x="3367" y="1724"/>
                  </a:cubicBezTo>
                  <a:cubicBezTo>
                    <a:pt x="3392" y="774"/>
                    <a:pt x="2660" y="1"/>
                    <a:pt x="17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9"/>
            <p:cNvSpPr/>
            <p:nvPr/>
          </p:nvSpPr>
          <p:spPr>
            <a:xfrm>
              <a:off x="826254" y="1702121"/>
              <a:ext cx="365773" cy="367047"/>
            </a:xfrm>
            <a:custGeom>
              <a:rect b="b" l="l" r="r" t="t"/>
              <a:pathLst>
                <a:path extrusionOk="0" h="7203" w="7178">
                  <a:moveTo>
                    <a:pt x="4515" y="261"/>
                  </a:moveTo>
                  <a:lnTo>
                    <a:pt x="4541" y="2453"/>
                  </a:lnTo>
                  <a:cubicBezTo>
                    <a:pt x="4541" y="2531"/>
                    <a:pt x="4620" y="2584"/>
                    <a:pt x="4672" y="2584"/>
                  </a:cubicBezTo>
                  <a:lnTo>
                    <a:pt x="6864" y="2558"/>
                  </a:lnTo>
                  <a:cubicBezTo>
                    <a:pt x="6864" y="3210"/>
                    <a:pt x="6864" y="3888"/>
                    <a:pt x="6890" y="4541"/>
                  </a:cubicBezTo>
                  <a:lnTo>
                    <a:pt x="4698" y="4567"/>
                  </a:lnTo>
                  <a:cubicBezTo>
                    <a:pt x="4620" y="4567"/>
                    <a:pt x="4567" y="4619"/>
                    <a:pt x="4567" y="4697"/>
                  </a:cubicBezTo>
                  <a:lnTo>
                    <a:pt x="4594" y="6889"/>
                  </a:lnTo>
                  <a:cubicBezTo>
                    <a:pt x="3941" y="6889"/>
                    <a:pt x="3289" y="6916"/>
                    <a:pt x="2610" y="6916"/>
                  </a:cubicBezTo>
                  <a:cubicBezTo>
                    <a:pt x="2610" y="6185"/>
                    <a:pt x="2610" y="5454"/>
                    <a:pt x="2584" y="4724"/>
                  </a:cubicBezTo>
                  <a:cubicBezTo>
                    <a:pt x="2584" y="4645"/>
                    <a:pt x="2532" y="4593"/>
                    <a:pt x="2454" y="4593"/>
                  </a:cubicBezTo>
                  <a:lnTo>
                    <a:pt x="262" y="4619"/>
                  </a:lnTo>
                  <a:cubicBezTo>
                    <a:pt x="262" y="3967"/>
                    <a:pt x="262" y="3314"/>
                    <a:pt x="236" y="2636"/>
                  </a:cubicBezTo>
                  <a:lnTo>
                    <a:pt x="2428" y="2610"/>
                  </a:lnTo>
                  <a:cubicBezTo>
                    <a:pt x="2506" y="2610"/>
                    <a:pt x="2558" y="2558"/>
                    <a:pt x="2558" y="2479"/>
                  </a:cubicBezTo>
                  <a:cubicBezTo>
                    <a:pt x="2558" y="1749"/>
                    <a:pt x="2532" y="1018"/>
                    <a:pt x="2532" y="287"/>
                  </a:cubicBezTo>
                  <a:cubicBezTo>
                    <a:pt x="3184" y="287"/>
                    <a:pt x="3863" y="287"/>
                    <a:pt x="4515" y="261"/>
                  </a:cubicBezTo>
                  <a:close/>
                  <a:moveTo>
                    <a:pt x="4646" y="0"/>
                  </a:moveTo>
                  <a:cubicBezTo>
                    <a:pt x="3915" y="26"/>
                    <a:pt x="3158" y="26"/>
                    <a:pt x="2402" y="26"/>
                  </a:cubicBezTo>
                  <a:cubicBezTo>
                    <a:pt x="2349" y="26"/>
                    <a:pt x="2271" y="105"/>
                    <a:pt x="2297" y="183"/>
                  </a:cubicBezTo>
                  <a:cubicBezTo>
                    <a:pt x="2297" y="914"/>
                    <a:pt x="2297" y="1644"/>
                    <a:pt x="2323" y="2375"/>
                  </a:cubicBezTo>
                  <a:lnTo>
                    <a:pt x="131" y="2401"/>
                  </a:lnTo>
                  <a:cubicBezTo>
                    <a:pt x="53" y="2401"/>
                    <a:pt x="1" y="2453"/>
                    <a:pt x="1" y="2531"/>
                  </a:cubicBezTo>
                  <a:cubicBezTo>
                    <a:pt x="1" y="3262"/>
                    <a:pt x="1" y="4019"/>
                    <a:pt x="27" y="4776"/>
                  </a:cubicBezTo>
                  <a:cubicBezTo>
                    <a:pt x="27" y="4828"/>
                    <a:pt x="79" y="4906"/>
                    <a:pt x="157" y="4906"/>
                  </a:cubicBezTo>
                  <a:lnTo>
                    <a:pt x="2349" y="4880"/>
                  </a:lnTo>
                  <a:cubicBezTo>
                    <a:pt x="2349" y="5611"/>
                    <a:pt x="2349" y="6341"/>
                    <a:pt x="2375" y="7072"/>
                  </a:cubicBezTo>
                  <a:cubicBezTo>
                    <a:pt x="2375" y="7150"/>
                    <a:pt x="2428" y="7203"/>
                    <a:pt x="2506" y="7203"/>
                  </a:cubicBezTo>
                  <a:cubicBezTo>
                    <a:pt x="3237" y="7177"/>
                    <a:pt x="3993" y="7177"/>
                    <a:pt x="4750" y="7177"/>
                  </a:cubicBezTo>
                  <a:cubicBezTo>
                    <a:pt x="4828" y="7177"/>
                    <a:pt x="4881" y="7098"/>
                    <a:pt x="4881" y="7046"/>
                  </a:cubicBezTo>
                  <a:lnTo>
                    <a:pt x="4855" y="4828"/>
                  </a:lnTo>
                  <a:lnTo>
                    <a:pt x="7047" y="4802"/>
                  </a:lnTo>
                  <a:cubicBezTo>
                    <a:pt x="7125" y="4802"/>
                    <a:pt x="7177" y="4750"/>
                    <a:pt x="7177" y="4671"/>
                  </a:cubicBezTo>
                  <a:cubicBezTo>
                    <a:pt x="7151" y="3941"/>
                    <a:pt x="7151" y="3184"/>
                    <a:pt x="7151" y="2427"/>
                  </a:cubicBezTo>
                  <a:cubicBezTo>
                    <a:pt x="7151" y="2401"/>
                    <a:pt x="7125" y="2375"/>
                    <a:pt x="7099" y="2349"/>
                  </a:cubicBezTo>
                  <a:cubicBezTo>
                    <a:pt x="7099" y="2349"/>
                    <a:pt x="7099" y="2349"/>
                    <a:pt x="7099" y="2323"/>
                  </a:cubicBezTo>
                  <a:cubicBezTo>
                    <a:pt x="7073" y="2323"/>
                    <a:pt x="7047" y="2297"/>
                    <a:pt x="7021" y="2297"/>
                  </a:cubicBezTo>
                  <a:lnTo>
                    <a:pt x="4828" y="2323"/>
                  </a:lnTo>
                  <a:lnTo>
                    <a:pt x="4802" y="131"/>
                  </a:lnTo>
                  <a:cubicBezTo>
                    <a:pt x="4802" y="52"/>
                    <a:pt x="4724" y="0"/>
                    <a:pt x="4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9"/>
            <p:cNvSpPr/>
            <p:nvPr/>
          </p:nvSpPr>
          <p:spPr>
            <a:xfrm>
              <a:off x="763778" y="1643570"/>
              <a:ext cx="489396" cy="482771"/>
            </a:xfrm>
            <a:custGeom>
              <a:rect b="b" l="l" r="r" t="t"/>
              <a:pathLst>
                <a:path extrusionOk="0" h="9474" w="9604">
                  <a:moveTo>
                    <a:pt x="7881" y="262"/>
                  </a:moveTo>
                  <a:cubicBezTo>
                    <a:pt x="8142" y="262"/>
                    <a:pt x="8429" y="288"/>
                    <a:pt x="8690" y="340"/>
                  </a:cubicBezTo>
                  <a:cubicBezTo>
                    <a:pt x="9186" y="471"/>
                    <a:pt x="9186" y="1045"/>
                    <a:pt x="9186" y="1462"/>
                  </a:cubicBezTo>
                  <a:cubicBezTo>
                    <a:pt x="9186" y="3106"/>
                    <a:pt x="9238" y="4750"/>
                    <a:pt x="9264" y="6394"/>
                  </a:cubicBezTo>
                  <a:cubicBezTo>
                    <a:pt x="9264" y="7021"/>
                    <a:pt x="9290" y="7647"/>
                    <a:pt x="9264" y="8273"/>
                  </a:cubicBezTo>
                  <a:cubicBezTo>
                    <a:pt x="9247" y="9062"/>
                    <a:pt x="8441" y="9197"/>
                    <a:pt x="7661" y="9197"/>
                  </a:cubicBezTo>
                  <a:cubicBezTo>
                    <a:pt x="7254" y="9197"/>
                    <a:pt x="6854" y="9161"/>
                    <a:pt x="6576" y="9161"/>
                  </a:cubicBezTo>
                  <a:lnTo>
                    <a:pt x="2871" y="9213"/>
                  </a:lnTo>
                  <a:lnTo>
                    <a:pt x="1723" y="9213"/>
                  </a:lnTo>
                  <a:cubicBezTo>
                    <a:pt x="1646" y="9220"/>
                    <a:pt x="1571" y="9223"/>
                    <a:pt x="1497" y="9223"/>
                  </a:cubicBezTo>
                  <a:cubicBezTo>
                    <a:pt x="1296" y="9223"/>
                    <a:pt x="1105" y="9199"/>
                    <a:pt x="914" y="9161"/>
                  </a:cubicBezTo>
                  <a:cubicBezTo>
                    <a:pt x="418" y="9030"/>
                    <a:pt x="392" y="8456"/>
                    <a:pt x="392" y="8038"/>
                  </a:cubicBezTo>
                  <a:cubicBezTo>
                    <a:pt x="392" y="6394"/>
                    <a:pt x="366" y="4750"/>
                    <a:pt x="339" y="3080"/>
                  </a:cubicBezTo>
                  <a:cubicBezTo>
                    <a:pt x="339" y="2454"/>
                    <a:pt x="287" y="1828"/>
                    <a:pt x="313" y="1201"/>
                  </a:cubicBezTo>
                  <a:cubicBezTo>
                    <a:pt x="331" y="412"/>
                    <a:pt x="1174" y="295"/>
                    <a:pt x="1978" y="295"/>
                  </a:cubicBezTo>
                  <a:cubicBezTo>
                    <a:pt x="2318" y="295"/>
                    <a:pt x="2652" y="316"/>
                    <a:pt x="2913" y="316"/>
                  </a:cubicBezTo>
                  <a:cubicBezTo>
                    <a:pt x="2953" y="316"/>
                    <a:pt x="2991" y="315"/>
                    <a:pt x="3027" y="314"/>
                  </a:cubicBezTo>
                  <a:lnTo>
                    <a:pt x="6707" y="262"/>
                  </a:lnTo>
                  <a:close/>
                  <a:moveTo>
                    <a:pt x="7829" y="1"/>
                  </a:moveTo>
                  <a:lnTo>
                    <a:pt x="2897" y="53"/>
                  </a:lnTo>
                  <a:cubicBezTo>
                    <a:pt x="2729" y="46"/>
                    <a:pt x="2559" y="43"/>
                    <a:pt x="2389" y="43"/>
                  </a:cubicBezTo>
                  <a:cubicBezTo>
                    <a:pt x="1923" y="43"/>
                    <a:pt x="1450" y="67"/>
                    <a:pt x="992" y="105"/>
                  </a:cubicBezTo>
                  <a:cubicBezTo>
                    <a:pt x="287" y="210"/>
                    <a:pt x="79" y="706"/>
                    <a:pt x="52" y="1358"/>
                  </a:cubicBezTo>
                  <a:cubicBezTo>
                    <a:pt x="0" y="3576"/>
                    <a:pt x="131" y="5820"/>
                    <a:pt x="131" y="8038"/>
                  </a:cubicBezTo>
                  <a:cubicBezTo>
                    <a:pt x="131" y="9134"/>
                    <a:pt x="679" y="9474"/>
                    <a:pt x="1723" y="9474"/>
                  </a:cubicBezTo>
                  <a:lnTo>
                    <a:pt x="4776" y="9422"/>
                  </a:lnTo>
                  <a:lnTo>
                    <a:pt x="7933" y="9395"/>
                  </a:lnTo>
                  <a:cubicBezTo>
                    <a:pt x="8899" y="9395"/>
                    <a:pt x="9525" y="9161"/>
                    <a:pt x="9551" y="8091"/>
                  </a:cubicBezTo>
                  <a:cubicBezTo>
                    <a:pt x="9603" y="6421"/>
                    <a:pt x="9525" y="4750"/>
                    <a:pt x="9499" y="3080"/>
                  </a:cubicBezTo>
                  <a:cubicBezTo>
                    <a:pt x="9473" y="2480"/>
                    <a:pt x="9447" y="1880"/>
                    <a:pt x="9447" y="1254"/>
                  </a:cubicBezTo>
                  <a:cubicBezTo>
                    <a:pt x="9447" y="184"/>
                    <a:pt x="8716" y="1"/>
                    <a:pt x="78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9"/>
            <p:cNvSpPr/>
            <p:nvPr/>
          </p:nvSpPr>
          <p:spPr>
            <a:xfrm>
              <a:off x="1367483" y="1626295"/>
              <a:ext cx="1288613" cy="134375"/>
            </a:xfrm>
            <a:custGeom>
              <a:rect b="b" l="l" r="r" t="t"/>
              <a:pathLst>
                <a:path extrusionOk="0" h="2637" w="25288">
                  <a:moveTo>
                    <a:pt x="24061" y="236"/>
                  </a:moveTo>
                  <a:cubicBezTo>
                    <a:pt x="24113" y="241"/>
                    <a:pt x="24170" y="242"/>
                    <a:pt x="24228" y="242"/>
                  </a:cubicBezTo>
                  <a:cubicBezTo>
                    <a:pt x="24267" y="242"/>
                    <a:pt x="24306" y="241"/>
                    <a:pt x="24346" y="241"/>
                  </a:cubicBezTo>
                  <a:cubicBezTo>
                    <a:pt x="24545" y="241"/>
                    <a:pt x="24748" y="253"/>
                    <a:pt x="24870" y="392"/>
                  </a:cubicBezTo>
                  <a:cubicBezTo>
                    <a:pt x="25001" y="575"/>
                    <a:pt x="24948" y="862"/>
                    <a:pt x="24948" y="1045"/>
                  </a:cubicBezTo>
                  <a:cubicBezTo>
                    <a:pt x="24948" y="1253"/>
                    <a:pt x="24948" y="1436"/>
                    <a:pt x="24948" y="1645"/>
                  </a:cubicBezTo>
                  <a:cubicBezTo>
                    <a:pt x="24948" y="2010"/>
                    <a:pt x="24609" y="2036"/>
                    <a:pt x="24296" y="2062"/>
                  </a:cubicBezTo>
                  <a:lnTo>
                    <a:pt x="966" y="2349"/>
                  </a:lnTo>
                  <a:cubicBezTo>
                    <a:pt x="731" y="2349"/>
                    <a:pt x="444" y="2349"/>
                    <a:pt x="340" y="2088"/>
                  </a:cubicBezTo>
                  <a:cubicBezTo>
                    <a:pt x="314" y="1880"/>
                    <a:pt x="288" y="1645"/>
                    <a:pt x="314" y="1436"/>
                  </a:cubicBezTo>
                  <a:lnTo>
                    <a:pt x="314" y="940"/>
                  </a:lnTo>
                  <a:cubicBezTo>
                    <a:pt x="314" y="549"/>
                    <a:pt x="653" y="523"/>
                    <a:pt x="966" y="523"/>
                  </a:cubicBezTo>
                  <a:lnTo>
                    <a:pt x="24061" y="236"/>
                  </a:lnTo>
                  <a:close/>
                  <a:moveTo>
                    <a:pt x="24035" y="1"/>
                  </a:moveTo>
                  <a:lnTo>
                    <a:pt x="940" y="288"/>
                  </a:lnTo>
                  <a:cubicBezTo>
                    <a:pt x="705" y="288"/>
                    <a:pt x="366" y="288"/>
                    <a:pt x="209" y="523"/>
                  </a:cubicBezTo>
                  <a:cubicBezTo>
                    <a:pt x="53" y="810"/>
                    <a:pt x="1" y="1149"/>
                    <a:pt x="53" y="1462"/>
                  </a:cubicBezTo>
                  <a:cubicBezTo>
                    <a:pt x="27" y="1749"/>
                    <a:pt x="79" y="2062"/>
                    <a:pt x="183" y="2349"/>
                  </a:cubicBezTo>
                  <a:cubicBezTo>
                    <a:pt x="340" y="2636"/>
                    <a:pt x="731" y="2636"/>
                    <a:pt x="992" y="2636"/>
                  </a:cubicBezTo>
                  <a:lnTo>
                    <a:pt x="24296" y="2349"/>
                  </a:lnTo>
                  <a:cubicBezTo>
                    <a:pt x="24327" y="2352"/>
                    <a:pt x="24358" y="2353"/>
                    <a:pt x="24389" y="2353"/>
                  </a:cubicBezTo>
                  <a:cubicBezTo>
                    <a:pt x="24666" y="2353"/>
                    <a:pt x="24917" y="2248"/>
                    <a:pt x="25105" y="2036"/>
                  </a:cubicBezTo>
                  <a:cubicBezTo>
                    <a:pt x="25288" y="1801"/>
                    <a:pt x="25209" y="1358"/>
                    <a:pt x="25209" y="1071"/>
                  </a:cubicBezTo>
                  <a:cubicBezTo>
                    <a:pt x="25209" y="784"/>
                    <a:pt x="25235" y="418"/>
                    <a:pt x="25027" y="209"/>
                  </a:cubicBezTo>
                  <a:cubicBezTo>
                    <a:pt x="24792" y="1"/>
                    <a:pt x="24400" y="1"/>
                    <a:pt x="240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9"/>
            <p:cNvSpPr/>
            <p:nvPr/>
          </p:nvSpPr>
          <p:spPr>
            <a:xfrm>
              <a:off x="1370133" y="1805821"/>
              <a:ext cx="1287288" cy="134375"/>
            </a:xfrm>
            <a:custGeom>
              <a:rect b="b" l="l" r="r" t="t"/>
              <a:pathLst>
                <a:path extrusionOk="0" h="2637" w="25262">
                  <a:moveTo>
                    <a:pt x="24270" y="262"/>
                  </a:moveTo>
                  <a:cubicBezTo>
                    <a:pt x="24505" y="262"/>
                    <a:pt x="24792" y="262"/>
                    <a:pt x="24896" y="523"/>
                  </a:cubicBezTo>
                  <a:cubicBezTo>
                    <a:pt x="24949" y="731"/>
                    <a:pt x="24949" y="940"/>
                    <a:pt x="24949" y="1175"/>
                  </a:cubicBezTo>
                  <a:lnTo>
                    <a:pt x="24949" y="1671"/>
                  </a:lnTo>
                  <a:cubicBezTo>
                    <a:pt x="24922" y="2062"/>
                    <a:pt x="24583" y="2062"/>
                    <a:pt x="24296" y="2088"/>
                  </a:cubicBezTo>
                  <a:lnTo>
                    <a:pt x="966" y="2375"/>
                  </a:lnTo>
                  <a:cubicBezTo>
                    <a:pt x="653" y="2375"/>
                    <a:pt x="366" y="2349"/>
                    <a:pt x="314" y="1984"/>
                  </a:cubicBezTo>
                  <a:cubicBezTo>
                    <a:pt x="314" y="1775"/>
                    <a:pt x="314" y="1592"/>
                    <a:pt x="314" y="1384"/>
                  </a:cubicBezTo>
                  <a:cubicBezTo>
                    <a:pt x="288" y="1175"/>
                    <a:pt x="314" y="940"/>
                    <a:pt x="392" y="731"/>
                  </a:cubicBezTo>
                  <a:lnTo>
                    <a:pt x="392" y="705"/>
                  </a:lnTo>
                  <a:cubicBezTo>
                    <a:pt x="462" y="566"/>
                    <a:pt x="682" y="543"/>
                    <a:pt x="883" y="543"/>
                  </a:cubicBezTo>
                  <a:cubicBezTo>
                    <a:pt x="984" y="543"/>
                    <a:pt x="1080" y="549"/>
                    <a:pt x="1149" y="549"/>
                  </a:cubicBezTo>
                  <a:lnTo>
                    <a:pt x="24270" y="262"/>
                  </a:lnTo>
                  <a:close/>
                  <a:moveTo>
                    <a:pt x="24270" y="1"/>
                  </a:moveTo>
                  <a:lnTo>
                    <a:pt x="1149" y="288"/>
                  </a:lnTo>
                  <a:cubicBezTo>
                    <a:pt x="1081" y="277"/>
                    <a:pt x="1014" y="272"/>
                    <a:pt x="949" y="272"/>
                  </a:cubicBezTo>
                  <a:cubicBezTo>
                    <a:pt x="686" y="272"/>
                    <a:pt x="439" y="356"/>
                    <a:pt x="210" y="523"/>
                  </a:cubicBezTo>
                  <a:cubicBezTo>
                    <a:pt x="1" y="731"/>
                    <a:pt x="53" y="1123"/>
                    <a:pt x="53" y="1384"/>
                  </a:cubicBezTo>
                  <a:cubicBezTo>
                    <a:pt x="27" y="1723"/>
                    <a:pt x="53" y="2036"/>
                    <a:pt x="184" y="2349"/>
                  </a:cubicBezTo>
                  <a:cubicBezTo>
                    <a:pt x="340" y="2610"/>
                    <a:pt x="706" y="2636"/>
                    <a:pt x="993" y="2636"/>
                  </a:cubicBezTo>
                  <a:lnTo>
                    <a:pt x="24296" y="2349"/>
                  </a:lnTo>
                  <a:cubicBezTo>
                    <a:pt x="24325" y="2352"/>
                    <a:pt x="24355" y="2353"/>
                    <a:pt x="24384" y="2353"/>
                  </a:cubicBezTo>
                  <a:cubicBezTo>
                    <a:pt x="24641" y="2353"/>
                    <a:pt x="24889" y="2252"/>
                    <a:pt x="25053" y="2088"/>
                  </a:cubicBezTo>
                  <a:cubicBezTo>
                    <a:pt x="25209" y="1801"/>
                    <a:pt x="25262" y="1462"/>
                    <a:pt x="25209" y="1149"/>
                  </a:cubicBezTo>
                  <a:cubicBezTo>
                    <a:pt x="25236" y="862"/>
                    <a:pt x="25183" y="549"/>
                    <a:pt x="25079" y="288"/>
                  </a:cubicBezTo>
                  <a:cubicBezTo>
                    <a:pt x="24922" y="1"/>
                    <a:pt x="24531" y="1"/>
                    <a:pt x="24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9"/>
            <p:cNvSpPr/>
            <p:nvPr/>
          </p:nvSpPr>
          <p:spPr>
            <a:xfrm>
              <a:off x="1371509" y="1993298"/>
              <a:ext cx="655619" cy="126578"/>
            </a:xfrm>
            <a:custGeom>
              <a:rect b="b" l="l" r="r" t="t"/>
              <a:pathLst>
                <a:path extrusionOk="0" h="2484" w="12866">
                  <a:moveTo>
                    <a:pt x="11931" y="285"/>
                  </a:moveTo>
                  <a:cubicBezTo>
                    <a:pt x="12156" y="285"/>
                    <a:pt x="12396" y="314"/>
                    <a:pt x="12474" y="549"/>
                  </a:cubicBezTo>
                  <a:cubicBezTo>
                    <a:pt x="12526" y="758"/>
                    <a:pt x="12552" y="967"/>
                    <a:pt x="12526" y="1202"/>
                  </a:cubicBezTo>
                  <a:cubicBezTo>
                    <a:pt x="12526" y="1410"/>
                    <a:pt x="12526" y="1619"/>
                    <a:pt x="12500" y="1828"/>
                  </a:cubicBezTo>
                  <a:cubicBezTo>
                    <a:pt x="12441" y="2063"/>
                    <a:pt x="12133" y="2092"/>
                    <a:pt x="11883" y="2092"/>
                  </a:cubicBezTo>
                  <a:cubicBezTo>
                    <a:pt x="11800" y="2092"/>
                    <a:pt x="11724" y="2089"/>
                    <a:pt x="11665" y="2089"/>
                  </a:cubicBezTo>
                  <a:lnTo>
                    <a:pt x="1148" y="2219"/>
                  </a:lnTo>
                  <a:cubicBezTo>
                    <a:pt x="1079" y="2219"/>
                    <a:pt x="992" y="2225"/>
                    <a:pt x="901" y="2225"/>
                  </a:cubicBezTo>
                  <a:cubicBezTo>
                    <a:pt x="719" y="2225"/>
                    <a:pt x="522" y="2202"/>
                    <a:pt x="418" y="2063"/>
                  </a:cubicBezTo>
                  <a:cubicBezTo>
                    <a:pt x="261" y="1854"/>
                    <a:pt x="339" y="1593"/>
                    <a:pt x="339" y="1410"/>
                  </a:cubicBezTo>
                  <a:lnTo>
                    <a:pt x="339" y="836"/>
                  </a:lnTo>
                  <a:cubicBezTo>
                    <a:pt x="339" y="445"/>
                    <a:pt x="679" y="419"/>
                    <a:pt x="992" y="419"/>
                  </a:cubicBezTo>
                  <a:lnTo>
                    <a:pt x="11717" y="288"/>
                  </a:lnTo>
                  <a:cubicBezTo>
                    <a:pt x="11782" y="288"/>
                    <a:pt x="11856" y="285"/>
                    <a:pt x="11931" y="285"/>
                  </a:cubicBezTo>
                  <a:close/>
                  <a:moveTo>
                    <a:pt x="11833" y="1"/>
                  </a:moveTo>
                  <a:cubicBezTo>
                    <a:pt x="11784" y="1"/>
                    <a:pt x="11736" y="1"/>
                    <a:pt x="11691" y="1"/>
                  </a:cubicBezTo>
                  <a:lnTo>
                    <a:pt x="966" y="158"/>
                  </a:lnTo>
                  <a:cubicBezTo>
                    <a:pt x="920" y="149"/>
                    <a:pt x="874" y="144"/>
                    <a:pt x="827" y="144"/>
                  </a:cubicBezTo>
                  <a:cubicBezTo>
                    <a:pt x="607" y="144"/>
                    <a:pt x="381" y="242"/>
                    <a:pt x="209" y="393"/>
                  </a:cubicBezTo>
                  <a:cubicBezTo>
                    <a:pt x="0" y="654"/>
                    <a:pt x="78" y="1019"/>
                    <a:pt x="78" y="1332"/>
                  </a:cubicBezTo>
                  <a:cubicBezTo>
                    <a:pt x="26" y="1645"/>
                    <a:pt x="78" y="1958"/>
                    <a:pt x="235" y="2245"/>
                  </a:cubicBezTo>
                  <a:cubicBezTo>
                    <a:pt x="388" y="2456"/>
                    <a:pt x="653" y="2484"/>
                    <a:pt x="907" y="2484"/>
                  </a:cubicBezTo>
                  <a:cubicBezTo>
                    <a:pt x="1000" y="2484"/>
                    <a:pt x="1091" y="2480"/>
                    <a:pt x="1174" y="2480"/>
                  </a:cubicBezTo>
                  <a:lnTo>
                    <a:pt x="11665" y="2350"/>
                  </a:lnTo>
                  <a:cubicBezTo>
                    <a:pt x="11717" y="2350"/>
                    <a:pt x="11771" y="2350"/>
                    <a:pt x="11827" y="2350"/>
                  </a:cubicBezTo>
                  <a:cubicBezTo>
                    <a:pt x="12104" y="2350"/>
                    <a:pt x="12409" y="2332"/>
                    <a:pt x="12604" y="2115"/>
                  </a:cubicBezTo>
                  <a:cubicBezTo>
                    <a:pt x="12865" y="1880"/>
                    <a:pt x="12787" y="1515"/>
                    <a:pt x="12787" y="1254"/>
                  </a:cubicBezTo>
                  <a:cubicBezTo>
                    <a:pt x="12813" y="915"/>
                    <a:pt x="12761" y="601"/>
                    <a:pt x="12656" y="288"/>
                  </a:cubicBezTo>
                  <a:cubicBezTo>
                    <a:pt x="12500" y="20"/>
                    <a:pt x="12132" y="1"/>
                    <a:pt x="118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9"/>
            <p:cNvSpPr/>
            <p:nvPr/>
          </p:nvSpPr>
          <p:spPr>
            <a:xfrm>
              <a:off x="832929" y="2303176"/>
              <a:ext cx="367047" cy="367047"/>
            </a:xfrm>
            <a:custGeom>
              <a:rect b="b" l="l" r="r" t="t"/>
              <a:pathLst>
                <a:path extrusionOk="0" h="7203" w="7203">
                  <a:moveTo>
                    <a:pt x="4541" y="288"/>
                  </a:moveTo>
                  <a:lnTo>
                    <a:pt x="4567" y="2480"/>
                  </a:lnTo>
                  <a:cubicBezTo>
                    <a:pt x="4567" y="2558"/>
                    <a:pt x="4619" y="2610"/>
                    <a:pt x="4697" y="2610"/>
                  </a:cubicBezTo>
                  <a:lnTo>
                    <a:pt x="6890" y="2584"/>
                  </a:lnTo>
                  <a:cubicBezTo>
                    <a:pt x="6890" y="3236"/>
                    <a:pt x="6890" y="3889"/>
                    <a:pt x="6916" y="4567"/>
                  </a:cubicBezTo>
                  <a:lnTo>
                    <a:pt x="4724" y="4593"/>
                  </a:lnTo>
                  <a:cubicBezTo>
                    <a:pt x="4645" y="4593"/>
                    <a:pt x="4593" y="4646"/>
                    <a:pt x="4593" y="4724"/>
                  </a:cubicBezTo>
                  <a:lnTo>
                    <a:pt x="4619" y="6916"/>
                  </a:lnTo>
                  <a:cubicBezTo>
                    <a:pt x="3967" y="6916"/>
                    <a:pt x="3288" y="6916"/>
                    <a:pt x="2636" y="6942"/>
                  </a:cubicBezTo>
                  <a:cubicBezTo>
                    <a:pt x="2636" y="6211"/>
                    <a:pt x="2636" y="5481"/>
                    <a:pt x="2610" y="4750"/>
                  </a:cubicBezTo>
                  <a:cubicBezTo>
                    <a:pt x="2610" y="4672"/>
                    <a:pt x="2558" y="4619"/>
                    <a:pt x="2479" y="4619"/>
                  </a:cubicBezTo>
                  <a:lnTo>
                    <a:pt x="287" y="4646"/>
                  </a:lnTo>
                  <a:cubicBezTo>
                    <a:pt x="287" y="3993"/>
                    <a:pt x="261" y="3341"/>
                    <a:pt x="261" y="2662"/>
                  </a:cubicBezTo>
                  <a:lnTo>
                    <a:pt x="2453" y="2636"/>
                  </a:lnTo>
                  <a:cubicBezTo>
                    <a:pt x="2531" y="2636"/>
                    <a:pt x="2584" y="2558"/>
                    <a:pt x="2584" y="2506"/>
                  </a:cubicBezTo>
                  <a:cubicBezTo>
                    <a:pt x="2584" y="1775"/>
                    <a:pt x="2558" y="1044"/>
                    <a:pt x="2558" y="314"/>
                  </a:cubicBezTo>
                  <a:cubicBezTo>
                    <a:pt x="3210" y="314"/>
                    <a:pt x="3862" y="314"/>
                    <a:pt x="4541" y="288"/>
                  </a:cubicBezTo>
                  <a:close/>
                  <a:moveTo>
                    <a:pt x="4671" y="0"/>
                  </a:moveTo>
                  <a:cubicBezTo>
                    <a:pt x="3941" y="27"/>
                    <a:pt x="3184" y="27"/>
                    <a:pt x="2427" y="27"/>
                  </a:cubicBezTo>
                  <a:cubicBezTo>
                    <a:pt x="2349" y="53"/>
                    <a:pt x="2297" y="105"/>
                    <a:pt x="2297" y="183"/>
                  </a:cubicBezTo>
                  <a:cubicBezTo>
                    <a:pt x="2297" y="914"/>
                    <a:pt x="2297" y="1645"/>
                    <a:pt x="2323" y="2375"/>
                  </a:cubicBezTo>
                  <a:lnTo>
                    <a:pt x="131" y="2401"/>
                  </a:lnTo>
                  <a:cubicBezTo>
                    <a:pt x="52" y="2401"/>
                    <a:pt x="0" y="2454"/>
                    <a:pt x="0" y="2532"/>
                  </a:cubicBezTo>
                  <a:cubicBezTo>
                    <a:pt x="26" y="3262"/>
                    <a:pt x="26" y="4019"/>
                    <a:pt x="26" y="4776"/>
                  </a:cubicBezTo>
                  <a:cubicBezTo>
                    <a:pt x="26" y="4854"/>
                    <a:pt x="78" y="4907"/>
                    <a:pt x="157" y="4907"/>
                  </a:cubicBezTo>
                  <a:lnTo>
                    <a:pt x="2349" y="4880"/>
                  </a:lnTo>
                  <a:cubicBezTo>
                    <a:pt x="2349" y="5611"/>
                    <a:pt x="2375" y="6342"/>
                    <a:pt x="2375" y="7072"/>
                  </a:cubicBezTo>
                  <a:cubicBezTo>
                    <a:pt x="2375" y="7151"/>
                    <a:pt x="2453" y="7203"/>
                    <a:pt x="2531" y="7203"/>
                  </a:cubicBezTo>
                  <a:cubicBezTo>
                    <a:pt x="3262" y="7177"/>
                    <a:pt x="4019" y="7177"/>
                    <a:pt x="4776" y="7177"/>
                  </a:cubicBezTo>
                  <a:cubicBezTo>
                    <a:pt x="4828" y="7177"/>
                    <a:pt x="4906" y="7099"/>
                    <a:pt x="4880" y="7046"/>
                  </a:cubicBezTo>
                  <a:cubicBezTo>
                    <a:pt x="4880" y="6316"/>
                    <a:pt x="4880" y="5559"/>
                    <a:pt x="4854" y="4828"/>
                  </a:cubicBezTo>
                  <a:lnTo>
                    <a:pt x="7072" y="4802"/>
                  </a:lnTo>
                  <a:cubicBezTo>
                    <a:pt x="7124" y="4802"/>
                    <a:pt x="7203" y="4750"/>
                    <a:pt x="7177" y="4672"/>
                  </a:cubicBezTo>
                  <a:cubicBezTo>
                    <a:pt x="7177" y="3941"/>
                    <a:pt x="7177" y="3184"/>
                    <a:pt x="7150" y="2427"/>
                  </a:cubicBezTo>
                  <a:cubicBezTo>
                    <a:pt x="7177" y="2401"/>
                    <a:pt x="7150" y="2375"/>
                    <a:pt x="7124" y="2349"/>
                  </a:cubicBezTo>
                  <a:lnTo>
                    <a:pt x="7124" y="2323"/>
                  </a:lnTo>
                  <a:cubicBezTo>
                    <a:pt x="7098" y="2323"/>
                    <a:pt x="7072" y="2297"/>
                    <a:pt x="7020" y="2297"/>
                  </a:cubicBezTo>
                  <a:lnTo>
                    <a:pt x="4828" y="2323"/>
                  </a:lnTo>
                  <a:lnTo>
                    <a:pt x="4802" y="131"/>
                  </a:lnTo>
                  <a:cubicBezTo>
                    <a:pt x="4802" y="79"/>
                    <a:pt x="4750" y="0"/>
                    <a:pt x="46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9"/>
            <p:cNvSpPr/>
            <p:nvPr/>
          </p:nvSpPr>
          <p:spPr>
            <a:xfrm>
              <a:off x="770403" y="2244676"/>
              <a:ext cx="489396" cy="482822"/>
            </a:xfrm>
            <a:custGeom>
              <a:rect b="b" l="l" r="r" t="t"/>
              <a:pathLst>
                <a:path extrusionOk="0" h="9475" w="9604">
                  <a:moveTo>
                    <a:pt x="7882" y="235"/>
                  </a:moveTo>
                  <a:cubicBezTo>
                    <a:pt x="8169" y="235"/>
                    <a:pt x="8430" y="261"/>
                    <a:pt x="8691" y="313"/>
                  </a:cubicBezTo>
                  <a:cubicBezTo>
                    <a:pt x="9186" y="444"/>
                    <a:pt x="9213" y="1018"/>
                    <a:pt x="9213" y="1436"/>
                  </a:cubicBezTo>
                  <a:cubicBezTo>
                    <a:pt x="9213" y="3080"/>
                    <a:pt x="9239" y="4724"/>
                    <a:pt x="9265" y="6368"/>
                  </a:cubicBezTo>
                  <a:cubicBezTo>
                    <a:pt x="9291" y="7020"/>
                    <a:pt x="9317" y="7646"/>
                    <a:pt x="9291" y="8273"/>
                  </a:cubicBezTo>
                  <a:cubicBezTo>
                    <a:pt x="9274" y="9062"/>
                    <a:pt x="8468" y="9197"/>
                    <a:pt x="7680" y="9197"/>
                  </a:cubicBezTo>
                  <a:cubicBezTo>
                    <a:pt x="7269" y="9197"/>
                    <a:pt x="6863" y="9160"/>
                    <a:pt x="6577" y="9160"/>
                  </a:cubicBezTo>
                  <a:lnTo>
                    <a:pt x="2897" y="9212"/>
                  </a:lnTo>
                  <a:lnTo>
                    <a:pt x="1723" y="9212"/>
                  </a:lnTo>
                  <a:cubicBezTo>
                    <a:pt x="1462" y="9212"/>
                    <a:pt x="1175" y="9186"/>
                    <a:pt x="914" y="9134"/>
                  </a:cubicBezTo>
                  <a:cubicBezTo>
                    <a:pt x="418" y="9003"/>
                    <a:pt x="418" y="8429"/>
                    <a:pt x="418" y="8012"/>
                  </a:cubicBezTo>
                  <a:cubicBezTo>
                    <a:pt x="418" y="6394"/>
                    <a:pt x="366" y="4724"/>
                    <a:pt x="340" y="3080"/>
                  </a:cubicBezTo>
                  <a:cubicBezTo>
                    <a:pt x="340" y="2453"/>
                    <a:pt x="314" y="1801"/>
                    <a:pt x="340" y="1175"/>
                  </a:cubicBezTo>
                  <a:cubicBezTo>
                    <a:pt x="357" y="409"/>
                    <a:pt x="1151" y="276"/>
                    <a:pt x="1926" y="276"/>
                  </a:cubicBezTo>
                  <a:cubicBezTo>
                    <a:pt x="2339" y="276"/>
                    <a:pt x="2746" y="313"/>
                    <a:pt x="3028" y="313"/>
                  </a:cubicBezTo>
                  <a:lnTo>
                    <a:pt x="6733" y="261"/>
                  </a:lnTo>
                  <a:lnTo>
                    <a:pt x="7882" y="235"/>
                  </a:lnTo>
                  <a:close/>
                  <a:moveTo>
                    <a:pt x="7829" y="0"/>
                  </a:moveTo>
                  <a:lnTo>
                    <a:pt x="2897" y="52"/>
                  </a:lnTo>
                  <a:cubicBezTo>
                    <a:pt x="2271" y="52"/>
                    <a:pt x="1645" y="52"/>
                    <a:pt x="992" y="131"/>
                  </a:cubicBezTo>
                  <a:cubicBezTo>
                    <a:pt x="314" y="209"/>
                    <a:pt x="79" y="731"/>
                    <a:pt x="53" y="1383"/>
                  </a:cubicBezTo>
                  <a:cubicBezTo>
                    <a:pt x="1" y="3602"/>
                    <a:pt x="157" y="5820"/>
                    <a:pt x="157" y="8038"/>
                  </a:cubicBezTo>
                  <a:cubicBezTo>
                    <a:pt x="157" y="9121"/>
                    <a:pt x="643" y="9474"/>
                    <a:pt x="1615" y="9474"/>
                  </a:cubicBezTo>
                  <a:cubicBezTo>
                    <a:pt x="1651" y="9474"/>
                    <a:pt x="1686" y="9474"/>
                    <a:pt x="1723" y="9473"/>
                  </a:cubicBezTo>
                  <a:lnTo>
                    <a:pt x="4802" y="9447"/>
                  </a:lnTo>
                  <a:lnTo>
                    <a:pt x="7934" y="9395"/>
                  </a:lnTo>
                  <a:cubicBezTo>
                    <a:pt x="8925" y="9395"/>
                    <a:pt x="9526" y="9160"/>
                    <a:pt x="9552" y="8090"/>
                  </a:cubicBezTo>
                  <a:cubicBezTo>
                    <a:pt x="9604" y="6446"/>
                    <a:pt x="9500" y="4750"/>
                    <a:pt x="9500" y="3080"/>
                  </a:cubicBezTo>
                  <a:cubicBezTo>
                    <a:pt x="9473" y="2479"/>
                    <a:pt x="9473" y="1879"/>
                    <a:pt x="9473" y="1253"/>
                  </a:cubicBezTo>
                  <a:cubicBezTo>
                    <a:pt x="9473" y="209"/>
                    <a:pt x="8743" y="0"/>
                    <a:pt x="78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9"/>
            <p:cNvSpPr/>
            <p:nvPr/>
          </p:nvSpPr>
          <p:spPr>
            <a:xfrm>
              <a:off x="1374159" y="2227146"/>
              <a:ext cx="1288613" cy="133254"/>
            </a:xfrm>
            <a:custGeom>
              <a:rect b="b" l="l" r="r" t="t"/>
              <a:pathLst>
                <a:path extrusionOk="0" h="2615" w="25288">
                  <a:moveTo>
                    <a:pt x="24359" y="234"/>
                  </a:moveTo>
                  <a:cubicBezTo>
                    <a:pt x="24556" y="234"/>
                    <a:pt x="24765" y="257"/>
                    <a:pt x="24870" y="396"/>
                  </a:cubicBezTo>
                  <a:cubicBezTo>
                    <a:pt x="25052" y="605"/>
                    <a:pt x="24948" y="866"/>
                    <a:pt x="24974" y="1049"/>
                  </a:cubicBezTo>
                  <a:cubicBezTo>
                    <a:pt x="24974" y="1232"/>
                    <a:pt x="24974" y="1466"/>
                    <a:pt x="24974" y="1649"/>
                  </a:cubicBezTo>
                  <a:cubicBezTo>
                    <a:pt x="24974" y="2041"/>
                    <a:pt x="24609" y="2067"/>
                    <a:pt x="24322" y="2067"/>
                  </a:cubicBezTo>
                  <a:lnTo>
                    <a:pt x="992" y="2354"/>
                  </a:lnTo>
                  <a:cubicBezTo>
                    <a:pt x="757" y="2354"/>
                    <a:pt x="470" y="2354"/>
                    <a:pt x="366" y="2093"/>
                  </a:cubicBezTo>
                  <a:cubicBezTo>
                    <a:pt x="313" y="1884"/>
                    <a:pt x="313" y="1675"/>
                    <a:pt x="339" y="1440"/>
                  </a:cubicBezTo>
                  <a:lnTo>
                    <a:pt x="339" y="944"/>
                  </a:lnTo>
                  <a:cubicBezTo>
                    <a:pt x="339" y="579"/>
                    <a:pt x="679" y="553"/>
                    <a:pt x="992" y="527"/>
                  </a:cubicBezTo>
                  <a:lnTo>
                    <a:pt x="24087" y="240"/>
                  </a:lnTo>
                  <a:cubicBezTo>
                    <a:pt x="24165" y="240"/>
                    <a:pt x="24261" y="234"/>
                    <a:pt x="24359" y="234"/>
                  </a:cubicBezTo>
                  <a:close/>
                  <a:moveTo>
                    <a:pt x="24383" y="0"/>
                  </a:moveTo>
                  <a:cubicBezTo>
                    <a:pt x="24274" y="0"/>
                    <a:pt x="24165" y="5"/>
                    <a:pt x="24061" y="5"/>
                  </a:cubicBezTo>
                  <a:lnTo>
                    <a:pt x="966" y="292"/>
                  </a:lnTo>
                  <a:cubicBezTo>
                    <a:pt x="920" y="283"/>
                    <a:pt x="874" y="279"/>
                    <a:pt x="828" y="279"/>
                  </a:cubicBezTo>
                  <a:cubicBezTo>
                    <a:pt x="607" y="279"/>
                    <a:pt x="381" y="376"/>
                    <a:pt x="209" y="527"/>
                  </a:cubicBezTo>
                  <a:cubicBezTo>
                    <a:pt x="52" y="814"/>
                    <a:pt x="0" y="1153"/>
                    <a:pt x="78" y="1466"/>
                  </a:cubicBezTo>
                  <a:cubicBezTo>
                    <a:pt x="26" y="1753"/>
                    <a:pt x="78" y="2067"/>
                    <a:pt x="183" y="2328"/>
                  </a:cubicBezTo>
                  <a:cubicBezTo>
                    <a:pt x="339" y="2615"/>
                    <a:pt x="731" y="2615"/>
                    <a:pt x="992" y="2615"/>
                  </a:cubicBezTo>
                  <a:lnTo>
                    <a:pt x="24322" y="2328"/>
                  </a:lnTo>
                  <a:cubicBezTo>
                    <a:pt x="24364" y="2335"/>
                    <a:pt x="24408" y="2339"/>
                    <a:pt x="24451" y="2339"/>
                  </a:cubicBezTo>
                  <a:cubicBezTo>
                    <a:pt x="24699" y="2339"/>
                    <a:pt x="24949" y="2218"/>
                    <a:pt x="25104" y="2041"/>
                  </a:cubicBezTo>
                  <a:cubicBezTo>
                    <a:pt x="25287" y="1780"/>
                    <a:pt x="25209" y="1362"/>
                    <a:pt x="25209" y="1075"/>
                  </a:cubicBezTo>
                  <a:cubicBezTo>
                    <a:pt x="25209" y="788"/>
                    <a:pt x="25261" y="396"/>
                    <a:pt x="25052" y="188"/>
                  </a:cubicBezTo>
                  <a:cubicBezTo>
                    <a:pt x="24872" y="25"/>
                    <a:pt x="24628" y="0"/>
                    <a:pt x="243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9"/>
            <p:cNvSpPr/>
            <p:nvPr/>
          </p:nvSpPr>
          <p:spPr>
            <a:xfrm>
              <a:off x="1376809" y="2406877"/>
              <a:ext cx="1287288" cy="134375"/>
            </a:xfrm>
            <a:custGeom>
              <a:rect b="b" l="l" r="r" t="t"/>
              <a:pathLst>
                <a:path extrusionOk="0" h="2637" w="25262">
                  <a:moveTo>
                    <a:pt x="24296" y="262"/>
                  </a:moveTo>
                  <a:cubicBezTo>
                    <a:pt x="24530" y="262"/>
                    <a:pt x="24818" y="262"/>
                    <a:pt x="24922" y="523"/>
                  </a:cubicBezTo>
                  <a:cubicBezTo>
                    <a:pt x="24974" y="732"/>
                    <a:pt x="24974" y="967"/>
                    <a:pt x="24948" y="1175"/>
                  </a:cubicBezTo>
                  <a:lnTo>
                    <a:pt x="24948" y="1697"/>
                  </a:lnTo>
                  <a:cubicBezTo>
                    <a:pt x="24948" y="2063"/>
                    <a:pt x="24609" y="2089"/>
                    <a:pt x="24296" y="2089"/>
                  </a:cubicBezTo>
                  <a:lnTo>
                    <a:pt x="992" y="2376"/>
                  </a:lnTo>
                  <a:cubicBezTo>
                    <a:pt x="653" y="2376"/>
                    <a:pt x="392" y="2376"/>
                    <a:pt x="340" y="1984"/>
                  </a:cubicBezTo>
                  <a:cubicBezTo>
                    <a:pt x="314" y="1802"/>
                    <a:pt x="314" y="1593"/>
                    <a:pt x="340" y="1410"/>
                  </a:cubicBezTo>
                  <a:cubicBezTo>
                    <a:pt x="314" y="1175"/>
                    <a:pt x="314" y="940"/>
                    <a:pt x="392" y="732"/>
                  </a:cubicBezTo>
                  <a:cubicBezTo>
                    <a:pt x="522" y="497"/>
                    <a:pt x="966" y="575"/>
                    <a:pt x="1175" y="549"/>
                  </a:cubicBezTo>
                  <a:lnTo>
                    <a:pt x="24296" y="262"/>
                  </a:lnTo>
                  <a:close/>
                  <a:moveTo>
                    <a:pt x="24296" y="1"/>
                  </a:moveTo>
                  <a:lnTo>
                    <a:pt x="1175" y="288"/>
                  </a:lnTo>
                  <a:cubicBezTo>
                    <a:pt x="1107" y="278"/>
                    <a:pt x="1039" y="272"/>
                    <a:pt x="972" y="272"/>
                  </a:cubicBezTo>
                  <a:cubicBezTo>
                    <a:pt x="703" y="272"/>
                    <a:pt x="444" y="356"/>
                    <a:pt x="235" y="523"/>
                  </a:cubicBezTo>
                  <a:cubicBezTo>
                    <a:pt x="0" y="732"/>
                    <a:pt x="53" y="1123"/>
                    <a:pt x="79" y="1384"/>
                  </a:cubicBezTo>
                  <a:cubicBezTo>
                    <a:pt x="26" y="1723"/>
                    <a:pt x="79" y="2036"/>
                    <a:pt x="183" y="2350"/>
                  </a:cubicBezTo>
                  <a:cubicBezTo>
                    <a:pt x="340" y="2611"/>
                    <a:pt x="731" y="2637"/>
                    <a:pt x="992" y="2637"/>
                  </a:cubicBezTo>
                  <a:lnTo>
                    <a:pt x="24322" y="2350"/>
                  </a:lnTo>
                  <a:cubicBezTo>
                    <a:pt x="24348" y="2352"/>
                    <a:pt x="24375" y="2354"/>
                    <a:pt x="24402" y="2354"/>
                  </a:cubicBezTo>
                  <a:cubicBezTo>
                    <a:pt x="24640" y="2354"/>
                    <a:pt x="24891" y="2253"/>
                    <a:pt x="25078" y="2089"/>
                  </a:cubicBezTo>
                  <a:cubicBezTo>
                    <a:pt x="25235" y="1802"/>
                    <a:pt x="25261" y="1462"/>
                    <a:pt x="25209" y="1149"/>
                  </a:cubicBezTo>
                  <a:cubicBezTo>
                    <a:pt x="25261" y="862"/>
                    <a:pt x="25209" y="549"/>
                    <a:pt x="25105" y="288"/>
                  </a:cubicBezTo>
                  <a:cubicBezTo>
                    <a:pt x="24948" y="1"/>
                    <a:pt x="24557" y="1"/>
                    <a:pt x="24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9"/>
            <p:cNvSpPr/>
            <p:nvPr/>
          </p:nvSpPr>
          <p:spPr>
            <a:xfrm>
              <a:off x="1379459" y="2595576"/>
              <a:ext cx="655619" cy="126578"/>
            </a:xfrm>
            <a:custGeom>
              <a:rect b="b" l="l" r="r" t="t"/>
              <a:pathLst>
                <a:path extrusionOk="0" h="2484" w="12866">
                  <a:moveTo>
                    <a:pt x="11917" y="261"/>
                  </a:moveTo>
                  <a:cubicBezTo>
                    <a:pt x="12147" y="261"/>
                    <a:pt x="12377" y="291"/>
                    <a:pt x="12474" y="526"/>
                  </a:cubicBezTo>
                  <a:cubicBezTo>
                    <a:pt x="12527" y="734"/>
                    <a:pt x="12527" y="943"/>
                    <a:pt x="12500" y="1178"/>
                  </a:cubicBezTo>
                  <a:cubicBezTo>
                    <a:pt x="12527" y="1387"/>
                    <a:pt x="12527" y="1595"/>
                    <a:pt x="12500" y="1830"/>
                  </a:cubicBezTo>
                  <a:cubicBezTo>
                    <a:pt x="12442" y="2065"/>
                    <a:pt x="12134" y="2095"/>
                    <a:pt x="11884" y="2095"/>
                  </a:cubicBezTo>
                  <a:cubicBezTo>
                    <a:pt x="11801" y="2095"/>
                    <a:pt x="11724" y="2091"/>
                    <a:pt x="11665" y="2091"/>
                  </a:cubicBezTo>
                  <a:lnTo>
                    <a:pt x="1149" y="2222"/>
                  </a:lnTo>
                  <a:cubicBezTo>
                    <a:pt x="1079" y="2222"/>
                    <a:pt x="992" y="2228"/>
                    <a:pt x="901" y="2228"/>
                  </a:cubicBezTo>
                  <a:cubicBezTo>
                    <a:pt x="720" y="2228"/>
                    <a:pt x="523" y="2204"/>
                    <a:pt x="418" y="2065"/>
                  </a:cubicBezTo>
                  <a:cubicBezTo>
                    <a:pt x="262" y="1856"/>
                    <a:pt x="340" y="1622"/>
                    <a:pt x="340" y="1413"/>
                  </a:cubicBezTo>
                  <a:cubicBezTo>
                    <a:pt x="340" y="1235"/>
                    <a:pt x="315" y="1008"/>
                    <a:pt x="314" y="804"/>
                  </a:cubicBezTo>
                  <a:lnTo>
                    <a:pt x="314" y="804"/>
                  </a:lnTo>
                  <a:cubicBezTo>
                    <a:pt x="319" y="421"/>
                    <a:pt x="681" y="421"/>
                    <a:pt x="966" y="395"/>
                  </a:cubicBezTo>
                  <a:lnTo>
                    <a:pt x="11692" y="265"/>
                  </a:lnTo>
                  <a:cubicBezTo>
                    <a:pt x="11763" y="265"/>
                    <a:pt x="11840" y="261"/>
                    <a:pt x="11917" y="261"/>
                  </a:cubicBezTo>
                  <a:close/>
                  <a:moveTo>
                    <a:pt x="11922" y="1"/>
                  </a:moveTo>
                  <a:cubicBezTo>
                    <a:pt x="11838" y="1"/>
                    <a:pt x="11759" y="4"/>
                    <a:pt x="11692" y="4"/>
                  </a:cubicBezTo>
                  <a:lnTo>
                    <a:pt x="966" y="134"/>
                  </a:lnTo>
                  <a:cubicBezTo>
                    <a:pt x="931" y="131"/>
                    <a:pt x="896" y="129"/>
                    <a:pt x="861" y="129"/>
                  </a:cubicBezTo>
                  <a:cubicBezTo>
                    <a:pt x="616" y="129"/>
                    <a:pt x="392" y="212"/>
                    <a:pt x="209" y="395"/>
                  </a:cubicBezTo>
                  <a:cubicBezTo>
                    <a:pt x="53" y="682"/>
                    <a:pt x="1" y="995"/>
                    <a:pt x="53" y="1308"/>
                  </a:cubicBezTo>
                  <a:cubicBezTo>
                    <a:pt x="1" y="1648"/>
                    <a:pt x="79" y="1961"/>
                    <a:pt x="235" y="2248"/>
                  </a:cubicBezTo>
                  <a:cubicBezTo>
                    <a:pt x="409" y="2465"/>
                    <a:pt x="728" y="2483"/>
                    <a:pt x="996" y="2483"/>
                  </a:cubicBezTo>
                  <a:cubicBezTo>
                    <a:pt x="1049" y="2483"/>
                    <a:pt x="1101" y="2483"/>
                    <a:pt x="1149" y="2483"/>
                  </a:cubicBezTo>
                  <a:lnTo>
                    <a:pt x="11665" y="2352"/>
                  </a:lnTo>
                  <a:cubicBezTo>
                    <a:pt x="11718" y="2352"/>
                    <a:pt x="11771" y="2353"/>
                    <a:pt x="11826" y="2353"/>
                  </a:cubicBezTo>
                  <a:cubicBezTo>
                    <a:pt x="12097" y="2353"/>
                    <a:pt x="12387" y="2335"/>
                    <a:pt x="12605" y="2117"/>
                  </a:cubicBezTo>
                  <a:cubicBezTo>
                    <a:pt x="12866" y="1882"/>
                    <a:pt x="12761" y="1517"/>
                    <a:pt x="12761" y="1230"/>
                  </a:cubicBezTo>
                  <a:cubicBezTo>
                    <a:pt x="12814" y="917"/>
                    <a:pt x="12761" y="578"/>
                    <a:pt x="12631" y="291"/>
                  </a:cubicBezTo>
                  <a:cubicBezTo>
                    <a:pt x="12511" y="31"/>
                    <a:pt x="12193" y="1"/>
                    <a:pt x="119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9"/>
            <p:cNvSpPr/>
            <p:nvPr/>
          </p:nvSpPr>
          <p:spPr>
            <a:xfrm>
              <a:off x="840879" y="2905302"/>
              <a:ext cx="365773" cy="366028"/>
            </a:xfrm>
            <a:custGeom>
              <a:rect b="b" l="l" r="r" t="t"/>
              <a:pathLst>
                <a:path extrusionOk="0" h="7183" w="7178">
                  <a:moveTo>
                    <a:pt x="4515" y="241"/>
                  </a:moveTo>
                  <a:lnTo>
                    <a:pt x="4568" y="2433"/>
                  </a:lnTo>
                  <a:cubicBezTo>
                    <a:pt x="4568" y="2511"/>
                    <a:pt x="4620" y="2563"/>
                    <a:pt x="4698" y="2563"/>
                  </a:cubicBezTo>
                  <a:lnTo>
                    <a:pt x="6890" y="2537"/>
                  </a:lnTo>
                  <a:cubicBezTo>
                    <a:pt x="6890" y="3190"/>
                    <a:pt x="6890" y="3842"/>
                    <a:pt x="6916" y="4521"/>
                  </a:cubicBezTo>
                  <a:lnTo>
                    <a:pt x="4724" y="4547"/>
                  </a:lnTo>
                  <a:cubicBezTo>
                    <a:pt x="4646" y="4547"/>
                    <a:pt x="4594" y="4599"/>
                    <a:pt x="4594" y="4677"/>
                  </a:cubicBezTo>
                  <a:lnTo>
                    <a:pt x="4620" y="6869"/>
                  </a:lnTo>
                  <a:cubicBezTo>
                    <a:pt x="3967" y="6869"/>
                    <a:pt x="3289" y="6869"/>
                    <a:pt x="2636" y="6895"/>
                  </a:cubicBezTo>
                  <a:cubicBezTo>
                    <a:pt x="2636" y="6165"/>
                    <a:pt x="2610" y="5434"/>
                    <a:pt x="2584" y="4703"/>
                  </a:cubicBezTo>
                  <a:cubicBezTo>
                    <a:pt x="2584" y="4625"/>
                    <a:pt x="2532" y="4573"/>
                    <a:pt x="2454" y="4573"/>
                  </a:cubicBezTo>
                  <a:lnTo>
                    <a:pt x="262" y="4599"/>
                  </a:lnTo>
                  <a:cubicBezTo>
                    <a:pt x="262" y="3946"/>
                    <a:pt x="262" y="3294"/>
                    <a:pt x="236" y="2616"/>
                  </a:cubicBezTo>
                  <a:lnTo>
                    <a:pt x="2428" y="2589"/>
                  </a:lnTo>
                  <a:cubicBezTo>
                    <a:pt x="2506" y="2589"/>
                    <a:pt x="2558" y="2537"/>
                    <a:pt x="2558" y="2459"/>
                  </a:cubicBezTo>
                  <a:cubicBezTo>
                    <a:pt x="2558" y="1728"/>
                    <a:pt x="2558" y="998"/>
                    <a:pt x="2532" y="267"/>
                  </a:cubicBezTo>
                  <a:cubicBezTo>
                    <a:pt x="3184" y="267"/>
                    <a:pt x="3863" y="267"/>
                    <a:pt x="4515" y="241"/>
                  </a:cubicBezTo>
                  <a:close/>
                  <a:moveTo>
                    <a:pt x="4702" y="1"/>
                  </a:moveTo>
                  <a:cubicBezTo>
                    <a:pt x="4692" y="1"/>
                    <a:pt x="4682" y="2"/>
                    <a:pt x="4672" y="6"/>
                  </a:cubicBezTo>
                  <a:cubicBezTo>
                    <a:pt x="3915" y="6"/>
                    <a:pt x="3184" y="6"/>
                    <a:pt x="2428" y="32"/>
                  </a:cubicBezTo>
                  <a:cubicBezTo>
                    <a:pt x="2349" y="32"/>
                    <a:pt x="2297" y="84"/>
                    <a:pt x="2297" y="163"/>
                  </a:cubicBezTo>
                  <a:cubicBezTo>
                    <a:pt x="2297" y="893"/>
                    <a:pt x="2297" y="1624"/>
                    <a:pt x="2323" y="2355"/>
                  </a:cubicBezTo>
                  <a:lnTo>
                    <a:pt x="131" y="2381"/>
                  </a:lnTo>
                  <a:cubicBezTo>
                    <a:pt x="53" y="2381"/>
                    <a:pt x="1" y="2433"/>
                    <a:pt x="1" y="2511"/>
                  </a:cubicBezTo>
                  <a:cubicBezTo>
                    <a:pt x="1" y="3268"/>
                    <a:pt x="27" y="3999"/>
                    <a:pt x="27" y="4755"/>
                  </a:cubicBezTo>
                  <a:cubicBezTo>
                    <a:pt x="27" y="4834"/>
                    <a:pt x="79" y="4886"/>
                    <a:pt x="157" y="4886"/>
                  </a:cubicBezTo>
                  <a:lnTo>
                    <a:pt x="2349" y="4860"/>
                  </a:lnTo>
                  <a:cubicBezTo>
                    <a:pt x="2349" y="5590"/>
                    <a:pt x="2349" y="6321"/>
                    <a:pt x="2375" y="7052"/>
                  </a:cubicBezTo>
                  <a:cubicBezTo>
                    <a:pt x="2375" y="7130"/>
                    <a:pt x="2428" y="7182"/>
                    <a:pt x="2506" y="7182"/>
                  </a:cubicBezTo>
                  <a:cubicBezTo>
                    <a:pt x="3263" y="7156"/>
                    <a:pt x="4020" y="7156"/>
                    <a:pt x="4750" y="7156"/>
                  </a:cubicBezTo>
                  <a:cubicBezTo>
                    <a:pt x="4829" y="7156"/>
                    <a:pt x="4881" y="7104"/>
                    <a:pt x="4881" y="7026"/>
                  </a:cubicBezTo>
                  <a:cubicBezTo>
                    <a:pt x="4881" y="6295"/>
                    <a:pt x="4881" y="5564"/>
                    <a:pt x="4855" y="4834"/>
                  </a:cubicBezTo>
                  <a:lnTo>
                    <a:pt x="7047" y="4808"/>
                  </a:lnTo>
                  <a:cubicBezTo>
                    <a:pt x="7125" y="4808"/>
                    <a:pt x="7177" y="4729"/>
                    <a:pt x="7177" y="4677"/>
                  </a:cubicBezTo>
                  <a:cubicBezTo>
                    <a:pt x="7177" y="3920"/>
                    <a:pt x="7151" y="3164"/>
                    <a:pt x="7151" y="2407"/>
                  </a:cubicBezTo>
                  <a:cubicBezTo>
                    <a:pt x="7151" y="2381"/>
                    <a:pt x="7125" y="2328"/>
                    <a:pt x="7099" y="2328"/>
                  </a:cubicBezTo>
                  <a:cubicBezTo>
                    <a:pt x="7080" y="2310"/>
                    <a:pt x="7062" y="2292"/>
                    <a:pt x="7043" y="2292"/>
                  </a:cubicBezTo>
                  <a:cubicBezTo>
                    <a:pt x="7036" y="2292"/>
                    <a:pt x="7028" y="2295"/>
                    <a:pt x="7021" y="2302"/>
                  </a:cubicBezTo>
                  <a:lnTo>
                    <a:pt x="4829" y="2328"/>
                  </a:lnTo>
                  <a:cubicBezTo>
                    <a:pt x="4829" y="1598"/>
                    <a:pt x="4829" y="841"/>
                    <a:pt x="4802" y="136"/>
                  </a:cubicBezTo>
                  <a:cubicBezTo>
                    <a:pt x="4802" y="69"/>
                    <a:pt x="4763" y="1"/>
                    <a:pt x="47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9"/>
            <p:cNvSpPr/>
            <p:nvPr/>
          </p:nvSpPr>
          <p:spPr>
            <a:xfrm>
              <a:off x="778404" y="2845629"/>
              <a:ext cx="490721" cy="482924"/>
            </a:xfrm>
            <a:custGeom>
              <a:rect b="b" l="l" r="r" t="t"/>
              <a:pathLst>
                <a:path extrusionOk="0" h="9477" w="9630">
                  <a:moveTo>
                    <a:pt x="7881" y="264"/>
                  </a:moveTo>
                  <a:cubicBezTo>
                    <a:pt x="8142" y="264"/>
                    <a:pt x="8429" y="290"/>
                    <a:pt x="8690" y="342"/>
                  </a:cubicBezTo>
                  <a:cubicBezTo>
                    <a:pt x="9186" y="472"/>
                    <a:pt x="9186" y="1046"/>
                    <a:pt x="9186" y="1464"/>
                  </a:cubicBezTo>
                  <a:cubicBezTo>
                    <a:pt x="9186" y="3082"/>
                    <a:pt x="9238" y="4752"/>
                    <a:pt x="9264" y="6396"/>
                  </a:cubicBezTo>
                  <a:cubicBezTo>
                    <a:pt x="9264" y="7022"/>
                    <a:pt x="9290" y="7649"/>
                    <a:pt x="9290" y="8275"/>
                  </a:cubicBezTo>
                  <a:lnTo>
                    <a:pt x="9264" y="8275"/>
                  </a:lnTo>
                  <a:cubicBezTo>
                    <a:pt x="9247" y="9064"/>
                    <a:pt x="8404" y="9182"/>
                    <a:pt x="7608" y="9182"/>
                  </a:cubicBezTo>
                  <a:cubicBezTo>
                    <a:pt x="7271" y="9182"/>
                    <a:pt x="6942" y="9161"/>
                    <a:pt x="6688" y="9161"/>
                  </a:cubicBezTo>
                  <a:cubicBezTo>
                    <a:pt x="6649" y="9161"/>
                    <a:pt x="6612" y="9161"/>
                    <a:pt x="6576" y="9162"/>
                  </a:cubicBezTo>
                  <a:lnTo>
                    <a:pt x="2871" y="9214"/>
                  </a:lnTo>
                  <a:lnTo>
                    <a:pt x="1723" y="9214"/>
                  </a:lnTo>
                  <a:cubicBezTo>
                    <a:pt x="1651" y="9221"/>
                    <a:pt x="1581" y="9224"/>
                    <a:pt x="1512" y="9224"/>
                  </a:cubicBezTo>
                  <a:cubicBezTo>
                    <a:pt x="1305" y="9224"/>
                    <a:pt x="1109" y="9195"/>
                    <a:pt x="914" y="9136"/>
                  </a:cubicBezTo>
                  <a:cubicBezTo>
                    <a:pt x="418" y="9032"/>
                    <a:pt x="392" y="8458"/>
                    <a:pt x="392" y="8040"/>
                  </a:cubicBezTo>
                  <a:cubicBezTo>
                    <a:pt x="392" y="6396"/>
                    <a:pt x="366" y="4726"/>
                    <a:pt x="340" y="3082"/>
                  </a:cubicBezTo>
                  <a:cubicBezTo>
                    <a:pt x="340" y="2456"/>
                    <a:pt x="287" y="1829"/>
                    <a:pt x="313" y="1203"/>
                  </a:cubicBezTo>
                  <a:cubicBezTo>
                    <a:pt x="331" y="414"/>
                    <a:pt x="1137" y="279"/>
                    <a:pt x="1924" y="279"/>
                  </a:cubicBezTo>
                  <a:cubicBezTo>
                    <a:pt x="2335" y="279"/>
                    <a:pt x="2741" y="316"/>
                    <a:pt x="3027" y="316"/>
                  </a:cubicBezTo>
                  <a:lnTo>
                    <a:pt x="6707" y="264"/>
                  </a:lnTo>
                  <a:close/>
                  <a:moveTo>
                    <a:pt x="7966" y="1"/>
                  </a:moveTo>
                  <a:cubicBezTo>
                    <a:pt x="7921" y="1"/>
                    <a:pt x="7875" y="1"/>
                    <a:pt x="7829" y="3"/>
                  </a:cubicBezTo>
                  <a:lnTo>
                    <a:pt x="2897" y="55"/>
                  </a:lnTo>
                  <a:cubicBezTo>
                    <a:pt x="2729" y="48"/>
                    <a:pt x="2561" y="45"/>
                    <a:pt x="2393" y="45"/>
                  </a:cubicBezTo>
                  <a:cubicBezTo>
                    <a:pt x="1933" y="45"/>
                    <a:pt x="1470" y="69"/>
                    <a:pt x="992" y="107"/>
                  </a:cubicBezTo>
                  <a:cubicBezTo>
                    <a:pt x="313" y="211"/>
                    <a:pt x="79" y="733"/>
                    <a:pt x="79" y="1360"/>
                  </a:cubicBezTo>
                  <a:cubicBezTo>
                    <a:pt x="0" y="3578"/>
                    <a:pt x="157" y="5822"/>
                    <a:pt x="157" y="8040"/>
                  </a:cubicBezTo>
                  <a:cubicBezTo>
                    <a:pt x="157" y="9100"/>
                    <a:pt x="645" y="9477"/>
                    <a:pt x="1645" y="9477"/>
                  </a:cubicBezTo>
                  <a:cubicBezTo>
                    <a:pt x="1679" y="9477"/>
                    <a:pt x="1714" y="9476"/>
                    <a:pt x="1749" y="9475"/>
                  </a:cubicBezTo>
                  <a:lnTo>
                    <a:pt x="4802" y="9449"/>
                  </a:lnTo>
                  <a:lnTo>
                    <a:pt x="7933" y="9397"/>
                  </a:lnTo>
                  <a:cubicBezTo>
                    <a:pt x="8925" y="9397"/>
                    <a:pt x="9525" y="9162"/>
                    <a:pt x="9577" y="8092"/>
                  </a:cubicBezTo>
                  <a:cubicBezTo>
                    <a:pt x="9630" y="6422"/>
                    <a:pt x="9525" y="4752"/>
                    <a:pt x="9499" y="3082"/>
                  </a:cubicBezTo>
                  <a:cubicBezTo>
                    <a:pt x="9473" y="2482"/>
                    <a:pt x="9447" y="1882"/>
                    <a:pt x="9447" y="1255"/>
                  </a:cubicBezTo>
                  <a:cubicBezTo>
                    <a:pt x="9447" y="241"/>
                    <a:pt x="8790" y="1"/>
                    <a:pt x="79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9"/>
            <p:cNvSpPr/>
            <p:nvPr/>
          </p:nvSpPr>
          <p:spPr>
            <a:xfrm>
              <a:off x="1382108" y="2828202"/>
              <a:ext cx="1288613" cy="133254"/>
            </a:xfrm>
            <a:custGeom>
              <a:rect b="b" l="l" r="r" t="t"/>
              <a:pathLst>
                <a:path extrusionOk="0" h="2615" w="25288">
                  <a:moveTo>
                    <a:pt x="24346" y="234"/>
                  </a:moveTo>
                  <a:cubicBezTo>
                    <a:pt x="24545" y="234"/>
                    <a:pt x="24748" y="258"/>
                    <a:pt x="24870" y="397"/>
                  </a:cubicBezTo>
                  <a:cubicBezTo>
                    <a:pt x="25001" y="579"/>
                    <a:pt x="24948" y="867"/>
                    <a:pt x="24948" y="1049"/>
                  </a:cubicBezTo>
                  <a:cubicBezTo>
                    <a:pt x="24948" y="1258"/>
                    <a:pt x="24974" y="1467"/>
                    <a:pt x="24948" y="1649"/>
                  </a:cubicBezTo>
                  <a:cubicBezTo>
                    <a:pt x="24948" y="2041"/>
                    <a:pt x="24609" y="2067"/>
                    <a:pt x="24296" y="2067"/>
                  </a:cubicBezTo>
                  <a:lnTo>
                    <a:pt x="992" y="2354"/>
                  </a:lnTo>
                  <a:cubicBezTo>
                    <a:pt x="758" y="2354"/>
                    <a:pt x="471" y="2354"/>
                    <a:pt x="366" y="2093"/>
                  </a:cubicBezTo>
                  <a:cubicBezTo>
                    <a:pt x="314" y="1884"/>
                    <a:pt x="314" y="1676"/>
                    <a:pt x="314" y="1441"/>
                  </a:cubicBezTo>
                  <a:lnTo>
                    <a:pt x="314" y="945"/>
                  </a:lnTo>
                  <a:cubicBezTo>
                    <a:pt x="314" y="553"/>
                    <a:pt x="679" y="553"/>
                    <a:pt x="966" y="527"/>
                  </a:cubicBezTo>
                  <a:lnTo>
                    <a:pt x="24061" y="240"/>
                  </a:lnTo>
                  <a:cubicBezTo>
                    <a:pt x="24148" y="240"/>
                    <a:pt x="24247" y="234"/>
                    <a:pt x="24346" y="234"/>
                  </a:cubicBezTo>
                  <a:close/>
                  <a:moveTo>
                    <a:pt x="24378" y="0"/>
                  </a:moveTo>
                  <a:cubicBezTo>
                    <a:pt x="24272" y="0"/>
                    <a:pt x="24166" y="5"/>
                    <a:pt x="24061" y="5"/>
                  </a:cubicBezTo>
                  <a:lnTo>
                    <a:pt x="966" y="292"/>
                  </a:lnTo>
                  <a:cubicBezTo>
                    <a:pt x="916" y="283"/>
                    <a:pt x="866" y="279"/>
                    <a:pt x="817" y="279"/>
                  </a:cubicBezTo>
                  <a:cubicBezTo>
                    <a:pt x="582" y="279"/>
                    <a:pt x="356" y="376"/>
                    <a:pt x="183" y="527"/>
                  </a:cubicBezTo>
                  <a:cubicBezTo>
                    <a:pt x="53" y="814"/>
                    <a:pt x="1" y="1154"/>
                    <a:pt x="53" y="1467"/>
                  </a:cubicBezTo>
                  <a:cubicBezTo>
                    <a:pt x="27" y="1754"/>
                    <a:pt x="79" y="2067"/>
                    <a:pt x="183" y="2328"/>
                  </a:cubicBezTo>
                  <a:cubicBezTo>
                    <a:pt x="340" y="2615"/>
                    <a:pt x="731" y="2615"/>
                    <a:pt x="992" y="2615"/>
                  </a:cubicBezTo>
                  <a:lnTo>
                    <a:pt x="24296" y="2328"/>
                  </a:lnTo>
                  <a:cubicBezTo>
                    <a:pt x="24343" y="2336"/>
                    <a:pt x="24389" y="2339"/>
                    <a:pt x="24434" y="2339"/>
                  </a:cubicBezTo>
                  <a:cubicBezTo>
                    <a:pt x="24693" y="2339"/>
                    <a:pt x="24927" y="2218"/>
                    <a:pt x="25105" y="2041"/>
                  </a:cubicBezTo>
                  <a:cubicBezTo>
                    <a:pt x="25288" y="1780"/>
                    <a:pt x="25209" y="1362"/>
                    <a:pt x="25209" y="1075"/>
                  </a:cubicBezTo>
                  <a:cubicBezTo>
                    <a:pt x="25209" y="788"/>
                    <a:pt x="25262" y="397"/>
                    <a:pt x="25027" y="188"/>
                  </a:cubicBezTo>
                  <a:cubicBezTo>
                    <a:pt x="24846" y="25"/>
                    <a:pt x="24615" y="0"/>
                    <a:pt x="243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9"/>
            <p:cNvSpPr/>
            <p:nvPr/>
          </p:nvSpPr>
          <p:spPr>
            <a:xfrm>
              <a:off x="1384758" y="3007983"/>
              <a:ext cx="1287288" cy="134324"/>
            </a:xfrm>
            <a:custGeom>
              <a:rect b="b" l="l" r="r" t="t"/>
              <a:pathLst>
                <a:path extrusionOk="0" h="2636" w="25262">
                  <a:moveTo>
                    <a:pt x="24270" y="261"/>
                  </a:moveTo>
                  <a:cubicBezTo>
                    <a:pt x="24531" y="261"/>
                    <a:pt x="24818" y="261"/>
                    <a:pt x="24896" y="522"/>
                  </a:cubicBezTo>
                  <a:cubicBezTo>
                    <a:pt x="24949" y="731"/>
                    <a:pt x="24975" y="966"/>
                    <a:pt x="24949" y="1175"/>
                  </a:cubicBezTo>
                  <a:lnTo>
                    <a:pt x="24949" y="1670"/>
                  </a:lnTo>
                  <a:cubicBezTo>
                    <a:pt x="24922" y="2062"/>
                    <a:pt x="24609" y="2088"/>
                    <a:pt x="24296" y="2088"/>
                  </a:cubicBezTo>
                  <a:lnTo>
                    <a:pt x="993" y="2375"/>
                  </a:lnTo>
                  <a:cubicBezTo>
                    <a:pt x="653" y="2375"/>
                    <a:pt x="366" y="2349"/>
                    <a:pt x="340" y="1984"/>
                  </a:cubicBezTo>
                  <a:cubicBezTo>
                    <a:pt x="314" y="1801"/>
                    <a:pt x="314" y="1592"/>
                    <a:pt x="340" y="1409"/>
                  </a:cubicBezTo>
                  <a:cubicBezTo>
                    <a:pt x="288" y="1175"/>
                    <a:pt x="314" y="940"/>
                    <a:pt x="392" y="731"/>
                  </a:cubicBezTo>
                  <a:cubicBezTo>
                    <a:pt x="465" y="568"/>
                    <a:pt x="712" y="543"/>
                    <a:pt x="918" y="543"/>
                  </a:cubicBezTo>
                  <a:cubicBezTo>
                    <a:pt x="1010" y="543"/>
                    <a:pt x="1093" y="548"/>
                    <a:pt x="1149" y="548"/>
                  </a:cubicBezTo>
                  <a:lnTo>
                    <a:pt x="24270" y="261"/>
                  </a:lnTo>
                  <a:close/>
                  <a:moveTo>
                    <a:pt x="24270" y="0"/>
                  </a:moveTo>
                  <a:lnTo>
                    <a:pt x="1149" y="287"/>
                  </a:lnTo>
                  <a:cubicBezTo>
                    <a:pt x="1087" y="277"/>
                    <a:pt x="1023" y="272"/>
                    <a:pt x="959" y="272"/>
                  </a:cubicBezTo>
                  <a:cubicBezTo>
                    <a:pt x="702" y="272"/>
                    <a:pt x="439" y="355"/>
                    <a:pt x="210" y="522"/>
                  </a:cubicBezTo>
                  <a:cubicBezTo>
                    <a:pt x="1" y="731"/>
                    <a:pt x="53" y="1122"/>
                    <a:pt x="53" y="1409"/>
                  </a:cubicBezTo>
                  <a:cubicBezTo>
                    <a:pt x="27" y="1723"/>
                    <a:pt x="53" y="2036"/>
                    <a:pt x="184" y="2349"/>
                  </a:cubicBezTo>
                  <a:cubicBezTo>
                    <a:pt x="340" y="2636"/>
                    <a:pt x="732" y="2636"/>
                    <a:pt x="993" y="2636"/>
                  </a:cubicBezTo>
                  <a:lnTo>
                    <a:pt x="24296" y="2349"/>
                  </a:lnTo>
                  <a:cubicBezTo>
                    <a:pt x="24332" y="2352"/>
                    <a:pt x="24367" y="2354"/>
                    <a:pt x="24402" y="2354"/>
                  </a:cubicBezTo>
                  <a:cubicBezTo>
                    <a:pt x="24653" y="2354"/>
                    <a:pt x="24896" y="2271"/>
                    <a:pt x="25079" y="2088"/>
                  </a:cubicBezTo>
                  <a:cubicBezTo>
                    <a:pt x="25210" y="1801"/>
                    <a:pt x="25262" y="1488"/>
                    <a:pt x="25210" y="1175"/>
                  </a:cubicBezTo>
                  <a:cubicBezTo>
                    <a:pt x="25236" y="861"/>
                    <a:pt x="25210" y="574"/>
                    <a:pt x="25079" y="287"/>
                  </a:cubicBezTo>
                  <a:cubicBezTo>
                    <a:pt x="24922" y="0"/>
                    <a:pt x="24531" y="0"/>
                    <a:pt x="24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9"/>
            <p:cNvSpPr/>
            <p:nvPr/>
          </p:nvSpPr>
          <p:spPr>
            <a:xfrm>
              <a:off x="1387459" y="3195459"/>
              <a:ext cx="654294" cy="126578"/>
            </a:xfrm>
            <a:custGeom>
              <a:rect b="b" l="l" r="r" t="t"/>
              <a:pathLst>
                <a:path extrusionOk="0" h="2484" w="12840">
                  <a:moveTo>
                    <a:pt x="11905" y="285"/>
                  </a:moveTo>
                  <a:cubicBezTo>
                    <a:pt x="12131" y="285"/>
                    <a:pt x="12376" y="314"/>
                    <a:pt x="12474" y="549"/>
                  </a:cubicBezTo>
                  <a:cubicBezTo>
                    <a:pt x="12526" y="758"/>
                    <a:pt x="12526" y="966"/>
                    <a:pt x="12500" y="1201"/>
                  </a:cubicBezTo>
                  <a:cubicBezTo>
                    <a:pt x="12526" y="1410"/>
                    <a:pt x="12500" y="1619"/>
                    <a:pt x="12474" y="1828"/>
                  </a:cubicBezTo>
                  <a:cubicBezTo>
                    <a:pt x="12415" y="2062"/>
                    <a:pt x="12122" y="2092"/>
                    <a:pt x="11868" y="2092"/>
                  </a:cubicBezTo>
                  <a:cubicBezTo>
                    <a:pt x="11784" y="2092"/>
                    <a:pt x="11704" y="2089"/>
                    <a:pt x="11639" y="2089"/>
                  </a:cubicBezTo>
                  <a:lnTo>
                    <a:pt x="1148" y="2219"/>
                  </a:lnTo>
                  <a:cubicBezTo>
                    <a:pt x="1070" y="2219"/>
                    <a:pt x="977" y="2225"/>
                    <a:pt x="883" y="2225"/>
                  </a:cubicBezTo>
                  <a:cubicBezTo>
                    <a:pt x="693" y="2225"/>
                    <a:pt x="496" y="2202"/>
                    <a:pt x="392" y="2062"/>
                  </a:cubicBezTo>
                  <a:cubicBezTo>
                    <a:pt x="235" y="1854"/>
                    <a:pt x="313" y="1593"/>
                    <a:pt x="313" y="1410"/>
                  </a:cubicBezTo>
                  <a:lnTo>
                    <a:pt x="313" y="836"/>
                  </a:lnTo>
                  <a:cubicBezTo>
                    <a:pt x="339" y="444"/>
                    <a:pt x="653" y="418"/>
                    <a:pt x="966" y="418"/>
                  </a:cubicBezTo>
                  <a:lnTo>
                    <a:pt x="11691" y="288"/>
                  </a:lnTo>
                  <a:cubicBezTo>
                    <a:pt x="11756" y="288"/>
                    <a:pt x="11830" y="285"/>
                    <a:pt x="11905" y="285"/>
                  </a:cubicBezTo>
                  <a:close/>
                  <a:moveTo>
                    <a:pt x="11824" y="0"/>
                  </a:moveTo>
                  <a:cubicBezTo>
                    <a:pt x="11777" y="0"/>
                    <a:pt x="11732" y="1"/>
                    <a:pt x="11691" y="1"/>
                  </a:cubicBezTo>
                  <a:lnTo>
                    <a:pt x="966" y="157"/>
                  </a:lnTo>
                  <a:cubicBezTo>
                    <a:pt x="916" y="148"/>
                    <a:pt x="866" y="144"/>
                    <a:pt x="816" y="144"/>
                  </a:cubicBezTo>
                  <a:cubicBezTo>
                    <a:pt x="581" y="144"/>
                    <a:pt x="355" y="241"/>
                    <a:pt x="183" y="392"/>
                  </a:cubicBezTo>
                  <a:cubicBezTo>
                    <a:pt x="52" y="679"/>
                    <a:pt x="0" y="1019"/>
                    <a:pt x="52" y="1332"/>
                  </a:cubicBezTo>
                  <a:cubicBezTo>
                    <a:pt x="0" y="1645"/>
                    <a:pt x="52" y="1958"/>
                    <a:pt x="209" y="2245"/>
                  </a:cubicBezTo>
                  <a:cubicBezTo>
                    <a:pt x="362" y="2456"/>
                    <a:pt x="627" y="2484"/>
                    <a:pt x="882" y="2484"/>
                  </a:cubicBezTo>
                  <a:cubicBezTo>
                    <a:pt x="974" y="2484"/>
                    <a:pt x="1065" y="2480"/>
                    <a:pt x="1148" y="2480"/>
                  </a:cubicBezTo>
                  <a:lnTo>
                    <a:pt x="11639" y="2349"/>
                  </a:lnTo>
                  <a:cubicBezTo>
                    <a:pt x="11695" y="2349"/>
                    <a:pt x="11753" y="2350"/>
                    <a:pt x="11810" y="2350"/>
                  </a:cubicBezTo>
                  <a:cubicBezTo>
                    <a:pt x="12097" y="2350"/>
                    <a:pt x="12387" y="2332"/>
                    <a:pt x="12604" y="2115"/>
                  </a:cubicBezTo>
                  <a:cubicBezTo>
                    <a:pt x="12839" y="1880"/>
                    <a:pt x="12761" y="1514"/>
                    <a:pt x="12761" y="1253"/>
                  </a:cubicBezTo>
                  <a:cubicBezTo>
                    <a:pt x="12787" y="914"/>
                    <a:pt x="12761" y="601"/>
                    <a:pt x="12631" y="288"/>
                  </a:cubicBezTo>
                  <a:cubicBezTo>
                    <a:pt x="12474" y="19"/>
                    <a:pt x="12106" y="0"/>
                    <a:pt x="118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9"/>
            <p:cNvSpPr/>
            <p:nvPr/>
          </p:nvSpPr>
          <p:spPr>
            <a:xfrm>
              <a:off x="847554" y="3505338"/>
              <a:ext cx="367047" cy="367047"/>
            </a:xfrm>
            <a:custGeom>
              <a:rect b="b" l="l" r="r" t="t"/>
              <a:pathLst>
                <a:path extrusionOk="0" h="7203" w="7203">
                  <a:moveTo>
                    <a:pt x="4541" y="261"/>
                  </a:moveTo>
                  <a:cubicBezTo>
                    <a:pt x="4541" y="992"/>
                    <a:pt x="4541" y="1723"/>
                    <a:pt x="4567" y="2453"/>
                  </a:cubicBezTo>
                  <a:cubicBezTo>
                    <a:pt x="4541" y="2531"/>
                    <a:pt x="4619" y="2584"/>
                    <a:pt x="4698" y="2584"/>
                  </a:cubicBezTo>
                  <a:lnTo>
                    <a:pt x="6890" y="2558"/>
                  </a:lnTo>
                  <a:cubicBezTo>
                    <a:pt x="6890" y="3210"/>
                    <a:pt x="6890" y="3888"/>
                    <a:pt x="6916" y="4541"/>
                  </a:cubicBezTo>
                  <a:lnTo>
                    <a:pt x="4724" y="4567"/>
                  </a:lnTo>
                  <a:cubicBezTo>
                    <a:pt x="4645" y="4567"/>
                    <a:pt x="4593" y="4619"/>
                    <a:pt x="4593" y="4697"/>
                  </a:cubicBezTo>
                  <a:cubicBezTo>
                    <a:pt x="4593" y="5428"/>
                    <a:pt x="4619" y="6159"/>
                    <a:pt x="4619" y="6889"/>
                  </a:cubicBezTo>
                  <a:cubicBezTo>
                    <a:pt x="3967" y="6889"/>
                    <a:pt x="3314" y="6889"/>
                    <a:pt x="2636" y="6916"/>
                  </a:cubicBezTo>
                  <a:lnTo>
                    <a:pt x="2610" y="4724"/>
                  </a:lnTo>
                  <a:cubicBezTo>
                    <a:pt x="2610" y="4645"/>
                    <a:pt x="2558" y="4593"/>
                    <a:pt x="2479" y="4593"/>
                  </a:cubicBezTo>
                  <a:lnTo>
                    <a:pt x="261" y="4619"/>
                  </a:lnTo>
                  <a:cubicBezTo>
                    <a:pt x="261" y="3967"/>
                    <a:pt x="261" y="3314"/>
                    <a:pt x="261" y="2636"/>
                  </a:cubicBezTo>
                  <a:lnTo>
                    <a:pt x="2453" y="2610"/>
                  </a:lnTo>
                  <a:cubicBezTo>
                    <a:pt x="2505" y="2610"/>
                    <a:pt x="2584" y="2531"/>
                    <a:pt x="2584" y="2479"/>
                  </a:cubicBezTo>
                  <a:cubicBezTo>
                    <a:pt x="2584" y="1749"/>
                    <a:pt x="2558" y="1018"/>
                    <a:pt x="2558" y="287"/>
                  </a:cubicBezTo>
                  <a:cubicBezTo>
                    <a:pt x="3184" y="287"/>
                    <a:pt x="3862" y="261"/>
                    <a:pt x="4541" y="261"/>
                  </a:cubicBezTo>
                  <a:close/>
                  <a:moveTo>
                    <a:pt x="4671" y="0"/>
                  </a:moveTo>
                  <a:cubicBezTo>
                    <a:pt x="3941" y="26"/>
                    <a:pt x="3184" y="26"/>
                    <a:pt x="2427" y="26"/>
                  </a:cubicBezTo>
                  <a:cubicBezTo>
                    <a:pt x="2349" y="26"/>
                    <a:pt x="2297" y="105"/>
                    <a:pt x="2297" y="183"/>
                  </a:cubicBezTo>
                  <a:cubicBezTo>
                    <a:pt x="2297" y="914"/>
                    <a:pt x="2323" y="1618"/>
                    <a:pt x="2323" y="2375"/>
                  </a:cubicBezTo>
                  <a:lnTo>
                    <a:pt x="131" y="2401"/>
                  </a:lnTo>
                  <a:cubicBezTo>
                    <a:pt x="52" y="2401"/>
                    <a:pt x="0" y="2453"/>
                    <a:pt x="0" y="2531"/>
                  </a:cubicBezTo>
                  <a:cubicBezTo>
                    <a:pt x="26" y="3262"/>
                    <a:pt x="26" y="4019"/>
                    <a:pt x="26" y="4776"/>
                  </a:cubicBezTo>
                  <a:cubicBezTo>
                    <a:pt x="26" y="4854"/>
                    <a:pt x="105" y="4906"/>
                    <a:pt x="157" y="4906"/>
                  </a:cubicBezTo>
                  <a:lnTo>
                    <a:pt x="2349" y="4880"/>
                  </a:lnTo>
                  <a:lnTo>
                    <a:pt x="2401" y="7072"/>
                  </a:lnTo>
                  <a:cubicBezTo>
                    <a:pt x="2401" y="7150"/>
                    <a:pt x="2453" y="7203"/>
                    <a:pt x="2532" y="7203"/>
                  </a:cubicBezTo>
                  <a:cubicBezTo>
                    <a:pt x="3262" y="7177"/>
                    <a:pt x="4019" y="7177"/>
                    <a:pt x="4776" y="7177"/>
                  </a:cubicBezTo>
                  <a:cubicBezTo>
                    <a:pt x="4828" y="7177"/>
                    <a:pt x="4906" y="7098"/>
                    <a:pt x="4906" y="7046"/>
                  </a:cubicBezTo>
                  <a:cubicBezTo>
                    <a:pt x="4906" y="6315"/>
                    <a:pt x="4880" y="5559"/>
                    <a:pt x="4880" y="4828"/>
                  </a:cubicBezTo>
                  <a:lnTo>
                    <a:pt x="7072" y="4802"/>
                  </a:lnTo>
                  <a:cubicBezTo>
                    <a:pt x="7124" y="4802"/>
                    <a:pt x="7203" y="4750"/>
                    <a:pt x="7203" y="4671"/>
                  </a:cubicBezTo>
                  <a:cubicBezTo>
                    <a:pt x="7203" y="3941"/>
                    <a:pt x="7177" y="3184"/>
                    <a:pt x="7177" y="2427"/>
                  </a:cubicBezTo>
                  <a:cubicBezTo>
                    <a:pt x="7177" y="2401"/>
                    <a:pt x="7151" y="2349"/>
                    <a:pt x="7124" y="2323"/>
                  </a:cubicBezTo>
                  <a:cubicBezTo>
                    <a:pt x="7098" y="2323"/>
                    <a:pt x="7072" y="2297"/>
                    <a:pt x="7046" y="2297"/>
                  </a:cubicBezTo>
                  <a:lnTo>
                    <a:pt x="4828" y="2323"/>
                  </a:lnTo>
                  <a:cubicBezTo>
                    <a:pt x="4828" y="1592"/>
                    <a:pt x="4828" y="861"/>
                    <a:pt x="4802" y="131"/>
                  </a:cubicBezTo>
                  <a:cubicBezTo>
                    <a:pt x="4802" y="52"/>
                    <a:pt x="4750" y="0"/>
                    <a:pt x="46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9"/>
            <p:cNvSpPr/>
            <p:nvPr/>
          </p:nvSpPr>
          <p:spPr>
            <a:xfrm>
              <a:off x="785028" y="3446787"/>
              <a:ext cx="489447" cy="482873"/>
            </a:xfrm>
            <a:custGeom>
              <a:rect b="b" l="l" r="r" t="t"/>
              <a:pathLst>
                <a:path extrusionOk="0" h="9476" w="9605">
                  <a:moveTo>
                    <a:pt x="8093" y="252"/>
                  </a:moveTo>
                  <a:cubicBezTo>
                    <a:pt x="8301" y="252"/>
                    <a:pt x="8501" y="281"/>
                    <a:pt x="8717" y="340"/>
                  </a:cubicBezTo>
                  <a:cubicBezTo>
                    <a:pt x="9186" y="471"/>
                    <a:pt x="9213" y="1045"/>
                    <a:pt x="9213" y="1436"/>
                  </a:cubicBezTo>
                  <a:cubicBezTo>
                    <a:pt x="9213" y="3106"/>
                    <a:pt x="9265" y="4750"/>
                    <a:pt x="9265" y="6394"/>
                  </a:cubicBezTo>
                  <a:cubicBezTo>
                    <a:pt x="9291" y="7021"/>
                    <a:pt x="9317" y="7647"/>
                    <a:pt x="9291" y="8273"/>
                  </a:cubicBezTo>
                  <a:cubicBezTo>
                    <a:pt x="9274" y="9062"/>
                    <a:pt x="8468" y="9197"/>
                    <a:pt x="7680" y="9197"/>
                  </a:cubicBezTo>
                  <a:cubicBezTo>
                    <a:pt x="7269" y="9197"/>
                    <a:pt x="6863" y="9161"/>
                    <a:pt x="6577" y="9161"/>
                  </a:cubicBezTo>
                  <a:lnTo>
                    <a:pt x="2897" y="9213"/>
                  </a:lnTo>
                  <a:lnTo>
                    <a:pt x="1749" y="9213"/>
                  </a:lnTo>
                  <a:cubicBezTo>
                    <a:pt x="1462" y="9213"/>
                    <a:pt x="1201" y="9187"/>
                    <a:pt x="940" y="9135"/>
                  </a:cubicBezTo>
                  <a:cubicBezTo>
                    <a:pt x="444" y="9004"/>
                    <a:pt x="418" y="8430"/>
                    <a:pt x="418" y="8038"/>
                  </a:cubicBezTo>
                  <a:cubicBezTo>
                    <a:pt x="418" y="6368"/>
                    <a:pt x="366" y="4724"/>
                    <a:pt x="366" y="3080"/>
                  </a:cubicBezTo>
                  <a:cubicBezTo>
                    <a:pt x="366" y="2454"/>
                    <a:pt x="314" y="1828"/>
                    <a:pt x="340" y="1201"/>
                  </a:cubicBezTo>
                  <a:cubicBezTo>
                    <a:pt x="357" y="413"/>
                    <a:pt x="1163" y="277"/>
                    <a:pt x="1951" y="277"/>
                  </a:cubicBezTo>
                  <a:cubicBezTo>
                    <a:pt x="2362" y="277"/>
                    <a:pt x="2768" y="314"/>
                    <a:pt x="3054" y="314"/>
                  </a:cubicBezTo>
                  <a:lnTo>
                    <a:pt x="6733" y="262"/>
                  </a:lnTo>
                  <a:lnTo>
                    <a:pt x="7882" y="262"/>
                  </a:lnTo>
                  <a:cubicBezTo>
                    <a:pt x="7953" y="255"/>
                    <a:pt x="8024" y="252"/>
                    <a:pt x="8093" y="252"/>
                  </a:cubicBezTo>
                  <a:close/>
                  <a:moveTo>
                    <a:pt x="7830" y="1"/>
                  </a:moveTo>
                  <a:lnTo>
                    <a:pt x="2897" y="53"/>
                  </a:lnTo>
                  <a:cubicBezTo>
                    <a:pt x="2271" y="53"/>
                    <a:pt x="1645" y="53"/>
                    <a:pt x="1018" y="131"/>
                  </a:cubicBezTo>
                  <a:cubicBezTo>
                    <a:pt x="314" y="210"/>
                    <a:pt x="79" y="732"/>
                    <a:pt x="79" y="1384"/>
                  </a:cubicBezTo>
                  <a:cubicBezTo>
                    <a:pt x="1" y="3602"/>
                    <a:pt x="157" y="5820"/>
                    <a:pt x="157" y="8038"/>
                  </a:cubicBezTo>
                  <a:cubicBezTo>
                    <a:pt x="157" y="9121"/>
                    <a:pt x="643" y="9475"/>
                    <a:pt x="1639" y="9475"/>
                  </a:cubicBezTo>
                  <a:cubicBezTo>
                    <a:pt x="1675" y="9475"/>
                    <a:pt x="1712" y="9475"/>
                    <a:pt x="1749" y="9474"/>
                  </a:cubicBezTo>
                  <a:lnTo>
                    <a:pt x="4802" y="9448"/>
                  </a:lnTo>
                  <a:lnTo>
                    <a:pt x="7934" y="9395"/>
                  </a:lnTo>
                  <a:cubicBezTo>
                    <a:pt x="8926" y="9395"/>
                    <a:pt x="9526" y="9161"/>
                    <a:pt x="9552" y="8091"/>
                  </a:cubicBezTo>
                  <a:cubicBezTo>
                    <a:pt x="9604" y="6421"/>
                    <a:pt x="9526" y="4750"/>
                    <a:pt x="9500" y="3080"/>
                  </a:cubicBezTo>
                  <a:cubicBezTo>
                    <a:pt x="9500" y="2480"/>
                    <a:pt x="9474" y="1880"/>
                    <a:pt x="9474" y="1254"/>
                  </a:cubicBezTo>
                  <a:cubicBezTo>
                    <a:pt x="9474" y="210"/>
                    <a:pt x="8743" y="1"/>
                    <a:pt x="78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9"/>
            <p:cNvSpPr/>
            <p:nvPr/>
          </p:nvSpPr>
          <p:spPr>
            <a:xfrm>
              <a:off x="1390109" y="3428696"/>
              <a:ext cx="1288613" cy="133865"/>
            </a:xfrm>
            <a:custGeom>
              <a:rect b="b" l="l" r="r" t="t"/>
              <a:pathLst>
                <a:path extrusionOk="0" h="2627" w="25288">
                  <a:moveTo>
                    <a:pt x="24334" y="246"/>
                  </a:moveTo>
                  <a:cubicBezTo>
                    <a:pt x="24533" y="246"/>
                    <a:pt x="24748" y="269"/>
                    <a:pt x="24870" y="408"/>
                  </a:cubicBezTo>
                  <a:cubicBezTo>
                    <a:pt x="25026" y="617"/>
                    <a:pt x="24948" y="878"/>
                    <a:pt x="24948" y="1061"/>
                  </a:cubicBezTo>
                  <a:cubicBezTo>
                    <a:pt x="24948" y="1243"/>
                    <a:pt x="24948" y="1478"/>
                    <a:pt x="24948" y="1661"/>
                  </a:cubicBezTo>
                  <a:cubicBezTo>
                    <a:pt x="24948" y="2052"/>
                    <a:pt x="24609" y="2078"/>
                    <a:pt x="24296" y="2078"/>
                  </a:cubicBezTo>
                  <a:lnTo>
                    <a:pt x="966" y="2365"/>
                  </a:lnTo>
                  <a:cubicBezTo>
                    <a:pt x="731" y="2365"/>
                    <a:pt x="444" y="2365"/>
                    <a:pt x="340" y="2104"/>
                  </a:cubicBezTo>
                  <a:cubicBezTo>
                    <a:pt x="314" y="1896"/>
                    <a:pt x="287" y="1687"/>
                    <a:pt x="314" y="1452"/>
                  </a:cubicBezTo>
                  <a:lnTo>
                    <a:pt x="314" y="956"/>
                  </a:lnTo>
                  <a:cubicBezTo>
                    <a:pt x="340" y="591"/>
                    <a:pt x="653" y="565"/>
                    <a:pt x="966" y="539"/>
                  </a:cubicBezTo>
                  <a:lnTo>
                    <a:pt x="24061" y="252"/>
                  </a:lnTo>
                  <a:cubicBezTo>
                    <a:pt x="24139" y="252"/>
                    <a:pt x="24235" y="246"/>
                    <a:pt x="24334" y="246"/>
                  </a:cubicBezTo>
                  <a:close/>
                  <a:moveTo>
                    <a:pt x="24378" y="0"/>
                  </a:moveTo>
                  <a:cubicBezTo>
                    <a:pt x="24266" y="0"/>
                    <a:pt x="24150" y="8"/>
                    <a:pt x="24035" y="17"/>
                  </a:cubicBezTo>
                  <a:lnTo>
                    <a:pt x="940" y="304"/>
                  </a:lnTo>
                  <a:cubicBezTo>
                    <a:pt x="894" y="295"/>
                    <a:pt x="848" y="290"/>
                    <a:pt x="802" y="290"/>
                  </a:cubicBezTo>
                  <a:cubicBezTo>
                    <a:pt x="581" y="290"/>
                    <a:pt x="355" y="388"/>
                    <a:pt x="183" y="539"/>
                  </a:cubicBezTo>
                  <a:cubicBezTo>
                    <a:pt x="53" y="826"/>
                    <a:pt x="0" y="1165"/>
                    <a:pt x="53" y="1478"/>
                  </a:cubicBezTo>
                  <a:cubicBezTo>
                    <a:pt x="26" y="1765"/>
                    <a:pt x="53" y="2078"/>
                    <a:pt x="157" y="2339"/>
                  </a:cubicBezTo>
                  <a:cubicBezTo>
                    <a:pt x="314" y="2626"/>
                    <a:pt x="705" y="2626"/>
                    <a:pt x="966" y="2626"/>
                  </a:cubicBezTo>
                  <a:lnTo>
                    <a:pt x="24296" y="2339"/>
                  </a:lnTo>
                  <a:cubicBezTo>
                    <a:pt x="24338" y="2347"/>
                    <a:pt x="24382" y="2351"/>
                    <a:pt x="24425" y="2351"/>
                  </a:cubicBezTo>
                  <a:cubicBezTo>
                    <a:pt x="24674" y="2351"/>
                    <a:pt x="24927" y="2230"/>
                    <a:pt x="25105" y="2052"/>
                  </a:cubicBezTo>
                  <a:cubicBezTo>
                    <a:pt x="25287" y="1791"/>
                    <a:pt x="25209" y="1374"/>
                    <a:pt x="25183" y="1087"/>
                  </a:cubicBezTo>
                  <a:cubicBezTo>
                    <a:pt x="25183" y="800"/>
                    <a:pt x="25261" y="408"/>
                    <a:pt x="25026" y="199"/>
                  </a:cubicBezTo>
                  <a:cubicBezTo>
                    <a:pt x="24848" y="39"/>
                    <a:pt x="24621" y="0"/>
                    <a:pt x="243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9"/>
            <p:cNvSpPr/>
            <p:nvPr/>
          </p:nvSpPr>
          <p:spPr>
            <a:xfrm>
              <a:off x="1392759" y="3609038"/>
              <a:ext cx="1287288" cy="134375"/>
            </a:xfrm>
            <a:custGeom>
              <a:rect b="b" l="l" r="r" t="t"/>
              <a:pathLst>
                <a:path extrusionOk="0" h="2637" w="25262">
                  <a:moveTo>
                    <a:pt x="24270" y="262"/>
                  </a:moveTo>
                  <a:cubicBezTo>
                    <a:pt x="24531" y="262"/>
                    <a:pt x="24792" y="262"/>
                    <a:pt x="24896" y="523"/>
                  </a:cubicBezTo>
                  <a:cubicBezTo>
                    <a:pt x="24948" y="731"/>
                    <a:pt x="24974" y="940"/>
                    <a:pt x="24948" y="1175"/>
                  </a:cubicBezTo>
                  <a:lnTo>
                    <a:pt x="24948" y="1671"/>
                  </a:lnTo>
                  <a:cubicBezTo>
                    <a:pt x="24922" y="2062"/>
                    <a:pt x="24583" y="2062"/>
                    <a:pt x="24296" y="2088"/>
                  </a:cubicBezTo>
                  <a:lnTo>
                    <a:pt x="966" y="2375"/>
                  </a:lnTo>
                  <a:cubicBezTo>
                    <a:pt x="653" y="2375"/>
                    <a:pt x="366" y="2349"/>
                    <a:pt x="314" y="1984"/>
                  </a:cubicBezTo>
                  <a:cubicBezTo>
                    <a:pt x="314" y="1775"/>
                    <a:pt x="314" y="1593"/>
                    <a:pt x="314" y="1384"/>
                  </a:cubicBezTo>
                  <a:cubicBezTo>
                    <a:pt x="288" y="1175"/>
                    <a:pt x="314" y="940"/>
                    <a:pt x="366" y="731"/>
                  </a:cubicBezTo>
                  <a:lnTo>
                    <a:pt x="392" y="705"/>
                  </a:lnTo>
                  <a:cubicBezTo>
                    <a:pt x="462" y="566"/>
                    <a:pt x="682" y="543"/>
                    <a:pt x="883" y="543"/>
                  </a:cubicBezTo>
                  <a:cubicBezTo>
                    <a:pt x="983" y="543"/>
                    <a:pt x="1079" y="549"/>
                    <a:pt x="1149" y="549"/>
                  </a:cubicBezTo>
                  <a:lnTo>
                    <a:pt x="24270" y="262"/>
                  </a:lnTo>
                  <a:close/>
                  <a:moveTo>
                    <a:pt x="24270" y="1"/>
                  </a:moveTo>
                  <a:lnTo>
                    <a:pt x="1149" y="288"/>
                  </a:lnTo>
                  <a:cubicBezTo>
                    <a:pt x="1086" y="277"/>
                    <a:pt x="1022" y="272"/>
                    <a:pt x="958" y="272"/>
                  </a:cubicBezTo>
                  <a:cubicBezTo>
                    <a:pt x="702" y="272"/>
                    <a:pt x="439" y="356"/>
                    <a:pt x="209" y="523"/>
                  </a:cubicBezTo>
                  <a:cubicBezTo>
                    <a:pt x="1" y="731"/>
                    <a:pt x="53" y="1123"/>
                    <a:pt x="53" y="1384"/>
                  </a:cubicBezTo>
                  <a:cubicBezTo>
                    <a:pt x="27" y="1723"/>
                    <a:pt x="53" y="2036"/>
                    <a:pt x="183" y="2349"/>
                  </a:cubicBezTo>
                  <a:cubicBezTo>
                    <a:pt x="340" y="2610"/>
                    <a:pt x="705" y="2636"/>
                    <a:pt x="992" y="2636"/>
                  </a:cubicBezTo>
                  <a:lnTo>
                    <a:pt x="24296" y="2349"/>
                  </a:lnTo>
                  <a:cubicBezTo>
                    <a:pt x="24325" y="2352"/>
                    <a:pt x="24354" y="2353"/>
                    <a:pt x="24384" y="2353"/>
                  </a:cubicBezTo>
                  <a:cubicBezTo>
                    <a:pt x="24641" y="2353"/>
                    <a:pt x="24891" y="2252"/>
                    <a:pt x="25079" y="2088"/>
                  </a:cubicBezTo>
                  <a:cubicBezTo>
                    <a:pt x="25209" y="1801"/>
                    <a:pt x="25261" y="1462"/>
                    <a:pt x="25209" y="1149"/>
                  </a:cubicBezTo>
                  <a:cubicBezTo>
                    <a:pt x="25235" y="862"/>
                    <a:pt x="25183" y="549"/>
                    <a:pt x="25079" y="288"/>
                  </a:cubicBezTo>
                  <a:cubicBezTo>
                    <a:pt x="24922" y="1"/>
                    <a:pt x="24531" y="1"/>
                    <a:pt x="24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9"/>
            <p:cNvSpPr/>
            <p:nvPr/>
          </p:nvSpPr>
          <p:spPr>
            <a:xfrm>
              <a:off x="1395409" y="3796515"/>
              <a:ext cx="654294" cy="126578"/>
            </a:xfrm>
            <a:custGeom>
              <a:rect b="b" l="l" r="r" t="t"/>
              <a:pathLst>
                <a:path extrusionOk="0" h="2484" w="12840">
                  <a:moveTo>
                    <a:pt x="11905" y="285"/>
                  </a:moveTo>
                  <a:cubicBezTo>
                    <a:pt x="12130" y="285"/>
                    <a:pt x="12370" y="314"/>
                    <a:pt x="12448" y="549"/>
                  </a:cubicBezTo>
                  <a:cubicBezTo>
                    <a:pt x="12501" y="758"/>
                    <a:pt x="12527" y="967"/>
                    <a:pt x="12501" y="1202"/>
                  </a:cubicBezTo>
                  <a:cubicBezTo>
                    <a:pt x="12501" y="1410"/>
                    <a:pt x="12501" y="1619"/>
                    <a:pt x="12448" y="1802"/>
                  </a:cubicBezTo>
                  <a:cubicBezTo>
                    <a:pt x="12409" y="2061"/>
                    <a:pt x="12094" y="2092"/>
                    <a:pt x="11843" y="2092"/>
                  </a:cubicBezTo>
                  <a:cubicBezTo>
                    <a:pt x="11766" y="2092"/>
                    <a:pt x="11695" y="2089"/>
                    <a:pt x="11639" y="2089"/>
                  </a:cubicBezTo>
                  <a:lnTo>
                    <a:pt x="1123" y="2219"/>
                  </a:lnTo>
                  <a:cubicBezTo>
                    <a:pt x="1045" y="2219"/>
                    <a:pt x="955" y="2225"/>
                    <a:pt x="864" y="2225"/>
                  </a:cubicBezTo>
                  <a:cubicBezTo>
                    <a:pt x="682" y="2225"/>
                    <a:pt x="497" y="2202"/>
                    <a:pt x="392" y="2063"/>
                  </a:cubicBezTo>
                  <a:cubicBezTo>
                    <a:pt x="236" y="1854"/>
                    <a:pt x="314" y="1593"/>
                    <a:pt x="314" y="1410"/>
                  </a:cubicBezTo>
                  <a:lnTo>
                    <a:pt x="314" y="836"/>
                  </a:lnTo>
                  <a:cubicBezTo>
                    <a:pt x="314" y="445"/>
                    <a:pt x="653" y="419"/>
                    <a:pt x="966" y="419"/>
                  </a:cubicBezTo>
                  <a:lnTo>
                    <a:pt x="11692" y="288"/>
                  </a:lnTo>
                  <a:cubicBezTo>
                    <a:pt x="11757" y="288"/>
                    <a:pt x="11830" y="285"/>
                    <a:pt x="11905" y="285"/>
                  </a:cubicBezTo>
                  <a:close/>
                  <a:moveTo>
                    <a:pt x="11808" y="1"/>
                  </a:moveTo>
                  <a:cubicBezTo>
                    <a:pt x="11758" y="1"/>
                    <a:pt x="11710" y="1"/>
                    <a:pt x="11666" y="1"/>
                  </a:cubicBezTo>
                  <a:lnTo>
                    <a:pt x="940" y="132"/>
                  </a:lnTo>
                  <a:cubicBezTo>
                    <a:pt x="911" y="129"/>
                    <a:pt x="882" y="128"/>
                    <a:pt x="853" y="128"/>
                  </a:cubicBezTo>
                  <a:cubicBezTo>
                    <a:pt x="600" y="128"/>
                    <a:pt x="371" y="229"/>
                    <a:pt x="183" y="393"/>
                  </a:cubicBezTo>
                  <a:cubicBezTo>
                    <a:pt x="1" y="993"/>
                    <a:pt x="1" y="1645"/>
                    <a:pt x="210" y="2245"/>
                  </a:cubicBezTo>
                  <a:cubicBezTo>
                    <a:pt x="363" y="2456"/>
                    <a:pt x="628" y="2484"/>
                    <a:pt x="872" y="2484"/>
                  </a:cubicBezTo>
                  <a:cubicBezTo>
                    <a:pt x="960" y="2484"/>
                    <a:pt x="1046" y="2480"/>
                    <a:pt x="1123" y="2480"/>
                  </a:cubicBezTo>
                  <a:lnTo>
                    <a:pt x="11639" y="2350"/>
                  </a:lnTo>
                  <a:cubicBezTo>
                    <a:pt x="11692" y="2350"/>
                    <a:pt x="11745" y="2351"/>
                    <a:pt x="11800" y="2351"/>
                  </a:cubicBezTo>
                  <a:cubicBezTo>
                    <a:pt x="12072" y="2351"/>
                    <a:pt x="12361" y="2332"/>
                    <a:pt x="12579" y="2115"/>
                  </a:cubicBezTo>
                  <a:cubicBezTo>
                    <a:pt x="12840" y="1880"/>
                    <a:pt x="12735" y="1515"/>
                    <a:pt x="12735" y="1254"/>
                  </a:cubicBezTo>
                  <a:cubicBezTo>
                    <a:pt x="12788" y="915"/>
                    <a:pt x="12735" y="601"/>
                    <a:pt x="12631" y="288"/>
                  </a:cubicBezTo>
                  <a:cubicBezTo>
                    <a:pt x="12475" y="20"/>
                    <a:pt x="12107" y="1"/>
                    <a:pt x="11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9"/>
            <p:cNvSpPr/>
            <p:nvPr/>
          </p:nvSpPr>
          <p:spPr>
            <a:xfrm>
              <a:off x="855504" y="4106393"/>
              <a:ext cx="365773" cy="367047"/>
            </a:xfrm>
            <a:custGeom>
              <a:rect b="b" l="l" r="r" t="t"/>
              <a:pathLst>
                <a:path extrusionOk="0" h="7203" w="7178">
                  <a:moveTo>
                    <a:pt x="4542" y="261"/>
                  </a:moveTo>
                  <a:cubicBezTo>
                    <a:pt x="4542" y="992"/>
                    <a:pt x="4542" y="1723"/>
                    <a:pt x="4568" y="2454"/>
                  </a:cubicBezTo>
                  <a:cubicBezTo>
                    <a:pt x="4568" y="2532"/>
                    <a:pt x="4620" y="2584"/>
                    <a:pt x="4698" y="2584"/>
                  </a:cubicBezTo>
                  <a:lnTo>
                    <a:pt x="6890" y="2558"/>
                  </a:lnTo>
                  <a:cubicBezTo>
                    <a:pt x="6890" y="3210"/>
                    <a:pt x="6890" y="3889"/>
                    <a:pt x="6916" y="4541"/>
                  </a:cubicBezTo>
                  <a:lnTo>
                    <a:pt x="4724" y="4567"/>
                  </a:lnTo>
                  <a:cubicBezTo>
                    <a:pt x="4646" y="4567"/>
                    <a:pt x="4594" y="4619"/>
                    <a:pt x="4594" y="4698"/>
                  </a:cubicBezTo>
                  <a:cubicBezTo>
                    <a:pt x="4594" y="5428"/>
                    <a:pt x="4594" y="6159"/>
                    <a:pt x="4620" y="6890"/>
                  </a:cubicBezTo>
                  <a:cubicBezTo>
                    <a:pt x="3967" y="6890"/>
                    <a:pt x="3315" y="6890"/>
                    <a:pt x="2637" y="6916"/>
                  </a:cubicBezTo>
                  <a:lnTo>
                    <a:pt x="2610" y="4724"/>
                  </a:lnTo>
                  <a:cubicBezTo>
                    <a:pt x="2610" y="4646"/>
                    <a:pt x="2532" y="4593"/>
                    <a:pt x="2480" y="4593"/>
                  </a:cubicBezTo>
                  <a:lnTo>
                    <a:pt x="288" y="4619"/>
                  </a:lnTo>
                  <a:cubicBezTo>
                    <a:pt x="288" y="3967"/>
                    <a:pt x="288" y="3315"/>
                    <a:pt x="262" y="2636"/>
                  </a:cubicBezTo>
                  <a:lnTo>
                    <a:pt x="2454" y="2610"/>
                  </a:lnTo>
                  <a:cubicBezTo>
                    <a:pt x="2506" y="2610"/>
                    <a:pt x="2584" y="2558"/>
                    <a:pt x="2584" y="2480"/>
                  </a:cubicBezTo>
                  <a:cubicBezTo>
                    <a:pt x="2584" y="1749"/>
                    <a:pt x="2558" y="1018"/>
                    <a:pt x="2558" y="288"/>
                  </a:cubicBezTo>
                  <a:cubicBezTo>
                    <a:pt x="3211" y="288"/>
                    <a:pt x="3863" y="288"/>
                    <a:pt x="4542" y="261"/>
                  </a:cubicBezTo>
                  <a:close/>
                  <a:moveTo>
                    <a:pt x="4672" y="1"/>
                  </a:moveTo>
                  <a:cubicBezTo>
                    <a:pt x="3915" y="27"/>
                    <a:pt x="3185" y="27"/>
                    <a:pt x="2428" y="27"/>
                  </a:cubicBezTo>
                  <a:cubicBezTo>
                    <a:pt x="2349" y="27"/>
                    <a:pt x="2297" y="105"/>
                    <a:pt x="2297" y="183"/>
                  </a:cubicBezTo>
                  <a:cubicBezTo>
                    <a:pt x="2297" y="914"/>
                    <a:pt x="2297" y="1645"/>
                    <a:pt x="2323" y="2375"/>
                  </a:cubicBezTo>
                  <a:lnTo>
                    <a:pt x="131" y="2401"/>
                  </a:lnTo>
                  <a:cubicBezTo>
                    <a:pt x="53" y="2401"/>
                    <a:pt x="1" y="2454"/>
                    <a:pt x="1" y="2532"/>
                  </a:cubicBezTo>
                  <a:cubicBezTo>
                    <a:pt x="27" y="3263"/>
                    <a:pt x="27" y="4019"/>
                    <a:pt x="27" y="4776"/>
                  </a:cubicBezTo>
                  <a:cubicBezTo>
                    <a:pt x="27" y="4854"/>
                    <a:pt x="79" y="4907"/>
                    <a:pt x="157" y="4907"/>
                  </a:cubicBezTo>
                  <a:lnTo>
                    <a:pt x="2349" y="4880"/>
                  </a:lnTo>
                  <a:cubicBezTo>
                    <a:pt x="2349" y="5611"/>
                    <a:pt x="2376" y="6342"/>
                    <a:pt x="2376" y="7073"/>
                  </a:cubicBezTo>
                  <a:cubicBezTo>
                    <a:pt x="2376" y="7151"/>
                    <a:pt x="2454" y="7203"/>
                    <a:pt x="2506" y="7203"/>
                  </a:cubicBezTo>
                  <a:cubicBezTo>
                    <a:pt x="3263" y="7177"/>
                    <a:pt x="4020" y="7177"/>
                    <a:pt x="4776" y="7177"/>
                  </a:cubicBezTo>
                  <a:cubicBezTo>
                    <a:pt x="4829" y="7177"/>
                    <a:pt x="4881" y="7099"/>
                    <a:pt x="4881" y="7046"/>
                  </a:cubicBezTo>
                  <a:cubicBezTo>
                    <a:pt x="4881" y="6316"/>
                    <a:pt x="4881" y="5559"/>
                    <a:pt x="4855" y="4828"/>
                  </a:cubicBezTo>
                  <a:lnTo>
                    <a:pt x="7047" y="4802"/>
                  </a:lnTo>
                  <a:cubicBezTo>
                    <a:pt x="7125" y="4802"/>
                    <a:pt x="7177" y="4750"/>
                    <a:pt x="7177" y="4672"/>
                  </a:cubicBezTo>
                  <a:cubicBezTo>
                    <a:pt x="7177" y="3941"/>
                    <a:pt x="7177" y="3184"/>
                    <a:pt x="7151" y="2427"/>
                  </a:cubicBezTo>
                  <a:cubicBezTo>
                    <a:pt x="7151" y="2401"/>
                    <a:pt x="7151" y="2375"/>
                    <a:pt x="7125" y="2349"/>
                  </a:cubicBezTo>
                  <a:lnTo>
                    <a:pt x="7099" y="2323"/>
                  </a:lnTo>
                  <a:cubicBezTo>
                    <a:pt x="7073" y="2323"/>
                    <a:pt x="7047" y="2297"/>
                    <a:pt x="7021" y="2297"/>
                  </a:cubicBezTo>
                  <a:lnTo>
                    <a:pt x="4829" y="2323"/>
                  </a:lnTo>
                  <a:cubicBezTo>
                    <a:pt x="4829" y="1592"/>
                    <a:pt x="4829" y="862"/>
                    <a:pt x="4802" y="131"/>
                  </a:cubicBezTo>
                  <a:cubicBezTo>
                    <a:pt x="4802" y="53"/>
                    <a:pt x="4750" y="1"/>
                    <a:pt x="4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9"/>
            <p:cNvSpPr/>
            <p:nvPr/>
          </p:nvSpPr>
          <p:spPr>
            <a:xfrm>
              <a:off x="794354" y="4047893"/>
              <a:ext cx="488071" cy="482822"/>
            </a:xfrm>
            <a:custGeom>
              <a:rect b="b" l="l" r="r" t="t"/>
              <a:pathLst>
                <a:path extrusionOk="0" h="9475" w="9578">
                  <a:moveTo>
                    <a:pt x="8066" y="251"/>
                  </a:moveTo>
                  <a:cubicBezTo>
                    <a:pt x="8273" y="251"/>
                    <a:pt x="8469" y="281"/>
                    <a:pt x="8664" y="340"/>
                  </a:cubicBezTo>
                  <a:cubicBezTo>
                    <a:pt x="9160" y="444"/>
                    <a:pt x="9186" y="1018"/>
                    <a:pt x="9186" y="1436"/>
                  </a:cubicBezTo>
                  <a:cubicBezTo>
                    <a:pt x="9186" y="3080"/>
                    <a:pt x="9212" y="4750"/>
                    <a:pt x="9238" y="6394"/>
                  </a:cubicBezTo>
                  <a:cubicBezTo>
                    <a:pt x="9238" y="7020"/>
                    <a:pt x="9264" y="7672"/>
                    <a:pt x="9264" y="8273"/>
                  </a:cubicBezTo>
                  <a:cubicBezTo>
                    <a:pt x="9247" y="9062"/>
                    <a:pt x="8430" y="9197"/>
                    <a:pt x="7642" y="9197"/>
                  </a:cubicBezTo>
                  <a:cubicBezTo>
                    <a:pt x="7231" y="9197"/>
                    <a:pt x="6828" y="9160"/>
                    <a:pt x="6550" y="9160"/>
                  </a:cubicBezTo>
                  <a:lnTo>
                    <a:pt x="2845" y="9212"/>
                  </a:lnTo>
                  <a:lnTo>
                    <a:pt x="1697" y="9212"/>
                  </a:lnTo>
                  <a:cubicBezTo>
                    <a:pt x="1436" y="9212"/>
                    <a:pt x="1149" y="9186"/>
                    <a:pt x="888" y="9134"/>
                  </a:cubicBezTo>
                  <a:cubicBezTo>
                    <a:pt x="392" y="9003"/>
                    <a:pt x="392" y="8429"/>
                    <a:pt x="392" y="8012"/>
                  </a:cubicBezTo>
                  <a:cubicBezTo>
                    <a:pt x="392" y="6394"/>
                    <a:pt x="340" y="4724"/>
                    <a:pt x="314" y="3080"/>
                  </a:cubicBezTo>
                  <a:cubicBezTo>
                    <a:pt x="314" y="2453"/>
                    <a:pt x="287" y="1827"/>
                    <a:pt x="287" y="1175"/>
                  </a:cubicBezTo>
                  <a:cubicBezTo>
                    <a:pt x="322" y="409"/>
                    <a:pt x="1121" y="276"/>
                    <a:pt x="1898" y="276"/>
                  </a:cubicBezTo>
                  <a:cubicBezTo>
                    <a:pt x="2312" y="276"/>
                    <a:pt x="2720" y="313"/>
                    <a:pt x="3001" y="313"/>
                  </a:cubicBezTo>
                  <a:lnTo>
                    <a:pt x="6707" y="261"/>
                  </a:lnTo>
                  <a:lnTo>
                    <a:pt x="7855" y="261"/>
                  </a:lnTo>
                  <a:cubicBezTo>
                    <a:pt x="7927" y="255"/>
                    <a:pt x="7997" y="251"/>
                    <a:pt x="8066" y="251"/>
                  </a:cubicBezTo>
                  <a:close/>
                  <a:moveTo>
                    <a:pt x="7803" y="0"/>
                  </a:moveTo>
                  <a:lnTo>
                    <a:pt x="2897" y="52"/>
                  </a:lnTo>
                  <a:cubicBezTo>
                    <a:pt x="2245" y="52"/>
                    <a:pt x="1618" y="52"/>
                    <a:pt x="992" y="131"/>
                  </a:cubicBezTo>
                  <a:cubicBezTo>
                    <a:pt x="287" y="209"/>
                    <a:pt x="79" y="731"/>
                    <a:pt x="53" y="1383"/>
                  </a:cubicBezTo>
                  <a:cubicBezTo>
                    <a:pt x="0" y="3602"/>
                    <a:pt x="131" y="5820"/>
                    <a:pt x="131" y="8038"/>
                  </a:cubicBezTo>
                  <a:cubicBezTo>
                    <a:pt x="131" y="9121"/>
                    <a:pt x="617" y="9474"/>
                    <a:pt x="1612" y="9474"/>
                  </a:cubicBezTo>
                  <a:cubicBezTo>
                    <a:pt x="1648" y="9474"/>
                    <a:pt x="1685" y="9474"/>
                    <a:pt x="1723" y="9473"/>
                  </a:cubicBezTo>
                  <a:lnTo>
                    <a:pt x="4776" y="9447"/>
                  </a:lnTo>
                  <a:lnTo>
                    <a:pt x="7934" y="9395"/>
                  </a:lnTo>
                  <a:cubicBezTo>
                    <a:pt x="8899" y="9395"/>
                    <a:pt x="9525" y="9160"/>
                    <a:pt x="9551" y="8090"/>
                  </a:cubicBezTo>
                  <a:cubicBezTo>
                    <a:pt x="9578" y="6446"/>
                    <a:pt x="9499" y="4750"/>
                    <a:pt x="9473" y="3080"/>
                  </a:cubicBezTo>
                  <a:cubicBezTo>
                    <a:pt x="9447" y="2479"/>
                    <a:pt x="9447" y="1879"/>
                    <a:pt x="9447" y="1253"/>
                  </a:cubicBezTo>
                  <a:cubicBezTo>
                    <a:pt x="9447" y="209"/>
                    <a:pt x="8716" y="0"/>
                    <a:pt x="78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9"/>
            <p:cNvSpPr/>
            <p:nvPr/>
          </p:nvSpPr>
          <p:spPr>
            <a:xfrm>
              <a:off x="1398058" y="4029242"/>
              <a:ext cx="1288613" cy="134375"/>
            </a:xfrm>
            <a:custGeom>
              <a:rect b="b" l="l" r="r" t="t"/>
              <a:pathLst>
                <a:path extrusionOk="0" h="2637" w="25288">
                  <a:moveTo>
                    <a:pt x="24395" y="249"/>
                  </a:moveTo>
                  <a:cubicBezTo>
                    <a:pt x="24576" y="249"/>
                    <a:pt x="24761" y="278"/>
                    <a:pt x="24870" y="418"/>
                  </a:cubicBezTo>
                  <a:cubicBezTo>
                    <a:pt x="25027" y="627"/>
                    <a:pt x="24949" y="888"/>
                    <a:pt x="24949" y="1071"/>
                  </a:cubicBezTo>
                  <a:cubicBezTo>
                    <a:pt x="24949" y="1280"/>
                    <a:pt x="24949" y="1488"/>
                    <a:pt x="24949" y="1671"/>
                  </a:cubicBezTo>
                  <a:cubicBezTo>
                    <a:pt x="24949" y="2036"/>
                    <a:pt x="24609" y="2063"/>
                    <a:pt x="24296" y="2089"/>
                  </a:cubicBezTo>
                  <a:lnTo>
                    <a:pt x="966" y="2376"/>
                  </a:lnTo>
                  <a:cubicBezTo>
                    <a:pt x="732" y="2376"/>
                    <a:pt x="445" y="2376"/>
                    <a:pt x="366" y="2115"/>
                  </a:cubicBezTo>
                  <a:cubicBezTo>
                    <a:pt x="314" y="1906"/>
                    <a:pt x="288" y="1671"/>
                    <a:pt x="314" y="1462"/>
                  </a:cubicBezTo>
                  <a:lnTo>
                    <a:pt x="314" y="967"/>
                  </a:lnTo>
                  <a:cubicBezTo>
                    <a:pt x="340" y="575"/>
                    <a:pt x="653" y="549"/>
                    <a:pt x="966" y="549"/>
                  </a:cubicBezTo>
                  <a:lnTo>
                    <a:pt x="24061" y="262"/>
                  </a:lnTo>
                  <a:cubicBezTo>
                    <a:pt x="24155" y="262"/>
                    <a:pt x="24274" y="249"/>
                    <a:pt x="24395" y="249"/>
                  </a:cubicBezTo>
                  <a:close/>
                  <a:moveTo>
                    <a:pt x="24224" y="0"/>
                  </a:moveTo>
                  <a:cubicBezTo>
                    <a:pt x="24160" y="0"/>
                    <a:pt x="24097" y="1"/>
                    <a:pt x="24035" y="1"/>
                  </a:cubicBezTo>
                  <a:lnTo>
                    <a:pt x="940" y="288"/>
                  </a:lnTo>
                  <a:cubicBezTo>
                    <a:pt x="908" y="285"/>
                    <a:pt x="876" y="283"/>
                    <a:pt x="843" y="283"/>
                  </a:cubicBezTo>
                  <a:cubicBezTo>
                    <a:pt x="610" y="283"/>
                    <a:pt x="367" y="366"/>
                    <a:pt x="184" y="549"/>
                  </a:cubicBezTo>
                  <a:cubicBezTo>
                    <a:pt x="53" y="836"/>
                    <a:pt x="1" y="1149"/>
                    <a:pt x="53" y="1462"/>
                  </a:cubicBezTo>
                  <a:cubicBezTo>
                    <a:pt x="27" y="1775"/>
                    <a:pt x="53" y="2063"/>
                    <a:pt x="184" y="2350"/>
                  </a:cubicBezTo>
                  <a:cubicBezTo>
                    <a:pt x="314" y="2637"/>
                    <a:pt x="706" y="2637"/>
                    <a:pt x="966" y="2637"/>
                  </a:cubicBezTo>
                  <a:lnTo>
                    <a:pt x="24296" y="2350"/>
                  </a:lnTo>
                  <a:cubicBezTo>
                    <a:pt x="24325" y="2352"/>
                    <a:pt x="24354" y="2353"/>
                    <a:pt x="24383" y="2353"/>
                  </a:cubicBezTo>
                  <a:cubicBezTo>
                    <a:pt x="24645" y="2353"/>
                    <a:pt x="24917" y="2248"/>
                    <a:pt x="25105" y="2036"/>
                  </a:cubicBezTo>
                  <a:cubicBezTo>
                    <a:pt x="25288" y="1802"/>
                    <a:pt x="25209" y="1384"/>
                    <a:pt x="25183" y="1097"/>
                  </a:cubicBezTo>
                  <a:cubicBezTo>
                    <a:pt x="25183" y="784"/>
                    <a:pt x="25236" y="418"/>
                    <a:pt x="25027" y="210"/>
                  </a:cubicBezTo>
                  <a:cubicBezTo>
                    <a:pt x="24813" y="18"/>
                    <a:pt x="24512" y="0"/>
                    <a:pt x="242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9"/>
            <p:cNvSpPr/>
            <p:nvPr/>
          </p:nvSpPr>
          <p:spPr>
            <a:xfrm>
              <a:off x="1399434" y="4210094"/>
              <a:ext cx="1287237" cy="134375"/>
            </a:xfrm>
            <a:custGeom>
              <a:rect b="b" l="l" r="r" t="t"/>
              <a:pathLst>
                <a:path extrusionOk="0" h="2637" w="25261">
                  <a:moveTo>
                    <a:pt x="24295" y="288"/>
                  </a:moveTo>
                  <a:cubicBezTo>
                    <a:pt x="24530" y="288"/>
                    <a:pt x="24817" y="288"/>
                    <a:pt x="24922" y="523"/>
                  </a:cubicBezTo>
                  <a:cubicBezTo>
                    <a:pt x="24974" y="758"/>
                    <a:pt x="24974" y="967"/>
                    <a:pt x="24974" y="1175"/>
                  </a:cubicBezTo>
                  <a:cubicBezTo>
                    <a:pt x="24948" y="1332"/>
                    <a:pt x="24974" y="1488"/>
                    <a:pt x="24948" y="1671"/>
                  </a:cubicBezTo>
                  <a:cubicBezTo>
                    <a:pt x="24948" y="2036"/>
                    <a:pt x="24608" y="2063"/>
                    <a:pt x="24295" y="2063"/>
                  </a:cubicBezTo>
                  <a:lnTo>
                    <a:pt x="992" y="2376"/>
                  </a:lnTo>
                  <a:cubicBezTo>
                    <a:pt x="679" y="2376"/>
                    <a:pt x="391" y="2376"/>
                    <a:pt x="339" y="1958"/>
                  </a:cubicBezTo>
                  <a:cubicBezTo>
                    <a:pt x="313" y="1776"/>
                    <a:pt x="313" y="1593"/>
                    <a:pt x="339" y="1384"/>
                  </a:cubicBezTo>
                  <a:cubicBezTo>
                    <a:pt x="313" y="1175"/>
                    <a:pt x="339" y="940"/>
                    <a:pt x="418" y="732"/>
                  </a:cubicBezTo>
                  <a:cubicBezTo>
                    <a:pt x="480" y="591"/>
                    <a:pt x="665" y="563"/>
                    <a:pt x="848" y="563"/>
                  </a:cubicBezTo>
                  <a:cubicBezTo>
                    <a:pt x="970" y="563"/>
                    <a:pt x="1091" y="575"/>
                    <a:pt x="1174" y="575"/>
                  </a:cubicBezTo>
                  <a:lnTo>
                    <a:pt x="24295" y="288"/>
                  </a:lnTo>
                  <a:close/>
                  <a:moveTo>
                    <a:pt x="24295" y="1"/>
                  </a:moveTo>
                  <a:lnTo>
                    <a:pt x="1174" y="288"/>
                  </a:lnTo>
                  <a:cubicBezTo>
                    <a:pt x="1106" y="278"/>
                    <a:pt x="1039" y="272"/>
                    <a:pt x="971" y="272"/>
                  </a:cubicBezTo>
                  <a:cubicBezTo>
                    <a:pt x="703" y="272"/>
                    <a:pt x="444" y="356"/>
                    <a:pt x="235" y="523"/>
                  </a:cubicBezTo>
                  <a:cubicBezTo>
                    <a:pt x="0" y="732"/>
                    <a:pt x="52" y="1123"/>
                    <a:pt x="52" y="1384"/>
                  </a:cubicBezTo>
                  <a:cubicBezTo>
                    <a:pt x="26" y="1723"/>
                    <a:pt x="78" y="2036"/>
                    <a:pt x="183" y="2350"/>
                  </a:cubicBezTo>
                  <a:cubicBezTo>
                    <a:pt x="339" y="2611"/>
                    <a:pt x="731" y="2637"/>
                    <a:pt x="992" y="2637"/>
                  </a:cubicBezTo>
                  <a:lnTo>
                    <a:pt x="24321" y="2350"/>
                  </a:lnTo>
                  <a:cubicBezTo>
                    <a:pt x="24348" y="2352"/>
                    <a:pt x="24375" y="2354"/>
                    <a:pt x="24402" y="2354"/>
                  </a:cubicBezTo>
                  <a:cubicBezTo>
                    <a:pt x="24640" y="2354"/>
                    <a:pt x="24891" y="2253"/>
                    <a:pt x="25078" y="2089"/>
                  </a:cubicBezTo>
                  <a:cubicBezTo>
                    <a:pt x="25209" y="1802"/>
                    <a:pt x="25261" y="1462"/>
                    <a:pt x="25209" y="1149"/>
                  </a:cubicBezTo>
                  <a:cubicBezTo>
                    <a:pt x="25235" y="862"/>
                    <a:pt x="25209" y="549"/>
                    <a:pt x="25104" y="288"/>
                  </a:cubicBezTo>
                  <a:cubicBezTo>
                    <a:pt x="24948" y="1"/>
                    <a:pt x="24556" y="1"/>
                    <a:pt x="242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9"/>
            <p:cNvSpPr/>
            <p:nvPr/>
          </p:nvSpPr>
          <p:spPr>
            <a:xfrm>
              <a:off x="1402084" y="4397468"/>
              <a:ext cx="655619" cy="126731"/>
            </a:xfrm>
            <a:custGeom>
              <a:rect b="b" l="l" r="r" t="t"/>
              <a:pathLst>
                <a:path extrusionOk="0" h="2487" w="12866">
                  <a:moveTo>
                    <a:pt x="11916" y="287"/>
                  </a:moveTo>
                  <a:cubicBezTo>
                    <a:pt x="12146" y="287"/>
                    <a:pt x="12376" y="317"/>
                    <a:pt x="12474" y="552"/>
                  </a:cubicBezTo>
                  <a:cubicBezTo>
                    <a:pt x="12526" y="760"/>
                    <a:pt x="12526" y="969"/>
                    <a:pt x="12500" y="1204"/>
                  </a:cubicBezTo>
                  <a:cubicBezTo>
                    <a:pt x="12526" y="1413"/>
                    <a:pt x="12500" y="1621"/>
                    <a:pt x="12474" y="1804"/>
                  </a:cubicBezTo>
                  <a:cubicBezTo>
                    <a:pt x="12414" y="2064"/>
                    <a:pt x="12110" y="2094"/>
                    <a:pt x="11854" y="2094"/>
                  </a:cubicBezTo>
                  <a:cubicBezTo>
                    <a:pt x="11775" y="2094"/>
                    <a:pt x="11700" y="2091"/>
                    <a:pt x="11639" y="2091"/>
                  </a:cubicBezTo>
                  <a:lnTo>
                    <a:pt x="1148" y="2222"/>
                  </a:lnTo>
                  <a:cubicBezTo>
                    <a:pt x="1070" y="2222"/>
                    <a:pt x="980" y="2227"/>
                    <a:pt x="889" y="2227"/>
                  </a:cubicBezTo>
                  <a:cubicBezTo>
                    <a:pt x="708" y="2227"/>
                    <a:pt x="522" y="2204"/>
                    <a:pt x="418" y="2065"/>
                  </a:cubicBezTo>
                  <a:cubicBezTo>
                    <a:pt x="235" y="1856"/>
                    <a:pt x="313" y="1595"/>
                    <a:pt x="313" y="1413"/>
                  </a:cubicBezTo>
                  <a:cubicBezTo>
                    <a:pt x="313" y="1230"/>
                    <a:pt x="313" y="1021"/>
                    <a:pt x="313" y="839"/>
                  </a:cubicBezTo>
                  <a:cubicBezTo>
                    <a:pt x="339" y="447"/>
                    <a:pt x="679" y="421"/>
                    <a:pt x="966" y="421"/>
                  </a:cubicBezTo>
                  <a:lnTo>
                    <a:pt x="11691" y="291"/>
                  </a:lnTo>
                  <a:cubicBezTo>
                    <a:pt x="11763" y="291"/>
                    <a:pt x="11840" y="287"/>
                    <a:pt x="11916" y="287"/>
                  </a:cubicBezTo>
                  <a:close/>
                  <a:moveTo>
                    <a:pt x="11921" y="1"/>
                  </a:moveTo>
                  <a:cubicBezTo>
                    <a:pt x="11838" y="1"/>
                    <a:pt x="11759" y="4"/>
                    <a:pt x="11691" y="4"/>
                  </a:cubicBezTo>
                  <a:lnTo>
                    <a:pt x="966" y="134"/>
                  </a:lnTo>
                  <a:cubicBezTo>
                    <a:pt x="936" y="131"/>
                    <a:pt x="907" y="130"/>
                    <a:pt x="878" y="130"/>
                  </a:cubicBezTo>
                  <a:cubicBezTo>
                    <a:pt x="621" y="130"/>
                    <a:pt x="373" y="231"/>
                    <a:pt x="209" y="395"/>
                  </a:cubicBezTo>
                  <a:cubicBezTo>
                    <a:pt x="0" y="995"/>
                    <a:pt x="26" y="1648"/>
                    <a:pt x="209" y="2248"/>
                  </a:cubicBezTo>
                  <a:cubicBezTo>
                    <a:pt x="362" y="2458"/>
                    <a:pt x="641" y="2486"/>
                    <a:pt x="893" y="2486"/>
                  </a:cubicBezTo>
                  <a:cubicBezTo>
                    <a:pt x="984" y="2486"/>
                    <a:pt x="1072" y="2483"/>
                    <a:pt x="1148" y="2483"/>
                  </a:cubicBezTo>
                  <a:lnTo>
                    <a:pt x="11639" y="2352"/>
                  </a:lnTo>
                  <a:cubicBezTo>
                    <a:pt x="11695" y="2352"/>
                    <a:pt x="11753" y="2353"/>
                    <a:pt x="11810" y="2353"/>
                  </a:cubicBezTo>
                  <a:cubicBezTo>
                    <a:pt x="12097" y="2353"/>
                    <a:pt x="12387" y="2335"/>
                    <a:pt x="12604" y="2117"/>
                  </a:cubicBezTo>
                  <a:cubicBezTo>
                    <a:pt x="12865" y="1882"/>
                    <a:pt x="12761" y="1517"/>
                    <a:pt x="12761" y="1256"/>
                  </a:cubicBezTo>
                  <a:cubicBezTo>
                    <a:pt x="12787" y="917"/>
                    <a:pt x="12761" y="604"/>
                    <a:pt x="12631" y="291"/>
                  </a:cubicBezTo>
                  <a:cubicBezTo>
                    <a:pt x="12511" y="31"/>
                    <a:pt x="12193" y="1"/>
                    <a:pt x="119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9"/>
            <p:cNvSpPr/>
            <p:nvPr/>
          </p:nvSpPr>
          <p:spPr>
            <a:xfrm>
              <a:off x="2851547" y="1412218"/>
              <a:ext cx="31950" cy="2168598"/>
            </a:xfrm>
            <a:custGeom>
              <a:rect b="b" l="l" r="r" t="t"/>
              <a:pathLst>
                <a:path extrusionOk="0" h="42557" w="627">
                  <a:moveTo>
                    <a:pt x="79" y="0"/>
                  </a:moveTo>
                  <a:cubicBezTo>
                    <a:pt x="1" y="11378"/>
                    <a:pt x="236" y="22756"/>
                    <a:pt x="392" y="34134"/>
                  </a:cubicBezTo>
                  <a:cubicBezTo>
                    <a:pt x="444" y="36926"/>
                    <a:pt x="496" y="39744"/>
                    <a:pt x="575" y="42537"/>
                  </a:cubicBezTo>
                  <a:cubicBezTo>
                    <a:pt x="575" y="42550"/>
                    <a:pt x="588" y="42556"/>
                    <a:pt x="601" y="42556"/>
                  </a:cubicBezTo>
                  <a:cubicBezTo>
                    <a:pt x="614" y="42556"/>
                    <a:pt x="627" y="42550"/>
                    <a:pt x="627" y="42537"/>
                  </a:cubicBezTo>
                  <a:cubicBezTo>
                    <a:pt x="627" y="30324"/>
                    <a:pt x="444" y="18111"/>
                    <a:pt x="236" y="5924"/>
                  </a:cubicBezTo>
                  <a:cubicBezTo>
                    <a:pt x="183" y="3941"/>
                    <a:pt x="157" y="1984"/>
                    <a:pt x="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9"/>
            <p:cNvSpPr/>
            <p:nvPr/>
          </p:nvSpPr>
          <p:spPr>
            <a:xfrm>
              <a:off x="2878147" y="3594770"/>
              <a:ext cx="9376" cy="40613"/>
            </a:xfrm>
            <a:custGeom>
              <a:rect b="b" l="l" r="r" t="t"/>
              <a:pathLst>
                <a:path extrusionOk="0" h="797" w="184">
                  <a:moveTo>
                    <a:pt x="92" y="0"/>
                  </a:moveTo>
                  <a:cubicBezTo>
                    <a:pt x="85" y="0"/>
                    <a:pt x="79" y="7"/>
                    <a:pt x="79" y="20"/>
                  </a:cubicBezTo>
                  <a:cubicBezTo>
                    <a:pt x="27" y="281"/>
                    <a:pt x="1" y="516"/>
                    <a:pt x="53" y="776"/>
                  </a:cubicBezTo>
                  <a:cubicBezTo>
                    <a:pt x="53" y="790"/>
                    <a:pt x="59" y="796"/>
                    <a:pt x="66" y="796"/>
                  </a:cubicBezTo>
                  <a:cubicBezTo>
                    <a:pt x="72" y="796"/>
                    <a:pt x="79" y="790"/>
                    <a:pt x="79" y="776"/>
                  </a:cubicBezTo>
                  <a:cubicBezTo>
                    <a:pt x="157" y="542"/>
                    <a:pt x="183" y="255"/>
                    <a:pt x="105" y="20"/>
                  </a:cubicBezTo>
                  <a:cubicBezTo>
                    <a:pt x="105" y="7"/>
                    <a:pt x="98"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9"/>
            <p:cNvSpPr/>
            <p:nvPr/>
          </p:nvSpPr>
          <p:spPr>
            <a:xfrm>
              <a:off x="572277" y="2581104"/>
              <a:ext cx="22676" cy="1662947"/>
            </a:xfrm>
            <a:custGeom>
              <a:rect b="b" l="l" r="r" t="t"/>
              <a:pathLst>
                <a:path extrusionOk="0" h="32634" w="445">
                  <a:moveTo>
                    <a:pt x="0" y="1"/>
                  </a:moveTo>
                  <a:cubicBezTo>
                    <a:pt x="53" y="10856"/>
                    <a:pt x="131" y="21738"/>
                    <a:pt x="366" y="32594"/>
                  </a:cubicBezTo>
                  <a:cubicBezTo>
                    <a:pt x="366" y="32620"/>
                    <a:pt x="385" y="32633"/>
                    <a:pt x="405" y="32633"/>
                  </a:cubicBezTo>
                  <a:cubicBezTo>
                    <a:pt x="424" y="32633"/>
                    <a:pt x="444" y="32620"/>
                    <a:pt x="444" y="32594"/>
                  </a:cubicBezTo>
                  <a:cubicBezTo>
                    <a:pt x="444" y="21738"/>
                    <a:pt x="235" y="10856"/>
                    <a:pt x="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29"/>
          <p:cNvGrpSpPr/>
          <p:nvPr/>
        </p:nvGrpSpPr>
        <p:grpSpPr>
          <a:xfrm rot="1800044">
            <a:off x="8130166" y="4437499"/>
            <a:ext cx="299468" cy="452015"/>
            <a:chOff x="2302950" y="4431025"/>
            <a:chExt cx="299475" cy="452025"/>
          </a:xfrm>
        </p:grpSpPr>
        <p:sp>
          <p:nvSpPr>
            <p:cNvPr id="850" name="Google Shape;850;p29"/>
            <p:cNvSpPr/>
            <p:nvPr/>
          </p:nvSpPr>
          <p:spPr>
            <a:xfrm>
              <a:off x="2368825" y="4436850"/>
              <a:ext cx="227725" cy="236925"/>
            </a:xfrm>
            <a:custGeom>
              <a:rect b="b" l="l" r="r" t="t"/>
              <a:pathLst>
                <a:path extrusionOk="0" h="9477" w="9109">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9"/>
            <p:cNvSpPr/>
            <p:nvPr/>
          </p:nvSpPr>
          <p:spPr>
            <a:xfrm>
              <a:off x="2307500" y="4615050"/>
              <a:ext cx="232950" cy="262200"/>
            </a:xfrm>
            <a:custGeom>
              <a:rect b="b" l="l" r="r" t="t"/>
              <a:pathLst>
                <a:path extrusionOk="0" h="10488" w="9318">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9"/>
            <p:cNvSpPr/>
            <p:nvPr/>
          </p:nvSpPr>
          <p:spPr>
            <a:xfrm>
              <a:off x="2440600" y="4446725"/>
              <a:ext cx="155950" cy="227050"/>
            </a:xfrm>
            <a:custGeom>
              <a:rect b="b" l="l" r="r" t="t"/>
              <a:pathLst>
                <a:path extrusionOk="0" h="9082" w="6238">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9"/>
            <p:cNvSpPr/>
            <p:nvPr/>
          </p:nvSpPr>
          <p:spPr>
            <a:xfrm>
              <a:off x="2423625" y="4475650"/>
              <a:ext cx="86800" cy="92525"/>
            </a:xfrm>
            <a:custGeom>
              <a:rect b="b" l="l" r="r" t="t"/>
              <a:pathLst>
                <a:path extrusionOk="0" h="3701" w="3472">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9"/>
            <p:cNvSpPr/>
            <p:nvPr/>
          </p:nvSpPr>
          <p:spPr>
            <a:xfrm>
              <a:off x="2379275" y="4614550"/>
              <a:ext cx="13725" cy="2725"/>
            </a:xfrm>
            <a:custGeom>
              <a:rect b="b" l="l" r="r" t="t"/>
              <a:pathLst>
                <a:path extrusionOk="0" h="109" w="549">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9"/>
            <p:cNvSpPr/>
            <p:nvPr/>
          </p:nvSpPr>
          <p:spPr>
            <a:xfrm>
              <a:off x="2354475" y="4622875"/>
              <a:ext cx="185975" cy="254475"/>
            </a:xfrm>
            <a:custGeom>
              <a:rect b="b" l="l" r="r" t="t"/>
              <a:pathLst>
                <a:path extrusionOk="0" h="10179" w="7439">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9"/>
            <p:cNvSpPr/>
            <p:nvPr/>
          </p:nvSpPr>
          <p:spPr>
            <a:xfrm>
              <a:off x="2341425" y="4722200"/>
              <a:ext cx="69850" cy="80375"/>
            </a:xfrm>
            <a:custGeom>
              <a:rect b="b" l="l" r="r" t="t"/>
              <a:pathLst>
                <a:path extrusionOk="0" h="3215" w="2794">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9"/>
            <p:cNvSpPr/>
            <p:nvPr/>
          </p:nvSpPr>
          <p:spPr>
            <a:xfrm>
              <a:off x="2302950" y="4431025"/>
              <a:ext cx="299475" cy="452025"/>
            </a:xfrm>
            <a:custGeom>
              <a:rect b="b" l="l" r="r" t="t"/>
              <a:pathLst>
                <a:path extrusionOk="0" h="18081" w="11979">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9"/>
            <p:cNvSpPr/>
            <p:nvPr/>
          </p:nvSpPr>
          <p:spPr>
            <a:xfrm>
              <a:off x="2557375" y="4487550"/>
              <a:ext cx="26775" cy="99750"/>
            </a:xfrm>
            <a:custGeom>
              <a:rect b="b" l="l" r="r" t="t"/>
              <a:pathLst>
                <a:path extrusionOk="0" h="3990" w="1071">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9"/>
            <p:cNvSpPr/>
            <p:nvPr/>
          </p:nvSpPr>
          <p:spPr>
            <a:xfrm>
              <a:off x="2321200" y="4756125"/>
              <a:ext cx="22225" cy="80100"/>
            </a:xfrm>
            <a:custGeom>
              <a:rect b="b" l="l" r="r" t="t"/>
              <a:pathLst>
                <a:path extrusionOk="0" h="3204" w="889">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9"/>
            <p:cNvSpPr/>
            <p:nvPr/>
          </p:nvSpPr>
          <p:spPr>
            <a:xfrm>
              <a:off x="2336225" y="4740175"/>
              <a:ext cx="5875" cy="10600"/>
            </a:xfrm>
            <a:custGeom>
              <a:rect b="b" l="l" r="r" t="t"/>
              <a:pathLst>
                <a:path extrusionOk="0" h="424" w="235">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9"/>
            <p:cNvSpPr/>
            <p:nvPr/>
          </p:nvSpPr>
          <p:spPr>
            <a:xfrm>
              <a:off x="2552150" y="4591725"/>
              <a:ext cx="5250" cy="10950"/>
            </a:xfrm>
            <a:custGeom>
              <a:rect b="b" l="l" r="r" t="t"/>
              <a:pathLst>
                <a:path extrusionOk="0" h="438" w="21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 name="Google Shape;862;p29"/>
          <p:cNvGrpSpPr/>
          <p:nvPr/>
        </p:nvGrpSpPr>
        <p:grpSpPr>
          <a:xfrm>
            <a:off x="5950650" y="375100"/>
            <a:ext cx="498450" cy="482850"/>
            <a:chOff x="3078650" y="418375"/>
            <a:chExt cx="498450" cy="482850"/>
          </a:xfrm>
        </p:grpSpPr>
        <p:sp>
          <p:nvSpPr>
            <p:cNvPr id="863" name="Google Shape;863;p29"/>
            <p:cNvSpPr/>
            <p:nvPr/>
          </p:nvSpPr>
          <p:spPr>
            <a:xfrm>
              <a:off x="3091025" y="424700"/>
              <a:ext cx="334050" cy="322300"/>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9"/>
            <p:cNvSpPr/>
            <p:nvPr/>
          </p:nvSpPr>
          <p:spPr>
            <a:xfrm>
              <a:off x="3265225" y="593675"/>
              <a:ext cx="309250" cy="301425"/>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9"/>
            <p:cNvSpPr/>
            <p:nvPr/>
          </p:nvSpPr>
          <p:spPr>
            <a:xfrm>
              <a:off x="3091025" y="442325"/>
              <a:ext cx="307325" cy="304025"/>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9"/>
            <p:cNvSpPr/>
            <p:nvPr/>
          </p:nvSpPr>
          <p:spPr>
            <a:xfrm>
              <a:off x="3226725" y="499075"/>
              <a:ext cx="124150" cy="120125"/>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9"/>
            <p:cNvSpPr/>
            <p:nvPr/>
          </p:nvSpPr>
          <p:spPr>
            <a:xfrm>
              <a:off x="3264575" y="673250"/>
              <a:ext cx="292300" cy="221850"/>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9"/>
            <p:cNvSpPr/>
            <p:nvPr/>
          </p:nvSpPr>
          <p:spPr>
            <a:xfrm>
              <a:off x="3438750" y="687350"/>
              <a:ext cx="93325" cy="95125"/>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9"/>
            <p:cNvSpPr/>
            <p:nvPr/>
          </p:nvSpPr>
          <p:spPr>
            <a:xfrm>
              <a:off x="3078650" y="418375"/>
              <a:ext cx="498450" cy="482850"/>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9"/>
            <p:cNvSpPr/>
            <p:nvPr/>
          </p:nvSpPr>
          <p:spPr>
            <a:xfrm>
              <a:off x="3352000" y="819400"/>
              <a:ext cx="109625" cy="61750"/>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9"/>
            <p:cNvSpPr/>
            <p:nvPr/>
          </p:nvSpPr>
          <p:spPr>
            <a:xfrm>
              <a:off x="3190200" y="441475"/>
              <a:ext cx="93975" cy="38050"/>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9"/>
            <p:cNvSpPr/>
            <p:nvPr/>
          </p:nvSpPr>
          <p:spPr>
            <a:xfrm>
              <a:off x="3289375" y="483425"/>
              <a:ext cx="10450" cy="10225"/>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9"/>
            <p:cNvSpPr/>
            <p:nvPr/>
          </p:nvSpPr>
          <p:spPr>
            <a:xfrm>
              <a:off x="3337650" y="805050"/>
              <a:ext cx="11100" cy="1045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4" name="Google Shape;874;p29"/>
          <p:cNvGrpSpPr/>
          <p:nvPr/>
        </p:nvGrpSpPr>
        <p:grpSpPr>
          <a:xfrm>
            <a:off x="5259375" y="1025563"/>
            <a:ext cx="574775" cy="360275"/>
            <a:chOff x="2195300" y="238125"/>
            <a:chExt cx="574775" cy="360275"/>
          </a:xfrm>
        </p:grpSpPr>
        <p:sp>
          <p:nvSpPr>
            <p:cNvPr id="875" name="Google Shape;875;p29"/>
            <p:cNvSpPr/>
            <p:nvPr/>
          </p:nvSpPr>
          <p:spPr>
            <a:xfrm>
              <a:off x="2202475" y="310825"/>
              <a:ext cx="335350" cy="280200"/>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9"/>
            <p:cNvSpPr/>
            <p:nvPr/>
          </p:nvSpPr>
          <p:spPr>
            <a:xfrm>
              <a:off x="2458875" y="245700"/>
              <a:ext cx="296850" cy="27345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9"/>
            <p:cNvSpPr/>
            <p:nvPr/>
          </p:nvSpPr>
          <p:spPr>
            <a:xfrm>
              <a:off x="2475175" y="314450"/>
              <a:ext cx="278600" cy="204225"/>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9"/>
            <p:cNvSpPr/>
            <p:nvPr/>
          </p:nvSpPr>
          <p:spPr>
            <a:xfrm>
              <a:off x="2586075" y="269250"/>
              <a:ext cx="123325" cy="82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9"/>
            <p:cNvSpPr/>
            <p:nvPr/>
          </p:nvSpPr>
          <p:spPr>
            <a:xfrm>
              <a:off x="2207050" y="362725"/>
              <a:ext cx="330775" cy="228300"/>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9"/>
            <p:cNvSpPr/>
            <p:nvPr/>
          </p:nvSpPr>
          <p:spPr>
            <a:xfrm>
              <a:off x="2261850" y="384075"/>
              <a:ext cx="135050" cy="89250"/>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9"/>
            <p:cNvSpPr/>
            <p:nvPr/>
          </p:nvSpPr>
          <p:spPr>
            <a:xfrm>
              <a:off x="2195300" y="238125"/>
              <a:ext cx="574775" cy="360275"/>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9"/>
            <p:cNvSpPr/>
            <p:nvPr/>
          </p:nvSpPr>
          <p:spPr>
            <a:xfrm>
              <a:off x="2632400" y="393600"/>
              <a:ext cx="100500" cy="74175"/>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9"/>
            <p:cNvSpPr/>
            <p:nvPr/>
          </p:nvSpPr>
          <p:spPr>
            <a:xfrm>
              <a:off x="2224650" y="387500"/>
              <a:ext cx="70475" cy="71150"/>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9"/>
            <p:cNvSpPr/>
            <p:nvPr/>
          </p:nvSpPr>
          <p:spPr>
            <a:xfrm>
              <a:off x="2301625" y="378600"/>
              <a:ext cx="13075" cy="6600"/>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9"/>
            <p:cNvSpPr/>
            <p:nvPr/>
          </p:nvSpPr>
          <p:spPr>
            <a:xfrm>
              <a:off x="2614125" y="469550"/>
              <a:ext cx="14375" cy="5575"/>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6" name="Google Shape;886;p29"/>
          <p:cNvGrpSpPr/>
          <p:nvPr/>
        </p:nvGrpSpPr>
        <p:grpSpPr>
          <a:xfrm rot="-2700000">
            <a:off x="8317711" y="411808"/>
            <a:ext cx="427971" cy="409446"/>
            <a:chOff x="4058550" y="928275"/>
            <a:chExt cx="427975" cy="409450"/>
          </a:xfrm>
        </p:grpSpPr>
        <p:sp>
          <p:nvSpPr>
            <p:cNvPr id="887" name="Google Shape;887;p29"/>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9"/>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9"/>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0" name="Google Shape;890;p29"/>
          <p:cNvSpPr/>
          <p:nvPr/>
        </p:nvSpPr>
        <p:spPr>
          <a:xfrm>
            <a:off x="7702392" y="6019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9"/>
          <p:cNvSpPr/>
          <p:nvPr/>
        </p:nvSpPr>
        <p:spPr>
          <a:xfrm>
            <a:off x="5588692" y="439290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9"/>
          <p:cNvSpPr/>
          <p:nvPr/>
        </p:nvSpPr>
        <p:spPr>
          <a:xfrm>
            <a:off x="8535092" y="31525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9"/>
          <p:cNvSpPr/>
          <p:nvPr/>
        </p:nvSpPr>
        <p:spPr>
          <a:xfrm>
            <a:off x="2818117" y="664751"/>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30"/>
          <p:cNvSpPr txBox="1"/>
          <p:nvPr>
            <p:ph idx="1" type="subTitle"/>
          </p:nvPr>
        </p:nvSpPr>
        <p:spPr>
          <a:xfrm>
            <a:off x="345600" y="1897575"/>
            <a:ext cx="4250700" cy="25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800"/>
              <a:t>Artificial intelligence will continue to expand its role into clinics across the world and improve patient recovery efficiency as well as diagnosis accuracy, but will remain unable to replace human roles of communication skills like bonding and motivating as well as manual therapy and adaptive skills that well-trained human therapists have.</a:t>
            </a:r>
            <a:endParaRPr sz="1800"/>
          </a:p>
        </p:txBody>
      </p:sp>
      <p:sp>
        <p:nvSpPr>
          <p:cNvPr id="899" name="Google Shape;899;p30"/>
          <p:cNvSpPr txBox="1"/>
          <p:nvPr>
            <p:ph type="title"/>
          </p:nvPr>
        </p:nvSpPr>
        <p:spPr>
          <a:xfrm>
            <a:off x="345600" y="1223600"/>
            <a:ext cx="3180300" cy="46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a:t>
            </a:r>
            <a:endParaRPr/>
          </a:p>
        </p:txBody>
      </p:sp>
      <p:grpSp>
        <p:nvGrpSpPr>
          <p:cNvPr id="900" name="Google Shape;900;p30"/>
          <p:cNvGrpSpPr/>
          <p:nvPr/>
        </p:nvGrpSpPr>
        <p:grpSpPr>
          <a:xfrm>
            <a:off x="6579910" y="1213231"/>
            <a:ext cx="1598452" cy="2374140"/>
            <a:chOff x="671377" y="1400176"/>
            <a:chExt cx="1938458" cy="2879141"/>
          </a:xfrm>
        </p:grpSpPr>
        <p:sp>
          <p:nvSpPr>
            <p:cNvPr id="901" name="Google Shape;901;p30"/>
            <p:cNvSpPr/>
            <p:nvPr/>
          </p:nvSpPr>
          <p:spPr>
            <a:xfrm>
              <a:off x="1720618" y="1455747"/>
              <a:ext cx="116514" cy="311009"/>
            </a:xfrm>
            <a:custGeom>
              <a:rect b="b" l="l" r="r" t="t"/>
              <a:pathLst>
                <a:path extrusionOk="0" h="6134" w="2298">
                  <a:moveTo>
                    <a:pt x="1827" y="1"/>
                  </a:moveTo>
                  <a:cubicBezTo>
                    <a:pt x="1697" y="392"/>
                    <a:pt x="1566" y="758"/>
                    <a:pt x="1488" y="1149"/>
                  </a:cubicBezTo>
                  <a:cubicBezTo>
                    <a:pt x="1436" y="1358"/>
                    <a:pt x="1384" y="1567"/>
                    <a:pt x="1332" y="1749"/>
                  </a:cubicBezTo>
                  <a:lnTo>
                    <a:pt x="392" y="4698"/>
                  </a:lnTo>
                  <a:cubicBezTo>
                    <a:pt x="340" y="4855"/>
                    <a:pt x="288" y="5011"/>
                    <a:pt x="210" y="5194"/>
                  </a:cubicBezTo>
                  <a:cubicBezTo>
                    <a:pt x="131" y="5351"/>
                    <a:pt x="53" y="5559"/>
                    <a:pt x="1" y="5742"/>
                  </a:cubicBezTo>
                  <a:cubicBezTo>
                    <a:pt x="1" y="5768"/>
                    <a:pt x="27" y="5794"/>
                    <a:pt x="27" y="5794"/>
                  </a:cubicBezTo>
                  <a:cubicBezTo>
                    <a:pt x="131" y="5925"/>
                    <a:pt x="236" y="6055"/>
                    <a:pt x="392" y="6133"/>
                  </a:cubicBezTo>
                  <a:lnTo>
                    <a:pt x="418" y="6133"/>
                  </a:lnTo>
                  <a:cubicBezTo>
                    <a:pt x="444" y="6133"/>
                    <a:pt x="444" y="6133"/>
                    <a:pt x="444" y="6107"/>
                  </a:cubicBezTo>
                  <a:lnTo>
                    <a:pt x="2297" y="314"/>
                  </a:lnTo>
                  <a:cubicBezTo>
                    <a:pt x="2297" y="288"/>
                    <a:pt x="2297" y="262"/>
                    <a:pt x="2271" y="262"/>
                  </a:cubicBezTo>
                  <a:cubicBezTo>
                    <a:pt x="2141" y="184"/>
                    <a:pt x="2010" y="105"/>
                    <a:pt x="19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0"/>
            <p:cNvSpPr/>
            <p:nvPr/>
          </p:nvSpPr>
          <p:spPr>
            <a:xfrm>
              <a:off x="1744449" y="1472986"/>
              <a:ext cx="125742" cy="310958"/>
            </a:xfrm>
            <a:custGeom>
              <a:rect b="b" l="l" r="r" t="t"/>
              <a:pathLst>
                <a:path extrusionOk="0" h="6133" w="2480">
                  <a:moveTo>
                    <a:pt x="1879" y="0"/>
                  </a:moveTo>
                  <a:cubicBezTo>
                    <a:pt x="1879" y="0"/>
                    <a:pt x="1879" y="0"/>
                    <a:pt x="1853" y="26"/>
                  </a:cubicBezTo>
                  <a:lnTo>
                    <a:pt x="27" y="5820"/>
                  </a:lnTo>
                  <a:cubicBezTo>
                    <a:pt x="0" y="5846"/>
                    <a:pt x="27" y="5872"/>
                    <a:pt x="27" y="5872"/>
                  </a:cubicBezTo>
                  <a:cubicBezTo>
                    <a:pt x="209" y="5976"/>
                    <a:pt x="392" y="6054"/>
                    <a:pt x="601" y="6133"/>
                  </a:cubicBezTo>
                  <a:lnTo>
                    <a:pt x="627" y="6133"/>
                  </a:lnTo>
                  <a:cubicBezTo>
                    <a:pt x="627" y="6133"/>
                    <a:pt x="627" y="6107"/>
                    <a:pt x="627" y="6107"/>
                  </a:cubicBezTo>
                  <a:lnTo>
                    <a:pt x="2480" y="287"/>
                  </a:lnTo>
                  <a:cubicBezTo>
                    <a:pt x="2480" y="261"/>
                    <a:pt x="2480" y="261"/>
                    <a:pt x="2453" y="235"/>
                  </a:cubicBezTo>
                  <a:lnTo>
                    <a:pt x="2271" y="157"/>
                  </a:lnTo>
                  <a:cubicBezTo>
                    <a:pt x="2166" y="105"/>
                    <a:pt x="2036" y="52"/>
                    <a:pt x="190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0"/>
            <p:cNvSpPr/>
            <p:nvPr/>
          </p:nvSpPr>
          <p:spPr>
            <a:xfrm>
              <a:off x="1780194" y="1487537"/>
              <a:ext cx="125742" cy="309640"/>
            </a:xfrm>
            <a:custGeom>
              <a:rect b="b" l="l" r="r" t="t"/>
              <a:pathLst>
                <a:path extrusionOk="0" h="6107" w="2480">
                  <a:moveTo>
                    <a:pt x="1853" y="0"/>
                  </a:moveTo>
                  <a:cubicBezTo>
                    <a:pt x="1853" y="0"/>
                    <a:pt x="1853" y="26"/>
                    <a:pt x="1853" y="26"/>
                  </a:cubicBezTo>
                  <a:lnTo>
                    <a:pt x="0" y="5846"/>
                  </a:lnTo>
                  <a:cubicBezTo>
                    <a:pt x="0" y="5872"/>
                    <a:pt x="0" y="5898"/>
                    <a:pt x="26" y="5898"/>
                  </a:cubicBezTo>
                  <a:lnTo>
                    <a:pt x="235" y="5976"/>
                  </a:lnTo>
                  <a:cubicBezTo>
                    <a:pt x="365" y="6028"/>
                    <a:pt x="470" y="6054"/>
                    <a:pt x="574" y="6107"/>
                  </a:cubicBezTo>
                  <a:lnTo>
                    <a:pt x="574" y="6081"/>
                  </a:lnTo>
                  <a:lnTo>
                    <a:pt x="600" y="6081"/>
                  </a:lnTo>
                  <a:cubicBezTo>
                    <a:pt x="626" y="6081"/>
                    <a:pt x="626" y="6081"/>
                    <a:pt x="626" y="6054"/>
                  </a:cubicBezTo>
                  <a:lnTo>
                    <a:pt x="2479" y="287"/>
                  </a:lnTo>
                  <a:cubicBezTo>
                    <a:pt x="2479" y="261"/>
                    <a:pt x="2479" y="235"/>
                    <a:pt x="2453" y="235"/>
                  </a:cubicBezTo>
                  <a:lnTo>
                    <a:pt x="19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0"/>
            <p:cNvSpPr/>
            <p:nvPr/>
          </p:nvSpPr>
          <p:spPr>
            <a:xfrm>
              <a:off x="1814570" y="1502089"/>
              <a:ext cx="125742" cy="308322"/>
            </a:xfrm>
            <a:custGeom>
              <a:rect b="b" l="l" r="r" t="t"/>
              <a:pathLst>
                <a:path extrusionOk="0" h="6081" w="2480">
                  <a:moveTo>
                    <a:pt x="1853" y="0"/>
                  </a:moveTo>
                  <a:cubicBezTo>
                    <a:pt x="1853" y="0"/>
                    <a:pt x="1853" y="26"/>
                    <a:pt x="1853" y="26"/>
                  </a:cubicBezTo>
                  <a:lnTo>
                    <a:pt x="1" y="5820"/>
                  </a:lnTo>
                  <a:cubicBezTo>
                    <a:pt x="1" y="5820"/>
                    <a:pt x="1" y="5846"/>
                    <a:pt x="27" y="5872"/>
                  </a:cubicBezTo>
                  <a:lnTo>
                    <a:pt x="366" y="6002"/>
                  </a:lnTo>
                  <a:lnTo>
                    <a:pt x="601" y="6081"/>
                  </a:lnTo>
                  <a:lnTo>
                    <a:pt x="627" y="6081"/>
                  </a:lnTo>
                  <a:cubicBezTo>
                    <a:pt x="627" y="6081"/>
                    <a:pt x="627" y="6055"/>
                    <a:pt x="627" y="6055"/>
                  </a:cubicBezTo>
                  <a:lnTo>
                    <a:pt x="2480" y="287"/>
                  </a:lnTo>
                  <a:cubicBezTo>
                    <a:pt x="2480" y="261"/>
                    <a:pt x="2480" y="235"/>
                    <a:pt x="2454" y="235"/>
                  </a:cubicBezTo>
                  <a:lnTo>
                    <a:pt x="190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0"/>
            <p:cNvSpPr/>
            <p:nvPr/>
          </p:nvSpPr>
          <p:spPr>
            <a:xfrm>
              <a:off x="1848997" y="1515627"/>
              <a:ext cx="125742" cy="308018"/>
            </a:xfrm>
            <a:custGeom>
              <a:rect b="b" l="l" r="r" t="t"/>
              <a:pathLst>
                <a:path extrusionOk="0" h="6075" w="2480">
                  <a:moveTo>
                    <a:pt x="1866" y="1"/>
                  </a:moveTo>
                  <a:cubicBezTo>
                    <a:pt x="1859" y="1"/>
                    <a:pt x="1853" y="7"/>
                    <a:pt x="1853" y="20"/>
                  </a:cubicBezTo>
                  <a:lnTo>
                    <a:pt x="1827" y="20"/>
                  </a:lnTo>
                  <a:lnTo>
                    <a:pt x="0" y="5814"/>
                  </a:lnTo>
                  <a:cubicBezTo>
                    <a:pt x="0" y="5840"/>
                    <a:pt x="0" y="5840"/>
                    <a:pt x="26" y="5866"/>
                  </a:cubicBezTo>
                  <a:lnTo>
                    <a:pt x="183" y="5918"/>
                  </a:lnTo>
                  <a:lnTo>
                    <a:pt x="574" y="6075"/>
                  </a:lnTo>
                  <a:lnTo>
                    <a:pt x="626" y="6075"/>
                  </a:lnTo>
                  <a:cubicBezTo>
                    <a:pt x="626" y="6075"/>
                    <a:pt x="626" y="6048"/>
                    <a:pt x="626" y="6048"/>
                  </a:cubicBezTo>
                  <a:lnTo>
                    <a:pt x="2479" y="281"/>
                  </a:lnTo>
                  <a:cubicBezTo>
                    <a:pt x="2479" y="255"/>
                    <a:pt x="2453" y="229"/>
                    <a:pt x="2453" y="229"/>
                  </a:cubicBezTo>
                  <a:lnTo>
                    <a:pt x="2270" y="151"/>
                  </a:lnTo>
                  <a:lnTo>
                    <a:pt x="1879" y="20"/>
                  </a:lnTo>
                  <a:cubicBezTo>
                    <a:pt x="1879" y="7"/>
                    <a:pt x="1872" y="1"/>
                    <a:pt x="18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0"/>
            <p:cNvSpPr/>
            <p:nvPr/>
          </p:nvSpPr>
          <p:spPr>
            <a:xfrm>
              <a:off x="1883374" y="1528556"/>
              <a:ext cx="125742" cy="308322"/>
            </a:xfrm>
            <a:custGeom>
              <a:rect b="b" l="l" r="r" t="t"/>
              <a:pathLst>
                <a:path extrusionOk="0" h="6081" w="2480">
                  <a:moveTo>
                    <a:pt x="1853" y="0"/>
                  </a:moveTo>
                  <a:cubicBezTo>
                    <a:pt x="1853" y="26"/>
                    <a:pt x="1853" y="26"/>
                    <a:pt x="1827" y="26"/>
                  </a:cubicBezTo>
                  <a:lnTo>
                    <a:pt x="1" y="5820"/>
                  </a:lnTo>
                  <a:cubicBezTo>
                    <a:pt x="1" y="5846"/>
                    <a:pt x="1" y="5846"/>
                    <a:pt x="27" y="5872"/>
                  </a:cubicBezTo>
                  <a:lnTo>
                    <a:pt x="183" y="5924"/>
                  </a:lnTo>
                  <a:lnTo>
                    <a:pt x="601" y="6081"/>
                  </a:lnTo>
                  <a:lnTo>
                    <a:pt x="627" y="6081"/>
                  </a:lnTo>
                  <a:cubicBezTo>
                    <a:pt x="627" y="6054"/>
                    <a:pt x="627" y="6054"/>
                    <a:pt x="653" y="6054"/>
                  </a:cubicBezTo>
                  <a:lnTo>
                    <a:pt x="2480" y="261"/>
                  </a:lnTo>
                  <a:cubicBezTo>
                    <a:pt x="2480" y="235"/>
                    <a:pt x="2480" y="235"/>
                    <a:pt x="2454" y="209"/>
                  </a:cubicBezTo>
                  <a:lnTo>
                    <a:pt x="187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0"/>
            <p:cNvSpPr/>
            <p:nvPr/>
          </p:nvSpPr>
          <p:spPr>
            <a:xfrm>
              <a:off x="1917801" y="1541790"/>
              <a:ext cx="125742" cy="307004"/>
            </a:xfrm>
            <a:custGeom>
              <a:rect b="b" l="l" r="r" t="t"/>
              <a:pathLst>
                <a:path extrusionOk="0" h="6055" w="2480">
                  <a:moveTo>
                    <a:pt x="1853" y="0"/>
                  </a:moveTo>
                  <a:cubicBezTo>
                    <a:pt x="1853" y="0"/>
                    <a:pt x="1853" y="26"/>
                    <a:pt x="1853" y="26"/>
                  </a:cubicBezTo>
                  <a:lnTo>
                    <a:pt x="0" y="5793"/>
                  </a:lnTo>
                  <a:cubicBezTo>
                    <a:pt x="0" y="5820"/>
                    <a:pt x="0" y="5846"/>
                    <a:pt x="26" y="5846"/>
                  </a:cubicBezTo>
                  <a:lnTo>
                    <a:pt x="600" y="6054"/>
                  </a:lnTo>
                  <a:lnTo>
                    <a:pt x="626" y="6054"/>
                  </a:lnTo>
                  <a:cubicBezTo>
                    <a:pt x="626" y="6054"/>
                    <a:pt x="652" y="6028"/>
                    <a:pt x="652" y="6028"/>
                  </a:cubicBezTo>
                  <a:lnTo>
                    <a:pt x="2479" y="261"/>
                  </a:lnTo>
                  <a:cubicBezTo>
                    <a:pt x="2479" y="235"/>
                    <a:pt x="2479" y="209"/>
                    <a:pt x="2453" y="209"/>
                  </a:cubicBezTo>
                  <a:lnTo>
                    <a:pt x="190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0"/>
            <p:cNvSpPr/>
            <p:nvPr/>
          </p:nvSpPr>
          <p:spPr>
            <a:xfrm>
              <a:off x="1952177" y="1555023"/>
              <a:ext cx="127060" cy="305685"/>
            </a:xfrm>
            <a:custGeom>
              <a:rect b="b" l="l" r="r" t="t"/>
              <a:pathLst>
                <a:path extrusionOk="0" h="6029" w="2506">
                  <a:moveTo>
                    <a:pt x="1853" y="0"/>
                  </a:moveTo>
                  <a:lnTo>
                    <a:pt x="27" y="5793"/>
                  </a:lnTo>
                  <a:cubicBezTo>
                    <a:pt x="1" y="5819"/>
                    <a:pt x="27" y="5819"/>
                    <a:pt x="53" y="5846"/>
                  </a:cubicBezTo>
                  <a:lnTo>
                    <a:pt x="288" y="5924"/>
                  </a:lnTo>
                  <a:lnTo>
                    <a:pt x="601" y="6028"/>
                  </a:lnTo>
                  <a:lnTo>
                    <a:pt x="653" y="6028"/>
                  </a:lnTo>
                  <a:cubicBezTo>
                    <a:pt x="653" y="6028"/>
                    <a:pt x="653" y="6028"/>
                    <a:pt x="679" y="6002"/>
                  </a:cubicBezTo>
                  <a:lnTo>
                    <a:pt x="2506" y="235"/>
                  </a:lnTo>
                  <a:cubicBezTo>
                    <a:pt x="2506" y="209"/>
                    <a:pt x="2506" y="183"/>
                    <a:pt x="2480" y="183"/>
                  </a:cubicBezTo>
                  <a:lnTo>
                    <a:pt x="190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0"/>
            <p:cNvSpPr/>
            <p:nvPr/>
          </p:nvSpPr>
          <p:spPr>
            <a:xfrm>
              <a:off x="1987923" y="1565924"/>
              <a:ext cx="127060" cy="307206"/>
            </a:xfrm>
            <a:custGeom>
              <a:rect b="b" l="l" r="r" t="t"/>
              <a:pathLst>
                <a:path extrusionOk="0" h="6059" w="2506">
                  <a:moveTo>
                    <a:pt x="1879" y="0"/>
                  </a:moveTo>
                  <a:cubicBezTo>
                    <a:pt x="1872" y="0"/>
                    <a:pt x="1866" y="7"/>
                    <a:pt x="1853" y="20"/>
                  </a:cubicBezTo>
                  <a:cubicBezTo>
                    <a:pt x="1853" y="20"/>
                    <a:pt x="1853" y="20"/>
                    <a:pt x="1853" y="46"/>
                  </a:cubicBezTo>
                  <a:lnTo>
                    <a:pt x="0" y="5813"/>
                  </a:lnTo>
                  <a:cubicBezTo>
                    <a:pt x="0" y="5839"/>
                    <a:pt x="0" y="5865"/>
                    <a:pt x="26" y="5865"/>
                  </a:cubicBezTo>
                  <a:lnTo>
                    <a:pt x="365" y="5970"/>
                  </a:lnTo>
                  <a:lnTo>
                    <a:pt x="600" y="6048"/>
                  </a:lnTo>
                  <a:cubicBezTo>
                    <a:pt x="608" y="6056"/>
                    <a:pt x="616" y="6059"/>
                    <a:pt x="623" y="6059"/>
                  </a:cubicBezTo>
                  <a:cubicBezTo>
                    <a:pt x="639" y="6059"/>
                    <a:pt x="652" y="6040"/>
                    <a:pt x="652" y="6022"/>
                  </a:cubicBezTo>
                  <a:lnTo>
                    <a:pt x="2479" y="255"/>
                  </a:lnTo>
                  <a:cubicBezTo>
                    <a:pt x="2505" y="229"/>
                    <a:pt x="2479" y="203"/>
                    <a:pt x="2453" y="203"/>
                  </a:cubicBezTo>
                  <a:lnTo>
                    <a:pt x="1905" y="20"/>
                  </a:lnTo>
                  <a:cubicBezTo>
                    <a:pt x="1892" y="7"/>
                    <a:pt x="1886" y="0"/>
                    <a:pt x="18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0"/>
            <p:cNvSpPr/>
            <p:nvPr/>
          </p:nvSpPr>
          <p:spPr>
            <a:xfrm>
              <a:off x="2022299" y="1577839"/>
              <a:ext cx="127060" cy="306649"/>
            </a:xfrm>
            <a:custGeom>
              <a:rect b="b" l="l" r="r" t="t"/>
              <a:pathLst>
                <a:path extrusionOk="0" h="6048" w="2506">
                  <a:moveTo>
                    <a:pt x="1893" y="0"/>
                  </a:moveTo>
                  <a:cubicBezTo>
                    <a:pt x="1886" y="0"/>
                    <a:pt x="1879" y="7"/>
                    <a:pt x="1879" y="20"/>
                  </a:cubicBezTo>
                  <a:lnTo>
                    <a:pt x="1853" y="20"/>
                  </a:lnTo>
                  <a:lnTo>
                    <a:pt x="27" y="5813"/>
                  </a:lnTo>
                  <a:cubicBezTo>
                    <a:pt x="1" y="5839"/>
                    <a:pt x="27" y="5839"/>
                    <a:pt x="53" y="5865"/>
                  </a:cubicBezTo>
                  <a:lnTo>
                    <a:pt x="131" y="5891"/>
                  </a:lnTo>
                  <a:lnTo>
                    <a:pt x="627" y="6048"/>
                  </a:lnTo>
                  <a:lnTo>
                    <a:pt x="653" y="6048"/>
                  </a:lnTo>
                  <a:cubicBezTo>
                    <a:pt x="653" y="6048"/>
                    <a:pt x="653" y="6022"/>
                    <a:pt x="653" y="6022"/>
                  </a:cubicBezTo>
                  <a:lnTo>
                    <a:pt x="2506" y="255"/>
                  </a:lnTo>
                  <a:cubicBezTo>
                    <a:pt x="2506" y="229"/>
                    <a:pt x="2506" y="202"/>
                    <a:pt x="2480" y="202"/>
                  </a:cubicBezTo>
                  <a:lnTo>
                    <a:pt x="1906" y="20"/>
                  </a:lnTo>
                  <a:cubicBezTo>
                    <a:pt x="1906" y="7"/>
                    <a:pt x="1899" y="0"/>
                    <a:pt x="189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0"/>
            <p:cNvSpPr/>
            <p:nvPr/>
          </p:nvSpPr>
          <p:spPr>
            <a:xfrm>
              <a:off x="2058045" y="1589400"/>
              <a:ext cx="127060" cy="306243"/>
            </a:xfrm>
            <a:custGeom>
              <a:rect b="b" l="l" r="r" t="t"/>
              <a:pathLst>
                <a:path extrusionOk="0" h="6040" w="2506">
                  <a:moveTo>
                    <a:pt x="1905" y="1"/>
                  </a:moveTo>
                  <a:cubicBezTo>
                    <a:pt x="1879" y="1"/>
                    <a:pt x="1853" y="1"/>
                    <a:pt x="1853" y="27"/>
                  </a:cubicBezTo>
                  <a:lnTo>
                    <a:pt x="0" y="5820"/>
                  </a:lnTo>
                  <a:cubicBezTo>
                    <a:pt x="0" y="5820"/>
                    <a:pt x="0" y="5846"/>
                    <a:pt x="26" y="5872"/>
                  </a:cubicBezTo>
                  <a:lnTo>
                    <a:pt x="418" y="5977"/>
                  </a:lnTo>
                  <a:lnTo>
                    <a:pt x="600" y="6029"/>
                  </a:lnTo>
                  <a:cubicBezTo>
                    <a:pt x="608" y="6036"/>
                    <a:pt x="616" y="6040"/>
                    <a:pt x="623" y="6040"/>
                  </a:cubicBezTo>
                  <a:cubicBezTo>
                    <a:pt x="640" y="6040"/>
                    <a:pt x="653" y="6021"/>
                    <a:pt x="653" y="6003"/>
                  </a:cubicBezTo>
                  <a:lnTo>
                    <a:pt x="2479" y="235"/>
                  </a:lnTo>
                  <a:cubicBezTo>
                    <a:pt x="2505" y="235"/>
                    <a:pt x="2505" y="209"/>
                    <a:pt x="2479" y="209"/>
                  </a:cubicBezTo>
                  <a:cubicBezTo>
                    <a:pt x="2479" y="183"/>
                    <a:pt x="2479" y="183"/>
                    <a:pt x="2453" y="183"/>
                  </a:cubicBezTo>
                  <a:lnTo>
                    <a:pt x="190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0"/>
            <p:cNvSpPr/>
            <p:nvPr/>
          </p:nvSpPr>
          <p:spPr>
            <a:xfrm>
              <a:off x="2093739" y="1600706"/>
              <a:ext cx="125742" cy="306294"/>
            </a:xfrm>
            <a:custGeom>
              <a:rect b="b" l="l" r="r" t="t"/>
              <a:pathLst>
                <a:path extrusionOk="0" h="6041" w="2480">
                  <a:moveTo>
                    <a:pt x="1860" y="1"/>
                  </a:moveTo>
                  <a:cubicBezTo>
                    <a:pt x="1851" y="1"/>
                    <a:pt x="1845" y="12"/>
                    <a:pt x="1827" y="12"/>
                  </a:cubicBezTo>
                  <a:lnTo>
                    <a:pt x="1" y="5806"/>
                  </a:lnTo>
                  <a:cubicBezTo>
                    <a:pt x="1" y="5806"/>
                    <a:pt x="1" y="5832"/>
                    <a:pt x="1" y="5832"/>
                  </a:cubicBezTo>
                  <a:cubicBezTo>
                    <a:pt x="1" y="5858"/>
                    <a:pt x="27" y="5858"/>
                    <a:pt x="27" y="5858"/>
                  </a:cubicBezTo>
                  <a:lnTo>
                    <a:pt x="601" y="6041"/>
                  </a:lnTo>
                  <a:cubicBezTo>
                    <a:pt x="627" y="6041"/>
                    <a:pt x="627" y="6041"/>
                    <a:pt x="653" y="6015"/>
                  </a:cubicBezTo>
                  <a:lnTo>
                    <a:pt x="2480" y="221"/>
                  </a:lnTo>
                  <a:cubicBezTo>
                    <a:pt x="2480" y="221"/>
                    <a:pt x="2480" y="195"/>
                    <a:pt x="2480" y="195"/>
                  </a:cubicBezTo>
                  <a:cubicBezTo>
                    <a:pt x="2480" y="195"/>
                    <a:pt x="2480" y="169"/>
                    <a:pt x="2454" y="169"/>
                  </a:cubicBezTo>
                  <a:lnTo>
                    <a:pt x="1880" y="12"/>
                  </a:lnTo>
                  <a:cubicBezTo>
                    <a:pt x="1871" y="4"/>
                    <a:pt x="1865" y="1"/>
                    <a:pt x="18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0"/>
            <p:cNvSpPr/>
            <p:nvPr/>
          </p:nvSpPr>
          <p:spPr>
            <a:xfrm>
              <a:off x="2129485" y="1612622"/>
              <a:ext cx="125742" cy="304976"/>
            </a:xfrm>
            <a:custGeom>
              <a:rect b="b" l="l" r="r" t="t"/>
              <a:pathLst>
                <a:path extrusionOk="0" h="6015" w="2480">
                  <a:moveTo>
                    <a:pt x="1854" y="1"/>
                  </a:moveTo>
                  <a:cubicBezTo>
                    <a:pt x="1839" y="1"/>
                    <a:pt x="1827" y="12"/>
                    <a:pt x="1827" y="12"/>
                  </a:cubicBezTo>
                  <a:lnTo>
                    <a:pt x="0" y="5806"/>
                  </a:lnTo>
                  <a:cubicBezTo>
                    <a:pt x="0" y="5806"/>
                    <a:pt x="0" y="5832"/>
                    <a:pt x="0" y="5832"/>
                  </a:cubicBezTo>
                  <a:lnTo>
                    <a:pt x="26" y="5832"/>
                  </a:lnTo>
                  <a:lnTo>
                    <a:pt x="522" y="5988"/>
                  </a:lnTo>
                  <a:lnTo>
                    <a:pt x="601" y="6014"/>
                  </a:lnTo>
                  <a:cubicBezTo>
                    <a:pt x="627" y="6014"/>
                    <a:pt x="653" y="6014"/>
                    <a:pt x="653" y="5988"/>
                  </a:cubicBezTo>
                  <a:lnTo>
                    <a:pt x="2479" y="221"/>
                  </a:lnTo>
                  <a:cubicBezTo>
                    <a:pt x="2479" y="221"/>
                    <a:pt x="2479" y="195"/>
                    <a:pt x="2479" y="195"/>
                  </a:cubicBezTo>
                  <a:cubicBezTo>
                    <a:pt x="2479" y="169"/>
                    <a:pt x="2453" y="169"/>
                    <a:pt x="2453" y="169"/>
                  </a:cubicBezTo>
                  <a:lnTo>
                    <a:pt x="1879" y="12"/>
                  </a:lnTo>
                  <a:cubicBezTo>
                    <a:pt x="1871" y="4"/>
                    <a:pt x="1862" y="1"/>
                    <a:pt x="185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0"/>
            <p:cNvSpPr/>
            <p:nvPr/>
          </p:nvSpPr>
          <p:spPr>
            <a:xfrm>
              <a:off x="2163861" y="1622458"/>
              <a:ext cx="127111" cy="305736"/>
            </a:xfrm>
            <a:custGeom>
              <a:rect b="b" l="l" r="r" t="t"/>
              <a:pathLst>
                <a:path extrusionOk="0" h="6030" w="2507">
                  <a:moveTo>
                    <a:pt x="1906" y="1"/>
                  </a:moveTo>
                  <a:cubicBezTo>
                    <a:pt x="1880" y="1"/>
                    <a:pt x="1854" y="1"/>
                    <a:pt x="1854" y="27"/>
                  </a:cubicBezTo>
                  <a:lnTo>
                    <a:pt x="27" y="5820"/>
                  </a:lnTo>
                  <a:cubicBezTo>
                    <a:pt x="1" y="5820"/>
                    <a:pt x="1" y="5820"/>
                    <a:pt x="27" y="5846"/>
                  </a:cubicBezTo>
                  <a:lnTo>
                    <a:pt x="53" y="5846"/>
                  </a:lnTo>
                  <a:lnTo>
                    <a:pt x="53" y="5873"/>
                  </a:lnTo>
                  <a:lnTo>
                    <a:pt x="575" y="6029"/>
                  </a:lnTo>
                  <a:lnTo>
                    <a:pt x="627" y="6029"/>
                  </a:lnTo>
                  <a:cubicBezTo>
                    <a:pt x="627" y="6029"/>
                    <a:pt x="653" y="6029"/>
                    <a:pt x="679" y="6003"/>
                  </a:cubicBezTo>
                  <a:lnTo>
                    <a:pt x="2506" y="210"/>
                  </a:lnTo>
                  <a:cubicBezTo>
                    <a:pt x="2506" y="210"/>
                    <a:pt x="2506" y="184"/>
                    <a:pt x="2506" y="184"/>
                  </a:cubicBezTo>
                  <a:cubicBezTo>
                    <a:pt x="2506" y="184"/>
                    <a:pt x="2480" y="158"/>
                    <a:pt x="2480" y="158"/>
                  </a:cubicBezTo>
                  <a:lnTo>
                    <a:pt x="2349" y="131"/>
                  </a:lnTo>
                  <a:lnTo>
                    <a:pt x="190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0"/>
            <p:cNvSpPr/>
            <p:nvPr/>
          </p:nvSpPr>
          <p:spPr>
            <a:xfrm>
              <a:off x="2199607" y="1632497"/>
              <a:ext cx="127060" cy="305483"/>
            </a:xfrm>
            <a:custGeom>
              <a:rect b="b" l="l" r="r" t="t"/>
              <a:pathLst>
                <a:path extrusionOk="0" h="6025" w="2506">
                  <a:moveTo>
                    <a:pt x="1883" y="1"/>
                  </a:moveTo>
                  <a:cubicBezTo>
                    <a:pt x="1866" y="1"/>
                    <a:pt x="1853" y="19"/>
                    <a:pt x="1853" y="38"/>
                  </a:cubicBezTo>
                  <a:lnTo>
                    <a:pt x="27" y="5805"/>
                  </a:lnTo>
                  <a:cubicBezTo>
                    <a:pt x="0" y="5831"/>
                    <a:pt x="0" y="5831"/>
                    <a:pt x="27" y="5831"/>
                  </a:cubicBezTo>
                  <a:cubicBezTo>
                    <a:pt x="27" y="5857"/>
                    <a:pt x="27" y="5857"/>
                    <a:pt x="27" y="5857"/>
                  </a:cubicBezTo>
                  <a:lnTo>
                    <a:pt x="627" y="6014"/>
                  </a:lnTo>
                  <a:cubicBezTo>
                    <a:pt x="627" y="6021"/>
                    <a:pt x="629" y="6025"/>
                    <a:pt x="632" y="6025"/>
                  </a:cubicBezTo>
                  <a:cubicBezTo>
                    <a:pt x="640" y="6025"/>
                    <a:pt x="653" y="6006"/>
                    <a:pt x="653" y="5988"/>
                  </a:cubicBezTo>
                  <a:lnTo>
                    <a:pt x="2506" y="221"/>
                  </a:lnTo>
                  <a:cubicBezTo>
                    <a:pt x="2506" y="194"/>
                    <a:pt x="2506" y="194"/>
                    <a:pt x="2506" y="194"/>
                  </a:cubicBezTo>
                  <a:cubicBezTo>
                    <a:pt x="2506" y="168"/>
                    <a:pt x="2480" y="168"/>
                    <a:pt x="2480" y="168"/>
                  </a:cubicBezTo>
                  <a:lnTo>
                    <a:pt x="1958" y="12"/>
                  </a:lnTo>
                  <a:lnTo>
                    <a:pt x="1905" y="12"/>
                  </a:lnTo>
                  <a:cubicBezTo>
                    <a:pt x="1898" y="4"/>
                    <a:pt x="1890" y="1"/>
                    <a:pt x="188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0"/>
            <p:cNvSpPr/>
            <p:nvPr/>
          </p:nvSpPr>
          <p:spPr>
            <a:xfrm>
              <a:off x="2235352" y="1643652"/>
              <a:ext cx="127060" cy="304367"/>
            </a:xfrm>
            <a:custGeom>
              <a:rect b="b" l="l" r="r" t="t"/>
              <a:pathLst>
                <a:path extrusionOk="0" h="6003" w="2506">
                  <a:moveTo>
                    <a:pt x="1905" y="1"/>
                  </a:moveTo>
                  <a:cubicBezTo>
                    <a:pt x="1879" y="1"/>
                    <a:pt x="1853" y="1"/>
                    <a:pt x="1853" y="27"/>
                  </a:cubicBezTo>
                  <a:lnTo>
                    <a:pt x="26" y="5794"/>
                  </a:lnTo>
                  <a:cubicBezTo>
                    <a:pt x="0" y="5820"/>
                    <a:pt x="0" y="5820"/>
                    <a:pt x="26" y="5846"/>
                  </a:cubicBezTo>
                  <a:lnTo>
                    <a:pt x="78" y="5872"/>
                  </a:lnTo>
                  <a:cubicBezTo>
                    <a:pt x="261" y="5924"/>
                    <a:pt x="444" y="5976"/>
                    <a:pt x="626" y="6003"/>
                  </a:cubicBezTo>
                  <a:cubicBezTo>
                    <a:pt x="626" y="6003"/>
                    <a:pt x="652" y="6003"/>
                    <a:pt x="652" y="5976"/>
                  </a:cubicBezTo>
                  <a:lnTo>
                    <a:pt x="2505" y="209"/>
                  </a:lnTo>
                  <a:cubicBezTo>
                    <a:pt x="2505" y="183"/>
                    <a:pt x="2505" y="183"/>
                    <a:pt x="2505" y="183"/>
                  </a:cubicBezTo>
                  <a:cubicBezTo>
                    <a:pt x="2505" y="157"/>
                    <a:pt x="2479" y="157"/>
                    <a:pt x="2479" y="157"/>
                  </a:cubicBezTo>
                  <a:lnTo>
                    <a:pt x="190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0"/>
            <p:cNvSpPr/>
            <p:nvPr/>
          </p:nvSpPr>
          <p:spPr>
            <a:xfrm>
              <a:off x="2271047" y="1651612"/>
              <a:ext cx="127060" cy="305685"/>
            </a:xfrm>
            <a:custGeom>
              <a:rect b="b" l="l" r="r" t="t"/>
              <a:pathLst>
                <a:path extrusionOk="0" h="6029" w="2506">
                  <a:moveTo>
                    <a:pt x="1906" y="0"/>
                  </a:moveTo>
                  <a:cubicBezTo>
                    <a:pt x="1880" y="0"/>
                    <a:pt x="1853" y="26"/>
                    <a:pt x="1853" y="26"/>
                  </a:cubicBezTo>
                  <a:lnTo>
                    <a:pt x="27" y="5819"/>
                  </a:lnTo>
                  <a:cubicBezTo>
                    <a:pt x="1" y="5819"/>
                    <a:pt x="1" y="5846"/>
                    <a:pt x="27" y="5846"/>
                  </a:cubicBezTo>
                  <a:cubicBezTo>
                    <a:pt x="27" y="5846"/>
                    <a:pt x="27" y="5872"/>
                    <a:pt x="27" y="5872"/>
                  </a:cubicBezTo>
                  <a:lnTo>
                    <a:pt x="627" y="6028"/>
                  </a:lnTo>
                  <a:cubicBezTo>
                    <a:pt x="627" y="6028"/>
                    <a:pt x="653" y="6002"/>
                    <a:pt x="679" y="6002"/>
                  </a:cubicBezTo>
                  <a:lnTo>
                    <a:pt x="2506" y="209"/>
                  </a:lnTo>
                  <a:cubicBezTo>
                    <a:pt x="2506" y="209"/>
                    <a:pt x="2506" y="183"/>
                    <a:pt x="2506" y="183"/>
                  </a:cubicBezTo>
                  <a:cubicBezTo>
                    <a:pt x="2506" y="157"/>
                    <a:pt x="2480" y="157"/>
                    <a:pt x="2480" y="157"/>
                  </a:cubicBezTo>
                  <a:lnTo>
                    <a:pt x="2323" y="131"/>
                  </a:lnTo>
                  <a:lnTo>
                    <a:pt x="2010" y="52"/>
                  </a:lnTo>
                  <a:lnTo>
                    <a:pt x="190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0"/>
            <p:cNvSpPr/>
            <p:nvPr/>
          </p:nvSpPr>
          <p:spPr>
            <a:xfrm>
              <a:off x="2308110" y="1660840"/>
              <a:ext cx="127060" cy="304367"/>
            </a:xfrm>
            <a:custGeom>
              <a:rect b="b" l="l" r="r" t="t"/>
              <a:pathLst>
                <a:path extrusionOk="0" h="6003" w="2506">
                  <a:moveTo>
                    <a:pt x="1879" y="1"/>
                  </a:moveTo>
                  <a:cubicBezTo>
                    <a:pt x="1853" y="1"/>
                    <a:pt x="1827" y="27"/>
                    <a:pt x="1827" y="27"/>
                  </a:cubicBezTo>
                  <a:lnTo>
                    <a:pt x="0" y="5820"/>
                  </a:lnTo>
                  <a:cubicBezTo>
                    <a:pt x="0" y="5820"/>
                    <a:pt x="0" y="5846"/>
                    <a:pt x="0" y="5846"/>
                  </a:cubicBezTo>
                  <a:cubicBezTo>
                    <a:pt x="0" y="5846"/>
                    <a:pt x="0" y="5872"/>
                    <a:pt x="26" y="5872"/>
                  </a:cubicBezTo>
                  <a:lnTo>
                    <a:pt x="548" y="6003"/>
                  </a:lnTo>
                  <a:lnTo>
                    <a:pt x="600" y="6003"/>
                  </a:lnTo>
                  <a:cubicBezTo>
                    <a:pt x="627" y="6003"/>
                    <a:pt x="653" y="6003"/>
                    <a:pt x="653" y="5977"/>
                  </a:cubicBezTo>
                  <a:lnTo>
                    <a:pt x="2479" y="210"/>
                  </a:lnTo>
                  <a:cubicBezTo>
                    <a:pt x="2505" y="183"/>
                    <a:pt x="2479" y="157"/>
                    <a:pt x="2453" y="157"/>
                  </a:cubicBezTo>
                  <a:lnTo>
                    <a:pt x="187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0"/>
            <p:cNvSpPr/>
            <p:nvPr/>
          </p:nvSpPr>
          <p:spPr>
            <a:xfrm>
              <a:off x="2342487" y="1670879"/>
              <a:ext cx="127060" cy="303607"/>
            </a:xfrm>
            <a:custGeom>
              <a:rect b="b" l="l" r="r" t="t"/>
              <a:pathLst>
                <a:path extrusionOk="0" h="5988" w="2506">
                  <a:moveTo>
                    <a:pt x="1884" y="1"/>
                  </a:moveTo>
                  <a:cubicBezTo>
                    <a:pt x="1867" y="1"/>
                    <a:pt x="1854" y="19"/>
                    <a:pt x="1854" y="38"/>
                  </a:cubicBezTo>
                  <a:lnTo>
                    <a:pt x="27" y="5805"/>
                  </a:lnTo>
                  <a:cubicBezTo>
                    <a:pt x="1" y="5831"/>
                    <a:pt x="1" y="5831"/>
                    <a:pt x="27" y="5831"/>
                  </a:cubicBezTo>
                  <a:lnTo>
                    <a:pt x="262" y="5909"/>
                  </a:lnTo>
                  <a:cubicBezTo>
                    <a:pt x="366" y="5935"/>
                    <a:pt x="471" y="5961"/>
                    <a:pt x="601" y="5987"/>
                  </a:cubicBezTo>
                  <a:lnTo>
                    <a:pt x="653" y="5987"/>
                  </a:lnTo>
                  <a:cubicBezTo>
                    <a:pt x="653" y="5987"/>
                    <a:pt x="679" y="5987"/>
                    <a:pt x="679" y="5961"/>
                  </a:cubicBezTo>
                  <a:lnTo>
                    <a:pt x="2506" y="168"/>
                  </a:lnTo>
                  <a:cubicBezTo>
                    <a:pt x="2506" y="168"/>
                    <a:pt x="2506" y="142"/>
                    <a:pt x="2506" y="142"/>
                  </a:cubicBezTo>
                  <a:cubicBezTo>
                    <a:pt x="2506" y="116"/>
                    <a:pt x="2506" y="116"/>
                    <a:pt x="2480" y="116"/>
                  </a:cubicBezTo>
                  <a:lnTo>
                    <a:pt x="2428" y="116"/>
                  </a:lnTo>
                  <a:lnTo>
                    <a:pt x="2036" y="38"/>
                  </a:lnTo>
                  <a:lnTo>
                    <a:pt x="1906" y="12"/>
                  </a:lnTo>
                  <a:cubicBezTo>
                    <a:pt x="1898" y="4"/>
                    <a:pt x="1890" y="1"/>
                    <a:pt x="188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0"/>
            <p:cNvSpPr/>
            <p:nvPr/>
          </p:nvSpPr>
          <p:spPr>
            <a:xfrm>
              <a:off x="2379550" y="1678079"/>
              <a:ext cx="127060" cy="302998"/>
            </a:xfrm>
            <a:custGeom>
              <a:rect b="b" l="l" r="r" t="t"/>
              <a:pathLst>
                <a:path extrusionOk="0" h="5976" w="2506">
                  <a:moveTo>
                    <a:pt x="1905" y="0"/>
                  </a:moveTo>
                  <a:cubicBezTo>
                    <a:pt x="1879" y="0"/>
                    <a:pt x="1853" y="0"/>
                    <a:pt x="1853" y="26"/>
                  </a:cubicBezTo>
                  <a:lnTo>
                    <a:pt x="0" y="5819"/>
                  </a:lnTo>
                  <a:cubicBezTo>
                    <a:pt x="0" y="5845"/>
                    <a:pt x="0" y="5845"/>
                    <a:pt x="0" y="5845"/>
                  </a:cubicBezTo>
                  <a:cubicBezTo>
                    <a:pt x="0" y="5872"/>
                    <a:pt x="27" y="5872"/>
                    <a:pt x="27" y="5872"/>
                  </a:cubicBezTo>
                  <a:cubicBezTo>
                    <a:pt x="235" y="5924"/>
                    <a:pt x="418" y="5950"/>
                    <a:pt x="627" y="5976"/>
                  </a:cubicBezTo>
                  <a:cubicBezTo>
                    <a:pt x="653" y="5976"/>
                    <a:pt x="653" y="5976"/>
                    <a:pt x="653" y="5950"/>
                  </a:cubicBezTo>
                  <a:lnTo>
                    <a:pt x="2506" y="183"/>
                  </a:lnTo>
                  <a:cubicBezTo>
                    <a:pt x="2506" y="157"/>
                    <a:pt x="2506" y="157"/>
                    <a:pt x="2506" y="130"/>
                  </a:cubicBezTo>
                  <a:lnTo>
                    <a:pt x="2480" y="130"/>
                  </a:lnTo>
                  <a:cubicBezTo>
                    <a:pt x="2297" y="104"/>
                    <a:pt x="2114" y="52"/>
                    <a:pt x="193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0"/>
            <p:cNvSpPr/>
            <p:nvPr/>
          </p:nvSpPr>
          <p:spPr>
            <a:xfrm>
              <a:off x="2416614" y="1684671"/>
              <a:ext cx="119100" cy="297776"/>
            </a:xfrm>
            <a:custGeom>
              <a:rect b="b" l="l" r="r" t="t"/>
              <a:pathLst>
                <a:path extrusionOk="0" h="5873" w="2349">
                  <a:moveTo>
                    <a:pt x="1879" y="0"/>
                  </a:moveTo>
                  <a:cubicBezTo>
                    <a:pt x="1853" y="0"/>
                    <a:pt x="1853" y="27"/>
                    <a:pt x="1827" y="27"/>
                  </a:cubicBezTo>
                  <a:lnTo>
                    <a:pt x="0" y="5846"/>
                  </a:lnTo>
                  <a:cubicBezTo>
                    <a:pt x="0" y="5846"/>
                    <a:pt x="0" y="5846"/>
                    <a:pt x="0" y="5872"/>
                  </a:cubicBezTo>
                  <a:lnTo>
                    <a:pt x="26" y="5872"/>
                  </a:lnTo>
                  <a:cubicBezTo>
                    <a:pt x="183" y="5872"/>
                    <a:pt x="339" y="5846"/>
                    <a:pt x="496" y="5820"/>
                  </a:cubicBezTo>
                  <a:cubicBezTo>
                    <a:pt x="496" y="5820"/>
                    <a:pt x="522" y="5794"/>
                    <a:pt x="522" y="5794"/>
                  </a:cubicBezTo>
                  <a:cubicBezTo>
                    <a:pt x="679" y="5324"/>
                    <a:pt x="835" y="4828"/>
                    <a:pt x="966" y="4359"/>
                  </a:cubicBezTo>
                  <a:cubicBezTo>
                    <a:pt x="1044" y="4071"/>
                    <a:pt x="1148" y="3810"/>
                    <a:pt x="1227" y="3550"/>
                  </a:cubicBezTo>
                  <a:lnTo>
                    <a:pt x="2166" y="627"/>
                  </a:lnTo>
                  <a:lnTo>
                    <a:pt x="2244" y="366"/>
                  </a:lnTo>
                  <a:cubicBezTo>
                    <a:pt x="2270" y="261"/>
                    <a:pt x="2323" y="157"/>
                    <a:pt x="2349" y="53"/>
                  </a:cubicBezTo>
                  <a:cubicBezTo>
                    <a:pt x="2349" y="27"/>
                    <a:pt x="2349" y="27"/>
                    <a:pt x="2349" y="0"/>
                  </a:cubicBezTo>
                  <a:lnTo>
                    <a:pt x="2323" y="0"/>
                  </a:lnTo>
                  <a:cubicBezTo>
                    <a:pt x="2244" y="14"/>
                    <a:pt x="2166" y="20"/>
                    <a:pt x="2091" y="20"/>
                  </a:cubicBezTo>
                  <a:cubicBezTo>
                    <a:pt x="2016" y="20"/>
                    <a:pt x="1944" y="14"/>
                    <a:pt x="18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0"/>
            <p:cNvSpPr/>
            <p:nvPr/>
          </p:nvSpPr>
          <p:spPr>
            <a:xfrm>
              <a:off x="1819843" y="1410874"/>
              <a:ext cx="722511" cy="265428"/>
            </a:xfrm>
            <a:custGeom>
              <a:rect b="b" l="l" r="r" t="t"/>
              <a:pathLst>
                <a:path extrusionOk="0" h="5235" w="14250">
                  <a:moveTo>
                    <a:pt x="1103" y="1"/>
                  </a:moveTo>
                  <a:cubicBezTo>
                    <a:pt x="779" y="1"/>
                    <a:pt x="482" y="65"/>
                    <a:pt x="288" y="260"/>
                  </a:cubicBezTo>
                  <a:cubicBezTo>
                    <a:pt x="184" y="364"/>
                    <a:pt x="79" y="521"/>
                    <a:pt x="1" y="651"/>
                  </a:cubicBezTo>
                  <a:cubicBezTo>
                    <a:pt x="1" y="677"/>
                    <a:pt x="1" y="677"/>
                    <a:pt x="1" y="703"/>
                  </a:cubicBezTo>
                  <a:cubicBezTo>
                    <a:pt x="314" y="1095"/>
                    <a:pt x="888" y="1303"/>
                    <a:pt x="1384" y="1486"/>
                  </a:cubicBezTo>
                  <a:lnTo>
                    <a:pt x="1749" y="1617"/>
                  </a:lnTo>
                  <a:cubicBezTo>
                    <a:pt x="2297" y="1825"/>
                    <a:pt x="2845" y="2034"/>
                    <a:pt x="3367" y="2243"/>
                  </a:cubicBezTo>
                  <a:cubicBezTo>
                    <a:pt x="4516" y="2660"/>
                    <a:pt x="5716" y="3078"/>
                    <a:pt x="6890" y="3443"/>
                  </a:cubicBezTo>
                  <a:lnTo>
                    <a:pt x="7047" y="3495"/>
                  </a:lnTo>
                  <a:cubicBezTo>
                    <a:pt x="8482" y="3939"/>
                    <a:pt x="9682" y="4278"/>
                    <a:pt x="10805" y="4592"/>
                  </a:cubicBezTo>
                  <a:cubicBezTo>
                    <a:pt x="11274" y="4696"/>
                    <a:pt x="11875" y="4852"/>
                    <a:pt x="12501" y="5009"/>
                  </a:cubicBezTo>
                  <a:lnTo>
                    <a:pt x="12814" y="5087"/>
                  </a:lnTo>
                  <a:cubicBezTo>
                    <a:pt x="13098" y="5188"/>
                    <a:pt x="13394" y="5234"/>
                    <a:pt x="13693" y="5234"/>
                  </a:cubicBezTo>
                  <a:cubicBezTo>
                    <a:pt x="13860" y="5234"/>
                    <a:pt x="14028" y="5220"/>
                    <a:pt x="14197" y="5192"/>
                  </a:cubicBezTo>
                  <a:cubicBezTo>
                    <a:pt x="14197" y="5192"/>
                    <a:pt x="14223" y="5192"/>
                    <a:pt x="14223" y="5166"/>
                  </a:cubicBezTo>
                  <a:cubicBezTo>
                    <a:pt x="14249" y="5061"/>
                    <a:pt x="14249" y="4983"/>
                    <a:pt x="14249" y="4879"/>
                  </a:cubicBezTo>
                  <a:cubicBezTo>
                    <a:pt x="14223" y="4409"/>
                    <a:pt x="13884" y="4148"/>
                    <a:pt x="13492" y="3913"/>
                  </a:cubicBezTo>
                  <a:cubicBezTo>
                    <a:pt x="11692" y="2921"/>
                    <a:pt x="9787" y="2139"/>
                    <a:pt x="7830" y="1538"/>
                  </a:cubicBezTo>
                  <a:lnTo>
                    <a:pt x="7229" y="1356"/>
                  </a:lnTo>
                  <a:cubicBezTo>
                    <a:pt x="5690" y="860"/>
                    <a:pt x="4124" y="494"/>
                    <a:pt x="2558" y="207"/>
                  </a:cubicBezTo>
                  <a:lnTo>
                    <a:pt x="2219" y="155"/>
                  </a:lnTo>
                  <a:cubicBezTo>
                    <a:pt x="1884" y="86"/>
                    <a:pt x="1475" y="1"/>
                    <a:pt x="11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0"/>
            <p:cNvSpPr/>
            <p:nvPr/>
          </p:nvSpPr>
          <p:spPr>
            <a:xfrm>
              <a:off x="1708703" y="1760066"/>
              <a:ext cx="727784" cy="289815"/>
            </a:xfrm>
            <a:custGeom>
              <a:rect b="b" l="l" r="r" t="t"/>
              <a:pathLst>
                <a:path extrusionOk="0" h="5716" w="14354">
                  <a:moveTo>
                    <a:pt x="184" y="1"/>
                  </a:moveTo>
                  <a:cubicBezTo>
                    <a:pt x="157" y="1"/>
                    <a:pt x="157" y="1"/>
                    <a:pt x="157" y="27"/>
                  </a:cubicBezTo>
                  <a:cubicBezTo>
                    <a:pt x="1" y="392"/>
                    <a:pt x="1" y="836"/>
                    <a:pt x="157" y="1201"/>
                  </a:cubicBezTo>
                  <a:cubicBezTo>
                    <a:pt x="705" y="2271"/>
                    <a:pt x="2167" y="2793"/>
                    <a:pt x="3341" y="3211"/>
                  </a:cubicBezTo>
                  <a:lnTo>
                    <a:pt x="3837" y="3367"/>
                  </a:lnTo>
                  <a:cubicBezTo>
                    <a:pt x="4750" y="3733"/>
                    <a:pt x="5690" y="4046"/>
                    <a:pt x="6629" y="4359"/>
                  </a:cubicBezTo>
                  <a:lnTo>
                    <a:pt x="6577" y="4307"/>
                  </a:lnTo>
                  <a:lnTo>
                    <a:pt x="6577" y="4307"/>
                  </a:lnTo>
                  <a:cubicBezTo>
                    <a:pt x="7073" y="4463"/>
                    <a:pt x="7595" y="4620"/>
                    <a:pt x="8091" y="4750"/>
                  </a:cubicBezTo>
                  <a:lnTo>
                    <a:pt x="8743" y="4959"/>
                  </a:lnTo>
                  <a:cubicBezTo>
                    <a:pt x="9891" y="5298"/>
                    <a:pt x="11118" y="5664"/>
                    <a:pt x="12292" y="5716"/>
                  </a:cubicBezTo>
                  <a:cubicBezTo>
                    <a:pt x="13101" y="5716"/>
                    <a:pt x="13936" y="5690"/>
                    <a:pt x="14275" y="4750"/>
                  </a:cubicBezTo>
                  <a:lnTo>
                    <a:pt x="14354" y="4568"/>
                  </a:lnTo>
                  <a:cubicBezTo>
                    <a:pt x="14354" y="4542"/>
                    <a:pt x="14354" y="4516"/>
                    <a:pt x="14354" y="4516"/>
                  </a:cubicBezTo>
                  <a:lnTo>
                    <a:pt x="14327" y="4516"/>
                  </a:lnTo>
                  <a:cubicBezTo>
                    <a:pt x="14265" y="4520"/>
                    <a:pt x="14201" y="4522"/>
                    <a:pt x="14137" y="4522"/>
                  </a:cubicBezTo>
                  <a:cubicBezTo>
                    <a:pt x="13829" y="4522"/>
                    <a:pt x="13508" y="4472"/>
                    <a:pt x="13205" y="4385"/>
                  </a:cubicBezTo>
                  <a:lnTo>
                    <a:pt x="12997" y="4333"/>
                  </a:lnTo>
                  <a:cubicBezTo>
                    <a:pt x="12396" y="4202"/>
                    <a:pt x="11796" y="4072"/>
                    <a:pt x="11196" y="3915"/>
                  </a:cubicBezTo>
                  <a:cubicBezTo>
                    <a:pt x="9917" y="3576"/>
                    <a:pt x="8586" y="3185"/>
                    <a:pt x="7282" y="2767"/>
                  </a:cubicBezTo>
                  <a:lnTo>
                    <a:pt x="6890" y="2637"/>
                  </a:lnTo>
                  <a:cubicBezTo>
                    <a:pt x="5272" y="2115"/>
                    <a:pt x="3967" y="1671"/>
                    <a:pt x="2767" y="1201"/>
                  </a:cubicBezTo>
                  <a:cubicBezTo>
                    <a:pt x="2271" y="1019"/>
                    <a:pt x="1723" y="784"/>
                    <a:pt x="1149" y="549"/>
                  </a:cubicBezTo>
                  <a:lnTo>
                    <a:pt x="1097" y="523"/>
                  </a:lnTo>
                  <a:cubicBezTo>
                    <a:pt x="758" y="392"/>
                    <a:pt x="471" y="210"/>
                    <a:pt x="2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0"/>
            <p:cNvSpPr/>
            <p:nvPr/>
          </p:nvSpPr>
          <p:spPr>
            <a:xfrm>
              <a:off x="685928" y="1887128"/>
              <a:ext cx="1904031" cy="2380837"/>
            </a:xfrm>
            <a:custGeom>
              <a:rect b="b" l="l" r="r" t="t"/>
              <a:pathLst>
                <a:path extrusionOk="0" h="46957" w="37553">
                  <a:moveTo>
                    <a:pt x="12425" y="10559"/>
                  </a:moveTo>
                  <a:cubicBezTo>
                    <a:pt x="13253" y="10559"/>
                    <a:pt x="14139" y="10745"/>
                    <a:pt x="14902" y="10908"/>
                  </a:cubicBezTo>
                  <a:lnTo>
                    <a:pt x="15162" y="10960"/>
                  </a:lnTo>
                  <a:cubicBezTo>
                    <a:pt x="17850" y="11508"/>
                    <a:pt x="20512" y="12239"/>
                    <a:pt x="23148" y="13074"/>
                  </a:cubicBezTo>
                  <a:cubicBezTo>
                    <a:pt x="25836" y="13909"/>
                    <a:pt x="28471" y="14901"/>
                    <a:pt x="31081" y="16023"/>
                  </a:cubicBezTo>
                  <a:lnTo>
                    <a:pt x="31394" y="16154"/>
                  </a:lnTo>
                  <a:cubicBezTo>
                    <a:pt x="32986" y="16858"/>
                    <a:pt x="35387" y="17902"/>
                    <a:pt x="34787" y="19990"/>
                  </a:cubicBezTo>
                  <a:cubicBezTo>
                    <a:pt x="34108" y="22338"/>
                    <a:pt x="33325" y="24739"/>
                    <a:pt x="32568" y="27036"/>
                  </a:cubicBezTo>
                  <a:cubicBezTo>
                    <a:pt x="32203" y="28184"/>
                    <a:pt x="31812" y="29332"/>
                    <a:pt x="31446" y="30480"/>
                  </a:cubicBezTo>
                  <a:lnTo>
                    <a:pt x="27871" y="41754"/>
                  </a:lnTo>
                  <a:cubicBezTo>
                    <a:pt x="27610" y="42563"/>
                    <a:pt x="27271" y="43189"/>
                    <a:pt x="26514" y="43528"/>
                  </a:cubicBezTo>
                  <a:cubicBezTo>
                    <a:pt x="26123" y="43691"/>
                    <a:pt x="25695" y="43750"/>
                    <a:pt x="25254" y="43750"/>
                  </a:cubicBezTo>
                  <a:cubicBezTo>
                    <a:pt x="24636" y="43750"/>
                    <a:pt x="23992" y="43635"/>
                    <a:pt x="23383" y="43528"/>
                  </a:cubicBezTo>
                  <a:lnTo>
                    <a:pt x="23122" y="43476"/>
                  </a:lnTo>
                  <a:cubicBezTo>
                    <a:pt x="20225" y="42902"/>
                    <a:pt x="17381" y="42171"/>
                    <a:pt x="14588" y="41258"/>
                  </a:cubicBezTo>
                  <a:lnTo>
                    <a:pt x="14301" y="41153"/>
                  </a:lnTo>
                  <a:cubicBezTo>
                    <a:pt x="11561" y="40318"/>
                    <a:pt x="8847" y="39301"/>
                    <a:pt x="6212" y="38152"/>
                  </a:cubicBezTo>
                  <a:lnTo>
                    <a:pt x="5794" y="37970"/>
                  </a:lnTo>
                  <a:cubicBezTo>
                    <a:pt x="4855" y="37552"/>
                    <a:pt x="3811" y="37082"/>
                    <a:pt x="3158" y="36273"/>
                  </a:cubicBezTo>
                  <a:cubicBezTo>
                    <a:pt x="2663" y="35621"/>
                    <a:pt x="2584" y="34916"/>
                    <a:pt x="2871" y="33951"/>
                  </a:cubicBezTo>
                  <a:cubicBezTo>
                    <a:pt x="5194" y="26696"/>
                    <a:pt x="7490" y="19468"/>
                    <a:pt x="9787" y="12213"/>
                  </a:cubicBezTo>
                  <a:cubicBezTo>
                    <a:pt x="10228" y="10921"/>
                    <a:pt x="11270" y="10559"/>
                    <a:pt x="12425" y="10559"/>
                  </a:cubicBezTo>
                  <a:close/>
                  <a:moveTo>
                    <a:pt x="21478" y="0"/>
                  </a:moveTo>
                  <a:cubicBezTo>
                    <a:pt x="21478" y="0"/>
                    <a:pt x="21452" y="26"/>
                    <a:pt x="21452" y="26"/>
                  </a:cubicBezTo>
                  <a:cubicBezTo>
                    <a:pt x="21373" y="261"/>
                    <a:pt x="21295" y="522"/>
                    <a:pt x="21243" y="757"/>
                  </a:cubicBezTo>
                  <a:cubicBezTo>
                    <a:pt x="21034" y="1618"/>
                    <a:pt x="20669" y="2453"/>
                    <a:pt x="20173" y="3210"/>
                  </a:cubicBezTo>
                  <a:cubicBezTo>
                    <a:pt x="19677" y="3915"/>
                    <a:pt x="18999" y="4463"/>
                    <a:pt x="18190" y="4802"/>
                  </a:cubicBezTo>
                  <a:cubicBezTo>
                    <a:pt x="17120" y="5245"/>
                    <a:pt x="15998" y="5532"/>
                    <a:pt x="14823" y="5715"/>
                  </a:cubicBezTo>
                  <a:cubicBezTo>
                    <a:pt x="14536" y="5767"/>
                    <a:pt x="14223" y="5820"/>
                    <a:pt x="13884" y="5846"/>
                  </a:cubicBezTo>
                  <a:cubicBezTo>
                    <a:pt x="12788" y="6002"/>
                    <a:pt x="11666" y="6159"/>
                    <a:pt x="10700" y="6707"/>
                  </a:cubicBezTo>
                  <a:cubicBezTo>
                    <a:pt x="9317" y="7490"/>
                    <a:pt x="8873" y="8951"/>
                    <a:pt x="8430" y="10386"/>
                  </a:cubicBezTo>
                  <a:lnTo>
                    <a:pt x="8299" y="10726"/>
                  </a:lnTo>
                  <a:lnTo>
                    <a:pt x="2323" y="29462"/>
                  </a:lnTo>
                  <a:lnTo>
                    <a:pt x="679" y="34682"/>
                  </a:lnTo>
                  <a:cubicBezTo>
                    <a:pt x="262" y="35934"/>
                    <a:pt x="1" y="37239"/>
                    <a:pt x="784" y="38335"/>
                  </a:cubicBezTo>
                  <a:cubicBezTo>
                    <a:pt x="1514" y="39405"/>
                    <a:pt x="2741" y="40031"/>
                    <a:pt x="3863" y="40605"/>
                  </a:cubicBezTo>
                  <a:lnTo>
                    <a:pt x="3915" y="40631"/>
                  </a:lnTo>
                  <a:cubicBezTo>
                    <a:pt x="6577" y="41962"/>
                    <a:pt x="9343" y="43084"/>
                    <a:pt x="12188" y="43998"/>
                  </a:cubicBezTo>
                  <a:lnTo>
                    <a:pt x="13414" y="44389"/>
                  </a:lnTo>
                  <a:lnTo>
                    <a:pt x="13388" y="44363"/>
                  </a:lnTo>
                  <a:lnTo>
                    <a:pt x="13388" y="44363"/>
                  </a:lnTo>
                  <a:cubicBezTo>
                    <a:pt x="15919" y="45198"/>
                    <a:pt x="18503" y="45851"/>
                    <a:pt x="21112" y="46373"/>
                  </a:cubicBezTo>
                  <a:lnTo>
                    <a:pt x="21713" y="46503"/>
                  </a:lnTo>
                  <a:cubicBezTo>
                    <a:pt x="22744" y="46714"/>
                    <a:pt x="23948" y="46956"/>
                    <a:pt x="25086" y="46956"/>
                  </a:cubicBezTo>
                  <a:cubicBezTo>
                    <a:pt x="26482" y="46956"/>
                    <a:pt x="27776" y="46591"/>
                    <a:pt x="28524" y="45355"/>
                  </a:cubicBezTo>
                  <a:cubicBezTo>
                    <a:pt x="28889" y="44650"/>
                    <a:pt x="29176" y="43920"/>
                    <a:pt x="29359" y="43163"/>
                  </a:cubicBezTo>
                  <a:lnTo>
                    <a:pt x="29515" y="42667"/>
                  </a:lnTo>
                  <a:lnTo>
                    <a:pt x="30376" y="40005"/>
                  </a:lnTo>
                  <a:cubicBezTo>
                    <a:pt x="31707" y="35752"/>
                    <a:pt x="33064" y="31498"/>
                    <a:pt x="34421" y="27244"/>
                  </a:cubicBezTo>
                  <a:lnTo>
                    <a:pt x="36509" y="20616"/>
                  </a:lnTo>
                  <a:cubicBezTo>
                    <a:pt x="36587" y="20355"/>
                    <a:pt x="36692" y="20068"/>
                    <a:pt x="36796" y="19781"/>
                  </a:cubicBezTo>
                  <a:cubicBezTo>
                    <a:pt x="37135" y="18815"/>
                    <a:pt x="37474" y="17798"/>
                    <a:pt x="37501" y="16806"/>
                  </a:cubicBezTo>
                  <a:cubicBezTo>
                    <a:pt x="37553" y="15240"/>
                    <a:pt x="36587" y="14092"/>
                    <a:pt x="35726" y="13257"/>
                  </a:cubicBezTo>
                  <a:cubicBezTo>
                    <a:pt x="35517" y="13048"/>
                    <a:pt x="35308" y="12839"/>
                    <a:pt x="35100" y="12631"/>
                  </a:cubicBezTo>
                  <a:cubicBezTo>
                    <a:pt x="34160" y="11769"/>
                    <a:pt x="33299" y="10830"/>
                    <a:pt x="32542" y="9838"/>
                  </a:cubicBezTo>
                  <a:cubicBezTo>
                    <a:pt x="31916" y="9055"/>
                    <a:pt x="31551" y="8142"/>
                    <a:pt x="31446" y="7150"/>
                  </a:cubicBezTo>
                  <a:cubicBezTo>
                    <a:pt x="31368" y="6054"/>
                    <a:pt x="31681" y="5115"/>
                    <a:pt x="32020" y="4097"/>
                  </a:cubicBezTo>
                  <a:cubicBezTo>
                    <a:pt x="32099" y="3888"/>
                    <a:pt x="32151" y="3654"/>
                    <a:pt x="32229" y="3419"/>
                  </a:cubicBezTo>
                  <a:cubicBezTo>
                    <a:pt x="32229" y="3419"/>
                    <a:pt x="32229" y="3393"/>
                    <a:pt x="32229" y="3393"/>
                  </a:cubicBezTo>
                  <a:lnTo>
                    <a:pt x="32203" y="3393"/>
                  </a:lnTo>
                  <a:cubicBezTo>
                    <a:pt x="31577" y="3314"/>
                    <a:pt x="30950" y="3210"/>
                    <a:pt x="30350" y="3027"/>
                  </a:cubicBezTo>
                  <a:cubicBezTo>
                    <a:pt x="28889" y="2688"/>
                    <a:pt x="27610" y="2323"/>
                    <a:pt x="26410" y="1931"/>
                  </a:cubicBezTo>
                  <a:cubicBezTo>
                    <a:pt x="25027" y="1514"/>
                    <a:pt x="23670" y="992"/>
                    <a:pt x="22313" y="392"/>
                  </a:cubicBezTo>
                  <a:cubicBezTo>
                    <a:pt x="22104" y="313"/>
                    <a:pt x="21817" y="157"/>
                    <a:pt x="2150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0"/>
            <p:cNvSpPr/>
            <p:nvPr/>
          </p:nvSpPr>
          <p:spPr>
            <a:xfrm>
              <a:off x="1597563" y="2231350"/>
              <a:ext cx="553114" cy="235209"/>
            </a:xfrm>
            <a:custGeom>
              <a:rect b="b" l="l" r="r" t="t"/>
              <a:pathLst>
                <a:path extrusionOk="0" h="4639" w="10909">
                  <a:moveTo>
                    <a:pt x="3037" y="0"/>
                  </a:moveTo>
                  <a:cubicBezTo>
                    <a:pt x="1996" y="0"/>
                    <a:pt x="1008" y="270"/>
                    <a:pt x="184" y="1066"/>
                  </a:cubicBezTo>
                  <a:cubicBezTo>
                    <a:pt x="27" y="1197"/>
                    <a:pt x="1" y="1431"/>
                    <a:pt x="157" y="1588"/>
                  </a:cubicBezTo>
                  <a:cubicBezTo>
                    <a:pt x="1462" y="2788"/>
                    <a:pt x="2976" y="3128"/>
                    <a:pt x="4646" y="3623"/>
                  </a:cubicBezTo>
                  <a:cubicBezTo>
                    <a:pt x="5664" y="3910"/>
                    <a:pt x="6655" y="4302"/>
                    <a:pt x="7699" y="4537"/>
                  </a:cubicBezTo>
                  <a:cubicBezTo>
                    <a:pt x="8039" y="4610"/>
                    <a:pt x="8350" y="4639"/>
                    <a:pt x="8651" y="4639"/>
                  </a:cubicBezTo>
                  <a:cubicBezTo>
                    <a:pt x="9205" y="4639"/>
                    <a:pt x="9726" y="4543"/>
                    <a:pt x="10335" y="4458"/>
                  </a:cubicBezTo>
                  <a:cubicBezTo>
                    <a:pt x="10700" y="4380"/>
                    <a:pt x="10909" y="3963"/>
                    <a:pt x="10726" y="3623"/>
                  </a:cubicBezTo>
                  <a:cubicBezTo>
                    <a:pt x="10230" y="2867"/>
                    <a:pt x="9839" y="2214"/>
                    <a:pt x="9030" y="1718"/>
                  </a:cubicBezTo>
                  <a:cubicBezTo>
                    <a:pt x="7986" y="1092"/>
                    <a:pt x="6864" y="675"/>
                    <a:pt x="5690" y="414"/>
                  </a:cubicBezTo>
                  <a:cubicBezTo>
                    <a:pt x="4811" y="188"/>
                    <a:pt x="3905" y="0"/>
                    <a:pt x="3037" y="0"/>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0"/>
            <p:cNvSpPr/>
            <p:nvPr/>
          </p:nvSpPr>
          <p:spPr>
            <a:xfrm>
              <a:off x="1163598" y="2814181"/>
              <a:ext cx="968570" cy="897434"/>
            </a:xfrm>
            <a:custGeom>
              <a:rect b="b" l="l" r="r" t="t"/>
              <a:pathLst>
                <a:path extrusionOk="0" h="17700" w="19103">
                  <a:moveTo>
                    <a:pt x="9301" y="2922"/>
                  </a:moveTo>
                  <a:cubicBezTo>
                    <a:pt x="9315" y="2922"/>
                    <a:pt x="9329" y="2925"/>
                    <a:pt x="9343" y="2932"/>
                  </a:cubicBezTo>
                  <a:cubicBezTo>
                    <a:pt x="9917" y="3115"/>
                    <a:pt x="10491" y="3297"/>
                    <a:pt x="11091" y="3480"/>
                  </a:cubicBezTo>
                  <a:lnTo>
                    <a:pt x="12813" y="4028"/>
                  </a:lnTo>
                  <a:cubicBezTo>
                    <a:pt x="12840" y="4028"/>
                    <a:pt x="12866" y="4080"/>
                    <a:pt x="12866" y="4133"/>
                  </a:cubicBezTo>
                  <a:lnTo>
                    <a:pt x="11770" y="7603"/>
                  </a:lnTo>
                  <a:cubicBezTo>
                    <a:pt x="11770" y="7629"/>
                    <a:pt x="11770" y="7629"/>
                    <a:pt x="11796" y="7655"/>
                  </a:cubicBezTo>
                  <a:lnTo>
                    <a:pt x="15240" y="8752"/>
                  </a:lnTo>
                  <a:cubicBezTo>
                    <a:pt x="15266" y="8752"/>
                    <a:pt x="15293" y="8778"/>
                    <a:pt x="15293" y="8804"/>
                  </a:cubicBezTo>
                  <a:cubicBezTo>
                    <a:pt x="15319" y="8830"/>
                    <a:pt x="15319" y="8830"/>
                    <a:pt x="15293" y="8856"/>
                  </a:cubicBezTo>
                  <a:cubicBezTo>
                    <a:pt x="14927" y="10004"/>
                    <a:pt x="14562" y="11178"/>
                    <a:pt x="14197" y="12327"/>
                  </a:cubicBezTo>
                  <a:cubicBezTo>
                    <a:pt x="14197" y="12353"/>
                    <a:pt x="14170" y="12353"/>
                    <a:pt x="14170" y="12379"/>
                  </a:cubicBezTo>
                  <a:lnTo>
                    <a:pt x="14092" y="12379"/>
                  </a:lnTo>
                  <a:lnTo>
                    <a:pt x="10621" y="11283"/>
                  </a:lnTo>
                  <a:cubicBezTo>
                    <a:pt x="10614" y="11275"/>
                    <a:pt x="10608" y="11272"/>
                    <a:pt x="10604" y="11272"/>
                  </a:cubicBezTo>
                  <a:cubicBezTo>
                    <a:pt x="10593" y="11272"/>
                    <a:pt x="10588" y="11290"/>
                    <a:pt x="10569" y="11309"/>
                  </a:cubicBezTo>
                  <a:lnTo>
                    <a:pt x="9473" y="14754"/>
                  </a:lnTo>
                  <a:cubicBezTo>
                    <a:pt x="9473" y="14792"/>
                    <a:pt x="9445" y="14816"/>
                    <a:pt x="9410" y="14816"/>
                  </a:cubicBezTo>
                  <a:cubicBezTo>
                    <a:pt x="9397" y="14816"/>
                    <a:pt x="9383" y="14813"/>
                    <a:pt x="9369" y="14806"/>
                  </a:cubicBezTo>
                  <a:lnTo>
                    <a:pt x="7568" y="14258"/>
                  </a:lnTo>
                  <a:lnTo>
                    <a:pt x="5898" y="13710"/>
                  </a:lnTo>
                  <a:cubicBezTo>
                    <a:pt x="5872" y="13710"/>
                    <a:pt x="5846" y="13684"/>
                    <a:pt x="5846" y="13684"/>
                  </a:cubicBezTo>
                  <a:cubicBezTo>
                    <a:pt x="5846" y="13658"/>
                    <a:pt x="5846" y="13631"/>
                    <a:pt x="5846" y="13605"/>
                  </a:cubicBezTo>
                  <a:lnTo>
                    <a:pt x="6942" y="10135"/>
                  </a:lnTo>
                  <a:cubicBezTo>
                    <a:pt x="6942" y="10108"/>
                    <a:pt x="6942" y="10108"/>
                    <a:pt x="6942" y="10108"/>
                  </a:cubicBezTo>
                  <a:cubicBezTo>
                    <a:pt x="6942" y="10082"/>
                    <a:pt x="6916" y="10082"/>
                    <a:pt x="6916" y="10082"/>
                  </a:cubicBezTo>
                  <a:lnTo>
                    <a:pt x="3445" y="8986"/>
                  </a:lnTo>
                  <a:cubicBezTo>
                    <a:pt x="3419" y="8960"/>
                    <a:pt x="3419" y="8960"/>
                    <a:pt x="3393" y="8934"/>
                  </a:cubicBezTo>
                  <a:cubicBezTo>
                    <a:pt x="3393" y="8908"/>
                    <a:pt x="3393" y="8882"/>
                    <a:pt x="3393" y="8856"/>
                  </a:cubicBezTo>
                  <a:cubicBezTo>
                    <a:pt x="3810" y="7629"/>
                    <a:pt x="4176" y="6507"/>
                    <a:pt x="4515" y="5411"/>
                  </a:cubicBezTo>
                  <a:cubicBezTo>
                    <a:pt x="4515" y="5385"/>
                    <a:pt x="4515" y="5359"/>
                    <a:pt x="4541" y="5359"/>
                  </a:cubicBezTo>
                  <a:cubicBezTo>
                    <a:pt x="4554" y="5346"/>
                    <a:pt x="4567" y="5339"/>
                    <a:pt x="4580" y="5339"/>
                  </a:cubicBezTo>
                  <a:cubicBezTo>
                    <a:pt x="4593" y="5339"/>
                    <a:pt x="4606" y="5346"/>
                    <a:pt x="4619" y="5359"/>
                  </a:cubicBezTo>
                  <a:lnTo>
                    <a:pt x="8090" y="6455"/>
                  </a:lnTo>
                  <a:lnTo>
                    <a:pt x="8116" y="6455"/>
                  </a:lnTo>
                  <a:cubicBezTo>
                    <a:pt x="8116" y="6455"/>
                    <a:pt x="8116" y="6429"/>
                    <a:pt x="8116" y="6429"/>
                  </a:cubicBezTo>
                  <a:lnTo>
                    <a:pt x="9212" y="2984"/>
                  </a:lnTo>
                  <a:cubicBezTo>
                    <a:pt x="9231" y="2946"/>
                    <a:pt x="9264" y="2922"/>
                    <a:pt x="9301" y="2922"/>
                  </a:cubicBezTo>
                  <a:close/>
                  <a:moveTo>
                    <a:pt x="9420" y="0"/>
                  </a:moveTo>
                  <a:cubicBezTo>
                    <a:pt x="9020" y="0"/>
                    <a:pt x="8619" y="30"/>
                    <a:pt x="8221" y="88"/>
                  </a:cubicBezTo>
                  <a:cubicBezTo>
                    <a:pt x="4463" y="583"/>
                    <a:pt x="1410" y="3402"/>
                    <a:pt x="653" y="7134"/>
                  </a:cubicBezTo>
                  <a:cubicBezTo>
                    <a:pt x="0" y="10865"/>
                    <a:pt x="1697" y="14597"/>
                    <a:pt x="4933" y="16528"/>
                  </a:cubicBezTo>
                  <a:cubicBezTo>
                    <a:pt x="5481" y="16841"/>
                    <a:pt x="6029" y="17076"/>
                    <a:pt x="6603" y="17259"/>
                  </a:cubicBezTo>
                  <a:cubicBezTo>
                    <a:pt x="7507" y="17555"/>
                    <a:pt x="8442" y="17700"/>
                    <a:pt x="9371" y="17700"/>
                  </a:cubicBezTo>
                  <a:cubicBezTo>
                    <a:pt x="11310" y="17700"/>
                    <a:pt x="13226" y="17067"/>
                    <a:pt x="14797" y="15850"/>
                  </a:cubicBezTo>
                  <a:cubicBezTo>
                    <a:pt x="17980" y="13266"/>
                    <a:pt x="19103" y="8934"/>
                    <a:pt x="17459" y="5359"/>
                  </a:cubicBezTo>
                  <a:cubicBezTo>
                    <a:pt x="16389" y="3010"/>
                    <a:pt x="14405" y="1210"/>
                    <a:pt x="11926" y="401"/>
                  </a:cubicBezTo>
                  <a:cubicBezTo>
                    <a:pt x="11126" y="134"/>
                    <a:pt x="10276" y="0"/>
                    <a:pt x="94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0"/>
            <p:cNvSpPr/>
            <p:nvPr/>
          </p:nvSpPr>
          <p:spPr>
            <a:xfrm>
              <a:off x="1347497" y="2972070"/>
              <a:ext cx="580899" cy="582217"/>
            </a:xfrm>
            <a:custGeom>
              <a:rect b="b" l="l" r="r" t="t"/>
              <a:pathLst>
                <a:path extrusionOk="0" h="11483" w="11457">
                  <a:moveTo>
                    <a:pt x="5742" y="1"/>
                  </a:moveTo>
                  <a:cubicBezTo>
                    <a:pt x="5742" y="1"/>
                    <a:pt x="5742" y="27"/>
                    <a:pt x="5742" y="27"/>
                  </a:cubicBezTo>
                  <a:lnTo>
                    <a:pt x="4646" y="3498"/>
                  </a:lnTo>
                  <a:cubicBezTo>
                    <a:pt x="4625" y="3519"/>
                    <a:pt x="4586" y="3557"/>
                    <a:pt x="4545" y="3557"/>
                  </a:cubicBezTo>
                  <a:cubicBezTo>
                    <a:pt x="4535" y="3557"/>
                    <a:pt x="4525" y="3555"/>
                    <a:pt x="4515" y="3550"/>
                  </a:cubicBezTo>
                  <a:lnTo>
                    <a:pt x="1071" y="2454"/>
                  </a:lnTo>
                  <a:lnTo>
                    <a:pt x="1018" y="2454"/>
                  </a:lnTo>
                  <a:cubicBezTo>
                    <a:pt x="1018" y="2454"/>
                    <a:pt x="1018" y="2454"/>
                    <a:pt x="1018" y="2480"/>
                  </a:cubicBezTo>
                  <a:cubicBezTo>
                    <a:pt x="705" y="3498"/>
                    <a:pt x="366" y="4541"/>
                    <a:pt x="1" y="5690"/>
                  </a:cubicBezTo>
                  <a:cubicBezTo>
                    <a:pt x="1" y="5690"/>
                    <a:pt x="1" y="5716"/>
                    <a:pt x="1" y="5716"/>
                  </a:cubicBezTo>
                  <a:cubicBezTo>
                    <a:pt x="1" y="5716"/>
                    <a:pt x="1" y="5742"/>
                    <a:pt x="1" y="5742"/>
                  </a:cubicBezTo>
                  <a:lnTo>
                    <a:pt x="3471" y="6838"/>
                  </a:lnTo>
                  <a:cubicBezTo>
                    <a:pt x="3524" y="6864"/>
                    <a:pt x="3550" y="6916"/>
                    <a:pt x="3524" y="6942"/>
                  </a:cubicBezTo>
                  <a:lnTo>
                    <a:pt x="2428" y="10413"/>
                  </a:lnTo>
                  <a:cubicBezTo>
                    <a:pt x="2428" y="10413"/>
                    <a:pt x="2428" y="10439"/>
                    <a:pt x="2428" y="10439"/>
                  </a:cubicBezTo>
                  <a:cubicBezTo>
                    <a:pt x="2428" y="10439"/>
                    <a:pt x="2454" y="10465"/>
                    <a:pt x="2454" y="10465"/>
                  </a:cubicBezTo>
                  <a:lnTo>
                    <a:pt x="4019" y="10961"/>
                  </a:lnTo>
                  <a:cubicBezTo>
                    <a:pt x="4567" y="11144"/>
                    <a:pt x="5116" y="11326"/>
                    <a:pt x="5664" y="11483"/>
                  </a:cubicBezTo>
                  <a:lnTo>
                    <a:pt x="5716" y="11483"/>
                  </a:lnTo>
                  <a:cubicBezTo>
                    <a:pt x="5716" y="11483"/>
                    <a:pt x="5716" y="11483"/>
                    <a:pt x="5716" y="11457"/>
                  </a:cubicBezTo>
                  <a:lnTo>
                    <a:pt x="6812" y="8012"/>
                  </a:lnTo>
                  <a:cubicBezTo>
                    <a:pt x="6838" y="7960"/>
                    <a:pt x="6890" y="7934"/>
                    <a:pt x="6942" y="7934"/>
                  </a:cubicBezTo>
                  <a:lnTo>
                    <a:pt x="10387" y="9030"/>
                  </a:lnTo>
                  <a:lnTo>
                    <a:pt x="10413" y="9030"/>
                  </a:lnTo>
                  <a:cubicBezTo>
                    <a:pt x="10413" y="9030"/>
                    <a:pt x="10439" y="9030"/>
                    <a:pt x="10439" y="9004"/>
                  </a:cubicBezTo>
                  <a:cubicBezTo>
                    <a:pt x="10778" y="7934"/>
                    <a:pt x="11118" y="6864"/>
                    <a:pt x="11457" y="5794"/>
                  </a:cubicBezTo>
                  <a:cubicBezTo>
                    <a:pt x="11457" y="5794"/>
                    <a:pt x="11457" y="5768"/>
                    <a:pt x="11457" y="5768"/>
                  </a:cubicBezTo>
                  <a:cubicBezTo>
                    <a:pt x="11457" y="5768"/>
                    <a:pt x="11457" y="5742"/>
                    <a:pt x="11431" y="5742"/>
                  </a:cubicBezTo>
                  <a:lnTo>
                    <a:pt x="7986" y="4646"/>
                  </a:lnTo>
                  <a:cubicBezTo>
                    <a:pt x="7934" y="4646"/>
                    <a:pt x="7908" y="4594"/>
                    <a:pt x="7908" y="4541"/>
                  </a:cubicBezTo>
                  <a:lnTo>
                    <a:pt x="9030" y="1071"/>
                  </a:lnTo>
                  <a:cubicBezTo>
                    <a:pt x="9030" y="1071"/>
                    <a:pt x="9030" y="1071"/>
                    <a:pt x="9030" y="1045"/>
                  </a:cubicBezTo>
                  <a:lnTo>
                    <a:pt x="9004" y="1045"/>
                  </a:lnTo>
                  <a:lnTo>
                    <a:pt x="7412" y="523"/>
                  </a:lnTo>
                  <a:cubicBezTo>
                    <a:pt x="6864" y="366"/>
                    <a:pt x="6316" y="183"/>
                    <a:pt x="57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0"/>
            <p:cNvSpPr/>
            <p:nvPr/>
          </p:nvSpPr>
          <p:spPr>
            <a:xfrm>
              <a:off x="1122580" y="2751360"/>
              <a:ext cx="1078391" cy="1023785"/>
            </a:xfrm>
            <a:custGeom>
              <a:rect b="b" l="l" r="r" t="t"/>
              <a:pathLst>
                <a:path extrusionOk="0" h="20192" w="21269">
                  <a:moveTo>
                    <a:pt x="10203" y="1058"/>
                  </a:moveTo>
                  <a:cubicBezTo>
                    <a:pt x="11098" y="1058"/>
                    <a:pt x="11995" y="1189"/>
                    <a:pt x="12866" y="1457"/>
                  </a:cubicBezTo>
                  <a:cubicBezTo>
                    <a:pt x="13283" y="1588"/>
                    <a:pt x="13649" y="1744"/>
                    <a:pt x="14040" y="1927"/>
                  </a:cubicBezTo>
                  <a:cubicBezTo>
                    <a:pt x="18320" y="3988"/>
                    <a:pt x="20303" y="8999"/>
                    <a:pt x="18528" y="13435"/>
                  </a:cubicBezTo>
                  <a:cubicBezTo>
                    <a:pt x="17140" y="16937"/>
                    <a:pt x="13777" y="19106"/>
                    <a:pt x="10177" y="19106"/>
                  </a:cubicBezTo>
                  <a:cubicBezTo>
                    <a:pt x="9244" y="19106"/>
                    <a:pt x="8294" y="18961"/>
                    <a:pt x="7359" y="18654"/>
                  </a:cubicBezTo>
                  <a:cubicBezTo>
                    <a:pt x="3863" y="17558"/>
                    <a:pt x="1384" y="14427"/>
                    <a:pt x="1123" y="10773"/>
                  </a:cubicBezTo>
                  <a:cubicBezTo>
                    <a:pt x="914" y="7642"/>
                    <a:pt x="2323" y="4615"/>
                    <a:pt x="4854" y="2762"/>
                  </a:cubicBezTo>
                  <a:cubicBezTo>
                    <a:pt x="6432" y="1645"/>
                    <a:pt x="8310" y="1058"/>
                    <a:pt x="10203" y="1058"/>
                  </a:cubicBezTo>
                  <a:close/>
                  <a:moveTo>
                    <a:pt x="10117" y="0"/>
                  </a:moveTo>
                  <a:cubicBezTo>
                    <a:pt x="8676" y="0"/>
                    <a:pt x="7243" y="314"/>
                    <a:pt x="5924" y="935"/>
                  </a:cubicBezTo>
                  <a:cubicBezTo>
                    <a:pt x="2427" y="2579"/>
                    <a:pt x="131" y="6050"/>
                    <a:pt x="53" y="9756"/>
                  </a:cubicBezTo>
                  <a:cubicBezTo>
                    <a:pt x="0" y="13487"/>
                    <a:pt x="1932" y="16932"/>
                    <a:pt x="5141" y="18863"/>
                  </a:cubicBezTo>
                  <a:cubicBezTo>
                    <a:pt x="5742" y="19202"/>
                    <a:pt x="6394" y="19489"/>
                    <a:pt x="7072" y="19698"/>
                  </a:cubicBezTo>
                  <a:cubicBezTo>
                    <a:pt x="8085" y="20028"/>
                    <a:pt x="9129" y="20191"/>
                    <a:pt x="10171" y="20191"/>
                  </a:cubicBezTo>
                  <a:cubicBezTo>
                    <a:pt x="11601" y="20191"/>
                    <a:pt x="13025" y="19884"/>
                    <a:pt x="14353" y="19281"/>
                  </a:cubicBezTo>
                  <a:cubicBezTo>
                    <a:pt x="17145" y="17950"/>
                    <a:pt x="19285" y="15392"/>
                    <a:pt x="19964" y="12548"/>
                  </a:cubicBezTo>
                  <a:cubicBezTo>
                    <a:pt x="21269" y="7381"/>
                    <a:pt x="18294" y="2083"/>
                    <a:pt x="13205" y="492"/>
                  </a:cubicBezTo>
                  <a:cubicBezTo>
                    <a:pt x="12199" y="163"/>
                    <a:pt x="11156" y="0"/>
                    <a:pt x="1011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0"/>
            <p:cNvSpPr/>
            <p:nvPr/>
          </p:nvSpPr>
          <p:spPr>
            <a:xfrm>
              <a:off x="824854" y="2433199"/>
              <a:ext cx="1642051" cy="1663296"/>
            </a:xfrm>
            <a:custGeom>
              <a:rect b="b" l="l" r="r" t="t"/>
              <a:pathLst>
                <a:path extrusionOk="0" h="32805" w="32386">
                  <a:moveTo>
                    <a:pt x="16006" y="6107"/>
                  </a:moveTo>
                  <a:cubicBezTo>
                    <a:pt x="17089" y="6107"/>
                    <a:pt x="18170" y="6270"/>
                    <a:pt x="19207" y="6610"/>
                  </a:cubicBezTo>
                  <a:cubicBezTo>
                    <a:pt x="20773" y="7106"/>
                    <a:pt x="22208" y="7993"/>
                    <a:pt x="23357" y="9194"/>
                  </a:cubicBezTo>
                  <a:cubicBezTo>
                    <a:pt x="25653" y="11594"/>
                    <a:pt x="26697" y="14909"/>
                    <a:pt x="26149" y="18197"/>
                  </a:cubicBezTo>
                  <a:cubicBezTo>
                    <a:pt x="25249" y="23209"/>
                    <a:pt x="20868" y="26639"/>
                    <a:pt x="16051" y="26639"/>
                  </a:cubicBezTo>
                  <a:cubicBezTo>
                    <a:pt x="14999" y="26639"/>
                    <a:pt x="13927" y="26476"/>
                    <a:pt x="12866" y="26130"/>
                  </a:cubicBezTo>
                  <a:cubicBezTo>
                    <a:pt x="12188" y="25895"/>
                    <a:pt x="11535" y="25608"/>
                    <a:pt x="10909" y="25269"/>
                  </a:cubicBezTo>
                  <a:cubicBezTo>
                    <a:pt x="7177" y="23077"/>
                    <a:pt x="5194" y="18849"/>
                    <a:pt x="5899" y="14595"/>
                  </a:cubicBezTo>
                  <a:cubicBezTo>
                    <a:pt x="6655" y="10316"/>
                    <a:pt x="10022" y="7001"/>
                    <a:pt x="14275" y="6245"/>
                  </a:cubicBezTo>
                  <a:cubicBezTo>
                    <a:pt x="14848" y="6154"/>
                    <a:pt x="15427" y="6107"/>
                    <a:pt x="16006" y="6107"/>
                  </a:cubicBezTo>
                  <a:close/>
                  <a:moveTo>
                    <a:pt x="9642" y="0"/>
                  </a:moveTo>
                  <a:cubicBezTo>
                    <a:pt x="8596" y="0"/>
                    <a:pt x="7652" y="324"/>
                    <a:pt x="7256" y="1495"/>
                  </a:cubicBezTo>
                  <a:lnTo>
                    <a:pt x="549" y="22555"/>
                  </a:lnTo>
                  <a:cubicBezTo>
                    <a:pt x="523" y="22659"/>
                    <a:pt x="471" y="22763"/>
                    <a:pt x="444" y="22868"/>
                  </a:cubicBezTo>
                  <a:cubicBezTo>
                    <a:pt x="236" y="23468"/>
                    <a:pt x="1" y="24146"/>
                    <a:pt x="236" y="24747"/>
                  </a:cubicBezTo>
                  <a:cubicBezTo>
                    <a:pt x="627" y="25947"/>
                    <a:pt x="2036" y="26547"/>
                    <a:pt x="3158" y="27043"/>
                  </a:cubicBezTo>
                  <a:lnTo>
                    <a:pt x="3524" y="27200"/>
                  </a:lnTo>
                  <a:cubicBezTo>
                    <a:pt x="6107" y="28348"/>
                    <a:pt x="8743" y="29340"/>
                    <a:pt x="11457" y="30175"/>
                  </a:cubicBezTo>
                  <a:lnTo>
                    <a:pt x="11927" y="30331"/>
                  </a:lnTo>
                  <a:cubicBezTo>
                    <a:pt x="14745" y="31245"/>
                    <a:pt x="17589" y="31975"/>
                    <a:pt x="20460" y="32523"/>
                  </a:cubicBezTo>
                  <a:lnTo>
                    <a:pt x="20747" y="32575"/>
                  </a:lnTo>
                  <a:cubicBezTo>
                    <a:pt x="21280" y="32682"/>
                    <a:pt x="21935" y="32805"/>
                    <a:pt x="22569" y="32805"/>
                  </a:cubicBezTo>
                  <a:cubicBezTo>
                    <a:pt x="23332" y="32805"/>
                    <a:pt x="24063" y="32626"/>
                    <a:pt x="24505" y="32027"/>
                  </a:cubicBezTo>
                  <a:cubicBezTo>
                    <a:pt x="24792" y="31584"/>
                    <a:pt x="24975" y="31088"/>
                    <a:pt x="25105" y="30566"/>
                  </a:cubicBezTo>
                  <a:cubicBezTo>
                    <a:pt x="25131" y="30436"/>
                    <a:pt x="25183" y="30331"/>
                    <a:pt x="25209" y="30201"/>
                  </a:cubicBezTo>
                  <a:lnTo>
                    <a:pt x="31055" y="11829"/>
                  </a:lnTo>
                  <a:cubicBezTo>
                    <a:pt x="31133" y="11620"/>
                    <a:pt x="31211" y="11359"/>
                    <a:pt x="31316" y="11099"/>
                  </a:cubicBezTo>
                  <a:cubicBezTo>
                    <a:pt x="31786" y="9820"/>
                    <a:pt x="32386" y="8254"/>
                    <a:pt x="31446" y="7262"/>
                  </a:cubicBezTo>
                  <a:cubicBezTo>
                    <a:pt x="30611" y="6401"/>
                    <a:pt x="29359" y="5879"/>
                    <a:pt x="28263" y="5410"/>
                  </a:cubicBezTo>
                  <a:lnTo>
                    <a:pt x="27897" y="5253"/>
                  </a:lnTo>
                  <a:cubicBezTo>
                    <a:pt x="26619" y="4705"/>
                    <a:pt x="25314" y="4183"/>
                    <a:pt x="23826" y="3661"/>
                  </a:cubicBezTo>
                  <a:cubicBezTo>
                    <a:pt x="22652" y="3244"/>
                    <a:pt x="21452" y="2852"/>
                    <a:pt x="20330" y="2487"/>
                  </a:cubicBezTo>
                  <a:cubicBezTo>
                    <a:pt x="18425" y="1887"/>
                    <a:pt x="16572" y="1365"/>
                    <a:pt x="14771" y="921"/>
                  </a:cubicBezTo>
                  <a:cubicBezTo>
                    <a:pt x="13545" y="608"/>
                    <a:pt x="12214" y="295"/>
                    <a:pt x="10857" y="112"/>
                  </a:cubicBezTo>
                  <a:cubicBezTo>
                    <a:pt x="10454" y="47"/>
                    <a:pt x="10040" y="0"/>
                    <a:pt x="96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0"/>
            <p:cNvSpPr/>
            <p:nvPr/>
          </p:nvSpPr>
          <p:spPr>
            <a:xfrm>
              <a:off x="1347497" y="3171890"/>
              <a:ext cx="554432" cy="382398"/>
            </a:xfrm>
            <a:custGeom>
              <a:rect b="b" l="l" r="r" t="t"/>
              <a:pathLst>
                <a:path extrusionOk="0" h="7542" w="10935">
                  <a:moveTo>
                    <a:pt x="549" y="0"/>
                  </a:moveTo>
                  <a:cubicBezTo>
                    <a:pt x="366" y="574"/>
                    <a:pt x="183" y="1148"/>
                    <a:pt x="1" y="1749"/>
                  </a:cubicBezTo>
                  <a:cubicBezTo>
                    <a:pt x="1" y="1749"/>
                    <a:pt x="1" y="1775"/>
                    <a:pt x="1" y="1775"/>
                  </a:cubicBezTo>
                  <a:cubicBezTo>
                    <a:pt x="1" y="1801"/>
                    <a:pt x="1" y="1801"/>
                    <a:pt x="1" y="1801"/>
                  </a:cubicBezTo>
                  <a:lnTo>
                    <a:pt x="3471" y="2897"/>
                  </a:lnTo>
                  <a:cubicBezTo>
                    <a:pt x="3524" y="2923"/>
                    <a:pt x="3550" y="2975"/>
                    <a:pt x="3524" y="3027"/>
                  </a:cubicBezTo>
                  <a:lnTo>
                    <a:pt x="2428" y="6472"/>
                  </a:lnTo>
                  <a:cubicBezTo>
                    <a:pt x="2428" y="6472"/>
                    <a:pt x="2428" y="6498"/>
                    <a:pt x="2428" y="6498"/>
                  </a:cubicBezTo>
                  <a:cubicBezTo>
                    <a:pt x="2428" y="6524"/>
                    <a:pt x="2454" y="6524"/>
                    <a:pt x="2454" y="6524"/>
                  </a:cubicBezTo>
                  <a:lnTo>
                    <a:pt x="4019" y="7020"/>
                  </a:lnTo>
                  <a:cubicBezTo>
                    <a:pt x="4567" y="7203"/>
                    <a:pt x="5116" y="7359"/>
                    <a:pt x="5664" y="7542"/>
                  </a:cubicBezTo>
                  <a:lnTo>
                    <a:pt x="5716" y="7542"/>
                  </a:lnTo>
                  <a:cubicBezTo>
                    <a:pt x="5716" y="7542"/>
                    <a:pt x="5716" y="7542"/>
                    <a:pt x="5716" y="7516"/>
                  </a:cubicBezTo>
                  <a:lnTo>
                    <a:pt x="6812" y="4071"/>
                  </a:lnTo>
                  <a:cubicBezTo>
                    <a:pt x="6838" y="4019"/>
                    <a:pt x="6890" y="3993"/>
                    <a:pt x="6942" y="3993"/>
                  </a:cubicBezTo>
                  <a:lnTo>
                    <a:pt x="10387" y="5115"/>
                  </a:lnTo>
                  <a:lnTo>
                    <a:pt x="10439" y="5115"/>
                  </a:lnTo>
                  <a:cubicBezTo>
                    <a:pt x="10439" y="5089"/>
                    <a:pt x="10439" y="5089"/>
                    <a:pt x="10439" y="5089"/>
                  </a:cubicBezTo>
                  <a:cubicBezTo>
                    <a:pt x="10622" y="4541"/>
                    <a:pt x="10778" y="4019"/>
                    <a:pt x="10935" y="3497"/>
                  </a:cubicBezTo>
                  <a:cubicBezTo>
                    <a:pt x="10622" y="3080"/>
                    <a:pt x="10230" y="2740"/>
                    <a:pt x="9813" y="2453"/>
                  </a:cubicBezTo>
                  <a:cubicBezTo>
                    <a:pt x="8909" y="1856"/>
                    <a:pt x="7843" y="1726"/>
                    <a:pt x="6768" y="1726"/>
                  </a:cubicBezTo>
                  <a:cubicBezTo>
                    <a:pt x="6012" y="1726"/>
                    <a:pt x="5252" y="1790"/>
                    <a:pt x="4541" y="1801"/>
                  </a:cubicBezTo>
                  <a:cubicBezTo>
                    <a:pt x="4401" y="1812"/>
                    <a:pt x="4260" y="1817"/>
                    <a:pt x="4120" y="1817"/>
                  </a:cubicBezTo>
                  <a:cubicBezTo>
                    <a:pt x="3244" y="1817"/>
                    <a:pt x="2376" y="1609"/>
                    <a:pt x="1566" y="1227"/>
                  </a:cubicBezTo>
                  <a:cubicBezTo>
                    <a:pt x="1097" y="966"/>
                    <a:pt x="731" y="522"/>
                    <a:pt x="54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0"/>
            <p:cNvSpPr/>
            <p:nvPr/>
          </p:nvSpPr>
          <p:spPr>
            <a:xfrm>
              <a:off x="824854" y="2432641"/>
              <a:ext cx="1640733" cy="1663853"/>
            </a:xfrm>
            <a:custGeom>
              <a:rect b="b" l="l" r="r" t="t"/>
              <a:pathLst>
                <a:path extrusionOk="0" h="32816" w="32360">
                  <a:moveTo>
                    <a:pt x="9655" y="1"/>
                  </a:moveTo>
                  <a:cubicBezTo>
                    <a:pt x="8600" y="1"/>
                    <a:pt x="7657" y="315"/>
                    <a:pt x="7256" y="1480"/>
                  </a:cubicBezTo>
                  <a:lnTo>
                    <a:pt x="549" y="22540"/>
                  </a:lnTo>
                  <a:cubicBezTo>
                    <a:pt x="523" y="22644"/>
                    <a:pt x="471" y="22774"/>
                    <a:pt x="444" y="22879"/>
                  </a:cubicBezTo>
                  <a:cubicBezTo>
                    <a:pt x="236" y="23479"/>
                    <a:pt x="1" y="24131"/>
                    <a:pt x="236" y="24758"/>
                  </a:cubicBezTo>
                  <a:cubicBezTo>
                    <a:pt x="653" y="25932"/>
                    <a:pt x="2062" y="26558"/>
                    <a:pt x="3158" y="27028"/>
                  </a:cubicBezTo>
                  <a:lnTo>
                    <a:pt x="3524" y="27185"/>
                  </a:lnTo>
                  <a:cubicBezTo>
                    <a:pt x="6107" y="28333"/>
                    <a:pt x="8769" y="29324"/>
                    <a:pt x="11457" y="30160"/>
                  </a:cubicBezTo>
                  <a:lnTo>
                    <a:pt x="11901" y="30316"/>
                  </a:lnTo>
                  <a:cubicBezTo>
                    <a:pt x="14693" y="31229"/>
                    <a:pt x="17563" y="31986"/>
                    <a:pt x="20434" y="32534"/>
                  </a:cubicBezTo>
                  <a:lnTo>
                    <a:pt x="20721" y="32586"/>
                  </a:lnTo>
                  <a:cubicBezTo>
                    <a:pt x="21253" y="32693"/>
                    <a:pt x="21909" y="32816"/>
                    <a:pt x="22543" y="32816"/>
                  </a:cubicBezTo>
                  <a:cubicBezTo>
                    <a:pt x="23306" y="32816"/>
                    <a:pt x="24037" y="32637"/>
                    <a:pt x="24479" y="32038"/>
                  </a:cubicBezTo>
                  <a:cubicBezTo>
                    <a:pt x="24740" y="31595"/>
                    <a:pt x="24948" y="31099"/>
                    <a:pt x="25079" y="30577"/>
                  </a:cubicBezTo>
                  <a:cubicBezTo>
                    <a:pt x="25105" y="30473"/>
                    <a:pt x="25157" y="30342"/>
                    <a:pt x="25183" y="30212"/>
                  </a:cubicBezTo>
                  <a:lnTo>
                    <a:pt x="31029" y="11866"/>
                  </a:lnTo>
                  <a:cubicBezTo>
                    <a:pt x="31107" y="11631"/>
                    <a:pt x="31185" y="11370"/>
                    <a:pt x="31290" y="11110"/>
                  </a:cubicBezTo>
                  <a:cubicBezTo>
                    <a:pt x="31759" y="9831"/>
                    <a:pt x="32360" y="8239"/>
                    <a:pt x="31420" y="7273"/>
                  </a:cubicBezTo>
                  <a:cubicBezTo>
                    <a:pt x="31081" y="6934"/>
                    <a:pt x="30690" y="6621"/>
                    <a:pt x="30246" y="6386"/>
                  </a:cubicBezTo>
                  <a:lnTo>
                    <a:pt x="30246" y="6386"/>
                  </a:lnTo>
                  <a:cubicBezTo>
                    <a:pt x="30690" y="7221"/>
                    <a:pt x="30872" y="8161"/>
                    <a:pt x="30768" y="9100"/>
                  </a:cubicBezTo>
                  <a:cubicBezTo>
                    <a:pt x="30611" y="10066"/>
                    <a:pt x="30376" y="11005"/>
                    <a:pt x="30089" y="11945"/>
                  </a:cubicBezTo>
                  <a:cubicBezTo>
                    <a:pt x="29385" y="14424"/>
                    <a:pt x="28576" y="16851"/>
                    <a:pt x="27767" y="19278"/>
                  </a:cubicBezTo>
                  <a:cubicBezTo>
                    <a:pt x="27062" y="21391"/>
                    <a:pt x="26332" y="23505"/>
                    <a:pt x="25549" y="25593"/>
                  </a:cubicBezTo>
                  <a:cubicBezTo>
                    <a:pt x="25209" y="26402"/>
                    <a:pt x="24844" y="27211"/>
                    <a:pt x="24453" y="28020"/>
                  </a:cubicBezTo>
                  <a:cubicBezTo>
                    <a:pt x="23826" y="29272"/>
                    <a:pt x="23017" y="30681"/>
                    <a:pt x="21530" y="30890"/>
                  </a:cubicBezTo>
                  <a:cubicBezTo>
                    <a:pt x="21240" y="30934"/>
                    <a:pt x="20947" y="30954"/>
                    <a:pt x="20653" y="30954"/>
                  </a:cubicBezTo>
                  <a:cubicBezTo>
                    <a:pt x="19198" y="30954"/>
                    <a:pt x="17704" y="30476"/>
                    <a:pt x="16337" y="30107"/>
                  </a:cubicBezTo>
                  <a:cubicBezTo>
                    <a:pt x="14406" y="29585"/>
                    <a:pt x="12501" y="29063"/>
                    <a:pt x="10596" y="28463"/>
                  </a:cubicBezTo>
                  <a:cubicBezTo>
                    <a:pt x="8691" y="27889"/>
                    <a:pt x="6707" y="27315"/>
                    <a:pt x="4907" y="26402"/>
                  </a:cubicBezTo>
                  <a:cubicBezTo>
                    <a:pt x="3341" y="25645"/>
                    <a:pt x="2089" y="24627"/>
                    <a:pt x="2062" y="22774"/>
                  </a:cubicBezTo>
                  <a:cubicBezTo>
                    <a:pt x="2062" y="21052"/>
                    <a:pt x="2689" y="19251"/>
                    <a:pt x="3185" y="17633"/>
                  </a:cubicBezTo>
                  <a:cubicBezTo>
                    <a:pt x="3811" y="15598"/>
                    <a:pt x="4515" y="13589"/>
                    <a:pt x="5142" y="11553"/>
                  </a:cubicBezTo>
                  <a:cubicBezTo>
                    <a:pt x="5716" y="9622"/>
                    <a:pt x="6238" y="7691"/>
                    <a:pt x="6864" y="5760"/>
                  </a:cubicBezTo>
                  <a:cubicBezTo>
                    <a:pt x="7334" y="4351"/>
                    <a:pt x="7830" y="2915"/>
                    <a:pt x="8691" y="1689"/>
                  </a:cubicBezTo>
                  <a:cubicBezTo>
                    <a:pt x="9187" y="984"/>
                    <a:pt x="9865" y="436"/>
                    <a:pt x="10622" y="71"/>
                  </a:cubicBezTo>
                  <a:cubicBezTo>
                    <a:pt x="10297" y="29"/>
                    <a:pt x="9971" y="1"/>
                    <a:pt x="9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0"/>
            <p:cNvSpPr/>
            <p:nvPr/>
          </p:nvSpPr>
          <p:spPr>
            <a:xfrm>
              <a:off x="1111983" y="2720127"/>
              <a:ext cx="1070482" cy="942661"/>
            </a:xfrm>
            <a:custGeom>
              <a:rect b="b" l="l" r="r" t="t"/>
              <a:pathLst>
                <a:path extrusionOk="0" h="18592" w="21113">
                  <a:moveTo>
                    <a:pt x="10404" y="0"/>
                  </a:moveTo>
                  <a:cubicBezTo>
                    <a:pt x="5395" y="0"/>
                    <a:pt x="1019" y="3626"/>
                    <a:pt x="157" y="8702"/>
                  </a:cubicBezTo>
                  <a:cubicBezTo>
                    <a:pt x="1" y="9537"/>
                    <a:pt x="1" y="10424"/>
                    <a:pt x="105" y="11285"/>
                  </a:cubicBezTo>
                  <a:cubicBezTo>
                    <a:pt x="53" y="10502"/>
                    <a:pt x="105" y="9719"/>
                    <a:pt x="236" y="8936"/>
                  </a:cubicBezTo>
                  <a:cubicBezTo>
                    <a:pt x="992" y="4683"/>
                    <a:pt x="4333" y="1342"/>
                    <a:pt x="8612" y="586"/>
                  </a:cubicBezTo>
                  <a:cubicBezTo>
                    <a:pt x="9185" y="495"/>
                    <a:pt x="9764" y="448"/>
                    <a:pt x="10343" y="448"/>
                  </a:cubicBezTo>
                  <a:cubicBezTo>
                    <a:pt x="11426" y="448"/>
                    <a:pt x="12507" y="611"/>
                    <a:pt x="13544" y="951"/>
                  </a:cubicBezTo>
                  <a:cubicBezTo>
                    <a:pt x="15136" y="1447"/>
                    <a:pt x="16572" y="2334"/>
                    <a:pt x="17720" y="3535"/>
                  </a:cubicBezTo>
                  <a:cubicBezTo>
                    <a:pt x="20016" y="5935"/>
                    <a:pt x="21060" y="9276"/>
                    <a:pt x="20512" y="12538"/>
                  </a:cubicBezTo>
                  <a:cubicBezTo>
                    <a:pt x="20068" y="14912"/>
                    <a:pt x="18842" y="17052"/>
                    <a:pt x="16989" y="18592"/>
                  </a:cubicBezTo>
                  <a:cubicBezTo>
                    <a:pt x="17641" y="18148"/>
                    <a:pt x="18242" y="17626"/>
                    <a:pt x="18764" y="17078"/>
                  </a:cubicBezTo>
                  <a:cubicBezTo>
                    <a:pt x="20434" y="15304"/>
                    <a:pt x="21112" y="12642"/>
                    <a:pt x="21086" y="10267"/>
                  </a:cubicBezTo>
                  <a:cubicBezTo>
                    <a:pt x="21034" y="4918"/>
                    <a:pt x="16963" y="768"/>
                    <a:pt x="11770" y="90"/>
                  </a:cubicBezTo>
                  <a:cubicBezTo>
                    <a:pt x="11311" y="30"/>
                    <a:pt x="10855" y="0"/>
                    <a:pt x="104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0"/>
            <p:cNvSpPr/>
            <p:nvPr/>
          </p:nvSpPr>
          <p:spPr>
            <a:xfrm>
              <a:off x="2199607" y="1733599"/>
              <a:ext cx="97957" cy="204382"/>
            </a:xfrm>
            <a:custGeom>
              <a:rect b="b" l="l" r="r" t="t"/>
              <a:pathLst>
                <a:path extrusionOk="0" h="4031" w="1932">
                  <a:moveTo>
                    <a:pt x="1927" y="1"/>
                  </a:moveTo>
                  <a:cubicBezTo>
                    <a:pt x="1700" y="1"/>
                    <a:pt x="0" y="3811"/>
                    <a:pt x="0" y="3811"/>
                  </a:cubicBezTo>
                  <a:cubicBezTo>
                    <a:pt x="0" y="3837"/>
                    <a:pt x="0" y="3837"/>
                    <a:pt x="0" y="3837"/>
                  </a:cubicBezTo>
                  <a:cubicBezTo>
                    <a:pt x="27" y="3863"/>
                    <a:pt x="27" y="3863"/>
                    <a:pt x="27" y="3863"/>
                  </a:cubicBezTo>
                  <a:lnTo>
                    <a:pt x="601" y="4020"/>
                  </a:lnTo>
                  <a:cubicBezTo>
                    <a:pt x="608" y="4027"/>
                    <a:pt x="616" y="4031"/>
                    <a:pt x="623" y="4031"/>
                  </a:cubicBezTo>
                  <a:cubicBezTo>
                    <a:pt x="640" y="4031"/>
                    <a:pt x="653" y="4012"/>
                    <a:pt x="653" y="3994"/>
                  </a:cubicBezTo>
                  <a:lnTo>
                    <a:pt x="1932" y="1"/>
                  </a:lnTo>
                  <a:cubicBezTo>
                    <a:pt x="1930" y="1"/>
                    <a:pt x="1929" y="1"/>
                    <a:pt x="192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0"/>
            <p:cNvSpPr/>
            <p:nvPr/>
          </p:nvSpPr>
          <p:spPr>
            <a:xfrm>
              <a:off x="2271047" y="1752106"/>
              <a:ext cx="97957" cy="205193"/>
            </a:xfrm>
            <a:custGeom>
              <a:rect b="b" l="l" r="r" t="t"/>
              <a:pathLst>
                <a:path extrusionOk="0" h="4047" w="1932">
                  <a:moveTo>
                    <a:pt x="1927" y="1"/>
                  </a:moveTo>
                  <a:cubicBezTo>
                    <a:pt x="1700" y="1"/>
                    <a:pt x="27" y="3837"/>
                    <a:pt x="27" y="3837"/>
                  </a:cubicBezTo>
                  <a:cubicBezTo>
                    <a:pt x="1" y="3837"/>
                    <a:pt x="1" y="3864"/>
                    <a:pt x="27" y="3864"/>
                  </a:cubicBezTo>
                  <a:cubicBezTo>
                    <a:pt x="27" y="3890"/>
                    <a:pt x="27" y="3890"/>
                    <a:pt x="27" y="3890"/>
                  </a:cubicBezTo>
                  <a:lnTo>
                    <a:pt x="627" y="4046"/>
                  </a:lnTo>
                  <a:cubicBezTo>
                    <a:pt x="627" y="4046"/>
                    <a:pt x="653" y="4020"/>
                    <a:pt x="679" y="4020"/>
                  </a:cubicBezTo>
                  <a:lnTo>
                    <a:pt x="1932" y="1"/>
                  </a:lnTo>
                  <a:cubicBezTo>
                    <a:pt x="1930" y="1"/>
                    <a:pt x="1929" y="1"/>
                    <a:pt x="192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0"/>
            <p:cNvSpPr/>
            <p:nvPr/>
          </p:nvSpPr>
          <p:spPr>
            <a:xfrm>
              <a:off x="2235352" y="1741559"/>
              <a:ext cx="97957" cy="205142"/>
            </a:xfrm>
            <a:custGeom>
              <a:rect b="b" l="l" r="r" t="t"/>
              <a:pathLst>
                <a:path extrusionOk="0" h="4046" w="1932">
                  <a:moveTo>
                    <a:pt x="1929" y="0"/>
                  </a:moveTo>
                  <a:cubicBezTo>
                    <a:pt x="1711" y="0"/>
                    <a:pt x="0" y="3863"/>
                    <a:pt x="0" y="3863"/>
                  </a:cubicBezTo>
                  <a:cubicBezTo>
                    <a:pt x="0" y="3863"/>
                    <a:pt x="0" y="3889"/>
                    <a:pt x="0" y="3889"/>
                  </a:cubicBezTo>
                  <a:lnTo>
                    <a:pt x="52" y="3889"/>
                  </a:lnTo>
                  <a:cubicBezTo>
                    <a:pt x="235" y="3941"/>
                    <a:pt x="418" y="3993"/>
                    <a:pt x="626" y="4045"/>
                  </a:cubicBezTo>
                  <a:cubicBezTo>
                    <a:pt x="626" y="4045"/>
                    <a:pt x="652" y="4019"/>
                    <a:pt x="652" y="4019"/>
                  </a:cubicBezTo>
                  <a:lnTo>
                    <a:pt x="1931" y="1"/>
                  </a:lnTo>
                  <a:cubicBezTo>
                    <a:pt x="1930" y="1"/>
                    <a:pt x="1930" y="0"/>
                    <a:pt x="192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0"/>
            <p:cNvSpPr/>
            <p:nvPr/>
          </p:nvSpPr>
          <p:spPr>
            <a:xfrm>
              <a:off x="2343805" y="1766708"/>
              <a:ext cx="99326" cy="206461"/>
            </a:xfrm>
            <a:custGeom>
              <a:rect b="b" l="l" r="r" t="t"/>
              <a:pathLst>
                <a:path extrusionOk="0" h="4072" w="1959">
                  <a:moveTo>
                    <a:pt x="1956" y="0"/>
                  </a:moveTo>
                  <a:cubicBezTo>
                    <a:pt x="1712" y="0"/>
                    <a:pt x="1" y="3915"/>
                    <a:pt x="1" y="3915"/>
                  </a:cubicBezTo>
                  <a:cubicBezTo>
                    <a:pt x="1" y="3915"/>
                    <a:pt x="1" y="3915"/>
                    <a:pt x="1" y="3941"/>
                  </a:cubicBezTo>
                  <a:lnTo>
                    <a:pt x="27" y="3941"/>
                  </a:lnTo>
                  <a:lnTo>
                    <a:pt x="236" y="3993"/>
                  </a:lnTo>
                  <a:cubicBezTo>
                    <a:pt x="340" y="4019"/>
                    <a:pt x="471" y="4045"/>
                    <a:pt x="575" y="4071"/>
                  </a:cubicBezTo>
                  <a:lnTo>
                    <a:pt x="627" y="4071"/>
                  </a:lnTo>
                  <a:cubicBezTo>
                    <a:pt x="653" y="4071"/>
                    <a:pt x="653" y="4071"/>
                    <a:pt x="679" y="4045"/>
                  </a:cubicBezTo>
                  <a:lnTo>
                    <a:pt x="1958" y="0"/>
                  </a:lnTo>
                  <a:cubicBezTo>
                    <a:pt x="1957" y="0"/>
                    <a:pt x="1956" y="0"/>
                    <a:pt x="195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0"/>
            <p:cNvSpPr/>
            <p:nvPr/>
          </p:nvSpPr>
          <p:spPr>
            <a:xfrm>
              <a:off x="2306792" y="1760066"/>
              <a:ext cx="99275" cy="205142"/>
            </a:xfrm>
            <a:custGeom>
              <a:rect b="b" l="l" r="r" t="t"/>
              <a:pathLst>
                <a:path extrusionOk="0" h="4046" w="1958">
                  <a:moveTo>
                    <a:pt x="1953" y="0"/>
                  </a:moveTo>
                  <a:cubicBezTo>
                    <a:pt x="1700" y="0"/>
                    <a:pt x="26" y="3863"/>
                    <a:pt x="26" y="3863"/>
                  </a:cubicBezTo>
                  <a:cubicBezTo>
                    <a:pt x="0" y="3863"/>
                    <a:pt x="0" y="3889"/>
                    <a:pt x="26" y="3889"/>
                  </a:cubicBezTo>
                  <a:cubicBezTo>
                    <a:pt x="26" y="3889"/>
                    <a:pt x="26" y="3915"/>
                    <a:pt x="52" y="3915"/>
                  </a:cubicBezTo>
                  <a:lnTo>
                    <a:pt x="574" y="4046"/>
                  </a:lnTo>
                  <a:lnTo>
                    <a:pt x="626" y="4046"/>
                  </a:lnTo>
                  <a:cubicBezTo>
                    <a:pt x="653" y="4046"/>
                    <a:pt x="679" y="4046"/>
                    <a:pt x="679" y="4020"/>
                  </a:cubicBezTo>
                  <a:lnTo>
                    <a:pt x="1957" y="1"/>
                  </a:lnTo>
                  <a:cubicBezTo>
                    <a:pt x="1956" y="1"/>
                    <a:pt x="1954" y="0"/>
                    <a:pt x="195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0"/>
            <p:cNvSpPr/>
            <p:nvPr/>
          </p:nvSpPr>
          <p:spPr>
            <a:xfrm>
              <a:off x="2093739" y="1704495"/>
              <a:ext cx="96639" cy="202506"/>
            </a:xfrm>
            <a:custGeom>
              <a:rect b="b" l="l" r="r" t="t"/>
              <a:pathLst>
                <a:path extrusionOk="0" h="3994" w="1906">
                  <a:moveTo>
                    <a:pt x="1901" y="0"/>
                  </a:moveTo>
                  <a:cubicBezTo>
                    <a:pt x="1674" y="0"/>
                    <a:pt x="1" y="3759"/>
                    <a:pt x="1" y="3759"/>
                  </a:cubicBezTo>
                  <a:cubicBezTo>
                    <a:pt x="1" y="3759"/>
                    <a:pt x="1" y="3785"/>
                    <a:pt x="1" y="3785"/>
                  </a:cubicBezTo>
                  <a:cubicBezTo>
                    <a:pt x="1" y="3811"/>
                    <a:pt x="27" y="3811"/>
                    <a:pt x="27" y="3811"/>
                  </a:cubicBezTo>
                  <a:lnTo>
                    <a:pt x="601" y="3994"/>
                  </a:lnTo>
                  <a:cubicBezTo>
                    <a:pt x="627" y="3994"/>
                    <a:pt x="653" y="3994"/>
                    <a:pt x="653" y="3968"/>
                  </a:cubicBezTo>
                  <a:lnTo>
                    <a:pt x="1906" y="1"/>
                  </a:lnTo>
                  <a:cubicBezTo>
                    <a:pt x="1904" y="1"/>
                    <a:pt x="1903" y="0"/>
                    <a:pt x="19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0"/>
            <p:cNvSpPr/>
            <p:nvPr/>
          </p:nvSpPr>
          <p:spPr>
            <a:xfrm>
              <a:off x="2023618" y="1684620"/>
              <a:ext cx="95321" cy="199869"/>
            </a:xfrm>
            <a:custGeom>
              <a:rect b="b" l="l" r="r" t="t"/>
              <a:pathLst>
                <a:path extrusionOk="0" h="3942" w="1880">
                  <a:moveTo>
                    <a:pt x="1875" y="1"/>
                  </a:moveTo>
                  <a:cubicBezTo>
                    <a:pt x="1648" y="1"/>
                    <a:pt x="1" y="3707"/>
                    <a:pt x="1" y="3707"/>
                  </a:cubicBezTo>
                  <a:cubicBezTo>
                    <a:pt x="1" y="3733"/>
                    <a:pt x="1" y="3733"/>
                    <a:pt x="27" y="3759"/>
                  </a:cubicBezTo>
                  <a:lnTo>
                    <a:pt x="105" y="3785"/>
                  </a:lnTo>
                  <a:lnTo>
                    <a:pt x="601" y="3942"/>
                  </a:lnTo>
                  <a:lnTo>
                    <a:pt x="627" y="3942"/>
                  </a:lnTo>
                  <a:cubicBezTo>
                    <a:pt x="627" y="3942"/>
                    <a:pt x="627" y="3916"/>
                    <a:pt x="627" y="3916"/>
                  </a:cubicBezTo>
                  <a:lnTo>
                    <a:pt x="1880" y="1"/>
                  </a:lnTo>
                  <a:cubicBezTo>
                    <a:pt x="1878" y="1"/>
                    <a:pt x="1877" y="1"/>
                    <a:pt x="187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0"/>
            <p:cNvSpPr/>
            <p:nvPr/>
          </p:nvSpPr>
          <p:spPr>
            <a:xfrm>
              <a:off x="2058045" y="1693898"/>
              <a:ext cx="96639" cy="202506"/>
            </a:xfrm>
            <a:custGeom>
              <a:rect b="b" l="l" r="r" t="t"/>
              <a:pathLst>
                <a:path extrusionOk="0" h="3994" w="1906">
                  <a:moveTo>
                    <a:pt x="1901" y="1"/>
                  </a:moveTo>
                  <a:cubicBezTo>
                    <a:pt x="1673" y="1"/>
                    <a:pt x="0" y="3759"/>
                    <a:pt x="0" y="3759"/>
                  </a:cubicBezTo>
                  <a:cubicBezTo>
                    <a:pt x="0" y="3759"/>
                    <a:pt x="0" y="3785"/>
                    <a:pt x="26" y="3811"/>
                  </a:cubicBezTo>
                  <a:lnTo>
                    <a:pt x="418" y="3916"/>
                  </a:lnTo>
                  <a:lnTo>
                    <a:pt x="600" y="3994"/>
                  </a:lnTo>
                  <a:cubicBezTo>
                    <a:pt x="626" y="3994"/>
                    <a:pt x="653" y="3968"/>
                    <a:pt x="653" y="3968"/>
                  </a:cubicBezTo>
                  <a:lnTo>
                    <a:pt x="1905" y="1"/>
                  </a:lnTo>
                  <a:cubicBezTo>
                    <a:pt x="1904" y="1"/>
                    <a:pt x="1902" y="1"/>
                    <a:pt x="190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0"/>
            <p:cNvSpPr/>
            <p:nvPr/>
          </p:nvSpPr>
          <p:spPr>
            <a:xfrm>
              <a:off x="2163861" y="1724320"/>
              <a:ext cx="97957" cy="202556"/>
            </a:xfrm>
            <a:custGeom>
              <a:rect b="b" l="l" r="r" t="t"/>
              <a:pathLst>
                <a:path extrusionOk="0" h="3995" w="1932">
                  <a:moveTo>
                    <a:pt x="1927" y="1"/>
                  </a:moveTo>
                  <a:cubicBezTo>
                    <a:pt x="1674" y="1"/>
                    <a:pt x="1" y="3811"/>
                    <a:pt x="1" y="3811"/>
                  </a:cubicBezTo>
                  <a:cubicBezTo>
                    <a:pt x="1" y="3811"/>
                    <a:pt x="1" y="3811"/>
                    <a:pt x="1" y="3837"/>
                  </a:cubicBezTo>
                  <a:lnTo>
                    <a:pt x="53" y="3837"/>
                  </a:lnTo>
                  <a:lnTo>
                    <a:pt x="575" y="3994"/>
                  </a:lnTo>
                  <a:lnTo>
                    <a:pt x="627" y="3994"/>
                  </a:lnTo>
                  <a:cubicBezTo>
                    <a:pt x="627" y="3994"/>
                    <a:pt x="653" y="3994"/>
                    <a:pt x="679" y="3968"/>
                  </a:cubicBezTo>
                  <a:lnTo>
                    <a:pt x="1932" y="1"/>
                  </a:lnTo>
                  <a:cubicBezTo>
                    <a:pt x="1930" y="1"/>
                    <a:pt x="1929" y="1"/>
                    <a:pt x="192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0"/>
            <p:cNvSpPr/>
            <p:nvPr/>
          </p:nvSpPr>
          <p:spPr>
            <a:xfrm>
              <a:off x="2379550" y="1774618"/>
              <a:ext cx="99275" cy="207069"/>
            </a:xfrm>
            <a:custGeom>
              <a:rect b="b" l="l" r="r" t="t"/>
              <a:pathLst>
                <a:path extrusionOk="0" h="4084" w="1958">
                  <a:moveTo>
                    <a:pt x="1955" y="1"/>
                  </a:moveTo>
                  <a:cubicBezTo>
                    <a:pt x="1711" y="1"/>
                    <a:pt x="0" y="3915"/>
                    <a:pt x="0" y="3915"/>
                  </a:cubicBezTo>
                  <a:cubicBezTo>
                    <a:pt x="0" y="3941"/>
                    <a:pt x="0" y="3941"/>
                    <a:pt x="0" y="3941"/>
                  </a:cubicBezTo>
                  <a:cubicBezTo>
                    <a:pt x="0" y="3968"/>
                    <a:pt x="27" y="3968"/>
                    <a:pt x="27" y="3968"/>
                  </a:cubicBezTo>
                  <a:cubicBezTo>
                    <a:pt x="235" y="4020"/>
                    <a:pt x="418" y="4072"/>
                    <a:pt x="627" y="4072"/>
                  </a:cubicBezTo>
                  <a:cubicBezTo>
                    <a:pt x="635" y="4081"/>
                    <a:pt x="641" y="4084"/>
                    <a:pt x="645" y="4084"/>
                  </a:cubicBezTo>
                  <a:cubicBezTo>
                    <a:pt x="653" y="4084"/>
                    <a:pt x="653" y="4072"/>
                    <a:pt x="653" y="4072"/>
                  </a:cubicBezTo>
                  <a:lnTo>
                    <a:pt x="1958" y="1"/>
                  </a:lnTo>
                  <a:cubicBezTo>
                    <a:pt x="1957" y="1"/>
                    <a:pt x="1956" y="1"/>
                    <a:pt x="19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0"/>
            <p:cNvSpPr/>
            <p:nvPr/>
          </p:nvSpPr>
          <p:spPr>
            <a:xfrm>
              <a:off x="2129485" y="1713774"/>
              <a:ext cx="96639" cy="203824"/>
            </a:xfrm>
            <a:custGeom>
              <a:rect b="b" l="l" r="r" t="t"/>
              <a:pathLst>
                <a:path extrusionOk="0" h="4020" w="1906">
                  <a:moveTo>
                    <a:pt x="1904" y="0"/>
                  </a:moveTo>
                  <a:cubicBezTo>
                    <a:pt x="1763" y="0"/>
                    <a:pt x="0" y="3785"/>
                    <a:pt x="0" y="3785"/>
                  </a:cubicBezTo>
                  <a:cubicBezTo>
                    <a:pt x="0" y="3811"/>
                    <a:pt x="0" y="3811"/>
                    <a:pt x="0" y="3837"/>
                  </a:cubicBezTo>
                  <a:lnTo>
                    <a:pt x="26" y="3837"/>
                  </a:lnTo>
                  <a:lnTo>
                    <a:pt x="522" y="3993"/>
                  </a:lnTo>
                  <a:lnTo>
                    <a:pt x="601" y="4019"/>
                  </a:lnTo>
                  <a:cubicBezTo>
                    <a:pt x="601" y="4019"/>
                    <a:pt x="653" y="4019"/>
                    <a:pt x="653" y="3993"/>
                  </a:cubicBezTo>
                  <a:lnTo>
                    <a:pt x="1905" y="1"/>
                  </a:lnTo>
                  <a:cubicBezTo>
                    <a:pt x="1905" y="1"/>
                    <a:pt x="1904" y="0"/>
                    <a:pt x="190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0"/>
            <p:cNvSpPr/>
            <p:nvPr/>
          </p:nvSpPr>
          <p:spPr>
            <a:xfrm>
              <a:off x="1952177" y="1663426"/>
              <a:ext cx="95321" cy="198247"/>
            </a:xfrm>
            <a:custGeom>
              <a:rect b="b" l="l" r="r" t="t"/>
              <a:pathLst>
                <a:path extrusionOk="0" h="3910" w="1880">
                  <a:moveTo>
                    <a:pt x="1872" y="1"/>
                  </a:moveTo>
                  <a:cubicBezTo>
                    <a:pt x="1637" y="1"/>
                    <a:pt x="27" y="3655"/>
                    <a:pt x="27" y="3655"/>
                  </a:cubicBezTo>
                  <a:cubicBezTo>
                    <a:pt x="1" y="3681"/>
                    <a:pt x="27" y="3681"/>
                    <a:pt x="53" y="3708"/>
                  </a:cubicBezTo>
                  <a:lnTo>
                    <a:pt x="288" y="3786"/>
                  </a:lnTo>
                  <a:lnTo>
                    <a:pt x="601" y="3890"/>
                  </a:lnTo>
                  <a:cubicBezTo>
                    <a:pt x="614" y="3903"/>
                    <a:pt x="620" y="3910"/>
                    <a:pt x="624" y="3910"/>
                  </a:cubicBezTo>
                  <a:cubicBezTo>
                    <a:pt x="627" y="3910"/>
                    <a:pt x="627" y="3903"/>
                    <a:pt x="627" y="3890"/>
                  </a:cubicBezTo>
                  <a:lnTo>
                    <a:pt x="653" y="3890"/>
                  </a:lnTo>
                  <a:lnTo>
                    <a:pt x="1879" y="2"/>
                  </a:lnTo>
                  <a:cubicBezTo>
                    <a:pt x="1877" y="1"/>
                    <a:pt x="1875" y="1"/>
                    <a:pt x="18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0"/>
            <p:cNvSpPr/>
            <p:nvPr/>
          </p:nvSpPr>
          <p:spPr>
            <a:xfrm>
              <a:off x="2416614" y="1778623"/>
              <a:ext cx="88679" cy="202455"/>
            </a:xfrm>
            <a:custGeom>
              <a:rect b="b" l="l" r="r" t="t"/>
              <a:pathLst>
                <a:path extrusionOk="0" h="3993" w="1749">
                  <a:moveTo>
                    <a:pt x="1749" y="0"/>
                  </a:moveTo>
                  <a:cubicBezTo>
                    <a:pt x="1618" y="0"/>
                    <a:pt x="0" y="3967"/>
                    <a:pt x="0" y="3967"/>
                  </a:cubicBezTo>
                  <a:cubicBezTo>
                    <a:pt x="0" y="3967"/>
                    <a:pt x="0" y="3993"/>
                    <a:pt x="0" y="3993"/>
                  </a:cubicBezTo>
                  <a:lnTo>
                    <a:pt x="26" y="3993"/>
                  </a:lnTo>
                  <a:cubicBezTo>
                    <a:pt x="183" y="3993"/>
                    <a:pt x="339" y="3993"/>
                    <a:pt x="496" y="3941"/>
                  </a:cubicBezTo>
                  <a:cubicBezTo>
                    <a:pt x="496" y="3941"/>
                    <a:pt x="496" y="3941"/>
                    <a:pt x="522" y="3915"/>
                  </a:cubicBezTo>
                  <a:cubicBezTo>
                    <a:pt x="679" y="3445"/>
                    <a:pt x="835" y="2949"/>
                    <a:pt x="966" y="2479"/>
                  </a:cubicBezTo>
                  <a:cubicBezTo>
                    <a:pt x="1044" y="2218"/>
                    <a:pt x="1122" y="1957"/>
                    <a:pt x="1227" y="1697"/>
                  </a:cubicBezTo>
                  <a:lnTo>
                    <a:pt x="174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0"/>
            <p:cNvSpPr/>
            <p:nvPr/>
          </p:nvSpPr>
          <p:spPr>
            <a:xfrm>
              <a:off x="1986605" y="1672755"/>
              <a:ext cx="96588" cy="200376"/>
            </a:xfrm>
            <a:custGeom>
              <a:rect b="b" l="l" r="r" t="t"/>
              <a:pathLst>
                <a:path extrusionOk="0" h="3952" w="1905">
                  <a:moveTo>
                    <a:pt x="1900" y="0"/>
                  </a:moveTo>
                  <a:cubicBezTo>
                    <a:pt x="1673" y="0"/>
                    <a:pt x="26" y="3706"/>
                    <a:pt x="26" y="3706"/>
                  </a:cubicBezTo>
                  <a:cubicBezTo>
                    <a:pt x="0" y="3706"/>
                    <a:pt x="26" y="3758"/>
                    <a:pt x="52" y="3758"/>
                  </a:cubicBezTo>
                  <a:lnTo>
                    <a:pt x="391" y="3863"/>
                  </a:lnTo>
                  <a:lnTo>
                    <a:pt x="626" y="3941"/>
                  </a:lnTo>
                  <a:cubicBezTo>
                    <a:pt x="634" y="3949"/>
                    <a:pt x="642" y="3952"/>
                    <a:pt x="649" y="3952"/>
                  </a:cubicBezTo>
                  <a:cubicBezTo>
                    <a:pt x="665" y="3952"/>
                    <a:pt x="678" y="3933"/>
                    <a:pt x="678" y="3915"/>
                  </a:cubicBezTo>
                  <a:lnTo>
                    <a:pt x="1905" y="1"/>
                  </a:lnTo>
                  <a:cubicBezTo>
                    <a:pt x="1904" y="0"/>
                    <a:pt x="1902" y="0"/>
                    <a:pt x="190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0"/>
            <p:cNvSpPr/>
            <p:nvPr/>
          </p:nvSpPr>
          <p:spPr>
            <a:xfrm>
              <a:off x="1720618" y="1560144"/>
              <a:ext cx="88729" cy="206613"/>
            </a:xfrm>
            <a:custGeom>
              <a:rect b="b" l="l" r="r" t="t"/>
              <a:pathLst>
                <a:path extrusionOk="0" h="4075" w="1750">
                  <a:moveTo>
                    <a:pt x="1741" y="1"/>
                  </a:moveTo>
                  <a:cubicBezTo>
                    <a:pt x="1573" y="1"/>
                    <a:pt x="392" y="2639"/>
                    <a:pt x="392" y="2639"/>
                  </a:cubicBezTo>
                  <a:cubicBezTo>
                    <a:pt x="366" y="2796"/>
                    <a:pt x="288" y="2952"/>
                    <a:pt x="236" y="3135"/>
                  </a:cubicBezTo>
                  <a:cubicBezTo>
                    <a:pt x="157" y="3292"/>
                    <a:pt x="79" y="3500"/>
                    <a:pt x="27" y="3683"/>
                  </a:cubicBezTo>
                  <a:cubicBezTo>
                    <a:pt x="1" y="3709"/>
                    <a:pt x="1" y="3735"/>
                    <a:pt x="27" y="3735"/>
                  </a:cubicBezTo>
                  <a:cubicBezTo>
                    <a:pt x="131" y="3866"/>
                    <a:pt x="236" y="3996"/>
                    <a:pt x="392" y="4074"/>
                  </a:cubicBezTo>
                  <a:lnTo>
                    <a:pt x="418" y="4074"/>
                  </a:lnTo>
                  <a:cubicBezTo>
                    <a:pt x="444" y="4074"/>
                    <a:pt x="444" y="4074"/>
                    <a:pt x="444" y="4048"/>
                  </a:cubicBezTo>
                  <a:lnTo>
                    <a:pt x="1749" y="3"/>
                  </a:lnTo>
                  <a:cubicBezTo>
                    <a:pt x="1747" y="2"/>
                    <a:pt x="1744" y="1"/>
                    <a:pt x="174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0"/>
            <p:cNvSpPr/>
            <p:nvPr/>
          </p:nvSpPr>
          <p:spPr>
            <a:xfrm>
              <a:off x="1105392" y="2911226"/>
              <a:ext cx="1049288" cy="863920"/>
            </a:xfrm>
            <a:custGeom>
              <a:rect b="b" l="l" r="r" t="t"/>
              <a:pathLst>
                <a:path extrusionOk="0" h="17039" w="20695">
                  <a:moveTo>
                    <a:pt x="3184" y="0"/>
                  </a:moveTo>
                  <a:lnTo>
                    <a:pt x="3184" y="0"/>
                  </a:lnTo>
                  <a:cubicBezTo>
                    <a:pt x="1462" y="1775"/>
                    <a:pt x="470" y="4124"/>
                    <a:pt x="392" y="6603"/>
                  </a:cubicBezTo>
                  <a:cubicBezTo>
                    <a:pt x="339" y="10334"/>
                    <a:pt x="2271" y="13779"/>
                    <a:pt x="5480" y="15710"/>
                  </a:cubicBezTo>
                  <a:cubicBezTo>
                    <a:pt x="6081" y="16049"/>
                    <a:pt x="6733" y="16310"/>
                    <a:pt x="7411" y="16545"/>
                  </a:cubicBezTo>
                  <a:cubicBezTo>
                    <a:pt x="8424" y="16875"/>
                    <a:pt x="9468" y="17038"/>
                    <a:pt x="10510" y="17038"/>
                  </a:cubicBezTo>
                  <a:cubicBezTo>
                    <a:pt x="11940" y="17038"/>
                    <a:pt x="13364" y="16731"/>
                    <a:pt x="14692" y="16128"/>
                  </a:cubicBezTo>
                  <a:cubicBezTo>
                    <a:pt x="17484" y="14823"/>
                    <a:pt x="19624" y="12239"/>
                    <a:pt x="20303" y="9395"/>
                  </a:cubicBezTo>
                  <a:cubicBezTo>
                    <a:pt x="20642" y="7986"/>
                    <a:pt x="20694" y="6498"/>
                    <a:pt x="20407" y="5063"/>
                  </a:cubicBezTo>
                  <a:lnTo>
                    <a:pt x="20407" y="5063"/>
                  </a:lnTo>
                  <a:cubicBezTo>
                    <a:pt x="20616" y="7464"/>
                    <a:pt x="20042" y="9865"/>
                    <a:pt x="18763" y="11900"/>
                  </a:cubicBezTo>
                  <a:cubicBezTo>
                    <a:pt x="16997" y="14888"/>
                    <a:pt x="13918" y="16455"/>
                    <a:pt x="10686" y="16455"/>
                  </a:cubicBezTo>
                  <a:cubicBezTo>
                    <a:pt x="9429" y="16455"/>
                    <a:pt x="8150" y="16218"/>
                    <a:pt x="6916" y="15736"/>
                  </a:cubicBezTo>
                  <a:cubicBezTo>
                    <a:pt x="2766" y="14092"/>
                    <a:pt x="0" y="9551"/>
                    <a:pt x="887" y="5141"/>
                  </a:cubicBezTo>
                  <a:cubicBezTo>
                    <a:pt x="1279" y="3288"/>
                    <a:pt x="2062" y="1540"/>
                    <a:pt x="318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0"/>
            <p:cNvSpPr/>
            <p:nvPr/>
          </p:nvSpPr>
          <p:spPr>
            <a:xfrm>
              <a:off x="1917801" y="1651511"/>
              <a:ext cx="95270" cy="197283"/>
            </a:xfrm>
            <a:custGeom>
              <a:rect b="b" l="l" r="r" t="t"/>
              <a:pathLst>
                <a:path extrusionOk="0" h="3891" w="1879">
                  <a:moveTo>
                    <a:pt x="1872" y="1"/>
                  </a:moveTo>
                  <a:cubicBezTo>
                    <a:pt x="1635" y="1"/>
                    <a:pt x="0" y="3629"/>
                    <a:pt x="0" y="3629"/>
                  </a:cubicBezTo>
                  <a:cubicBezTo>
                    <a:pt x="0" y="3656"/>
                    <a:pt x="0" y="3682"/>
                    <a:pt x="26" y="3682"/>
                  </a:cubicBezTo>
                  <a:lnTo>
                    <a:pt x="600" y="3890"/>
                  </a:lnTo>
                  <a:lnTo>
                    <a:pt x="626" y="3890"/>
                  </a:lnTo>
                  <a:cubicBezTo>
                    <a:pt x="626" y="3890"/>
                    <a:pt x="652" y="3864"/>
                    <a:pt x="652" y="3864"/>
                  </a:cubicBezTo>
                  <a:lnTo>
                    <a:pt x="1879" y="2"/>
                  </a:lnTo>
                  <a:cubicBezTo>
                    <a:pt x="1877" y="1"/>
                    <a:pt x="1874" y="1"/>
                    <a:pt x="18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0"/>
            <p:cNvSpPr/>
            <p:nvPr/>
          </p:nvSpPr>
          <p:spPr>
            <a:xfrm>
              <a:off x="1744449" y="1578701"/>
              <a:ext cx="97957" cy="205244"/>
            </a:xfrm>
            <a:custGeom>
              <a:rect b="b" l="l" r="r" t="t"/>
              <a:pathLst>
                <a:path extrusionOk="0" h="4048" w="1932">
                  <a:moveTo>
                    <a:pt x="1922" y="1"/>
                  </a:moveTo>
                  <a:cubicBezTo>
                    <a:pt x="1678" y="1"/>
                    <a:pt x="27" y="3735"/>
                    <a:pt x="27" y="3735"/>
                  </a:cubicBezTo>
                  <a:cubicBezTo>
                    <a:pt x="0" y="3761"/>
                    <a:pt x="27" y="3787"/>
                    <a:pt x="27" y="3787"/>
                  </a:cubicBezTo>
                  <a:cubicBezTo>
                    <a:pt x="209" y="3891"/>
                    <a:pt x="392" y="3969"/>
                    <a:pt x="601" y="4048"/>
                  </a:cubicBezTo>
                  <a:lnTo>
                    <a:pt x="627" y="4048"/>
                  </a:lnTo>
                  <a:cubicBezTo>
                    <a:pt x="627" y="4048"/>
                    <a:pt x="627" y="4048"/>
                    <a:pt x="653" y="4022"/>
                  </a:cubicBezTo>
                  <a:lnTo>
                    <a:pt x="1932" y="3"/>
                  </a:lnTo>
                  <a:cubicBezTo>
                    <a:pt x="1929" y="1"/>
                    <a:pt x="1926" y="1"/>
                    <a:pt x="192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0"/>
            <p:cNvSpPr/>
            <p:nvPr/>
          </p:nvSpPr>
          <p:spPr>
            <a:xfrm>
              <a:off x="1813252" y="1610492"/>
              <a:ext cx="95321" cy="199920"/>
            </a:xfrm>
            <a:custGeom>
              <a:rect b="b" l="l" r="r" t="t"/>
              <a:pathLst>
                <a:path extrusionOk="0" h="3943" w="1880">
                  <a:moveTo>
                    <a:pt x="1873" y="1"/>
                  </a:moveTo>
                  <a:cubicBezTo>
                    <a:pt x="1662" y="1"/>
                    <a:pt x="27" y="3682"/>
                    <a:pt x="27" y="3682"/>
                  </a:cubicBezTo>
                  <a:cubicBezTo>
                    <a:pt x="0" y="3682"/>
                    <a:pt x="27" y="3708"/>
                    <a:pt x="27" y="3734"/>
                  </a:cubicBezTo>
                  <a:lnTo>
                    <a:pt x="366" y="3864"/>
                  </a:lnTo>
                  <a:lnTo>
                    <a:pt x="601" y="3943"/>
                  </a:lnTo>
                  <a:lnTo>
                    <a:pt x="627" y="3943"/>
                  </a:lnTo>
                  <a:cubicBezTo>
                    <a:pt x="627" y="3943"/>
                    <a:pt x="627" y="3917"/>
                    <a:pt x="627" y="3917"/>
                  </a:cubicBezTo>
                  <a:lnTo>
                    <a:pt x="1879" y="2"/>
                  </a:lnTo>
                  <a:cubicBezTo>
                    <a:pt x="1877" y="1"/>
                    <a:pt x="1875" y="1"/>
                    <a:pt x="1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0"/>
            <p:cNvSpPr/>
            <p:nvPr/>
          </p:nvSpPr>
          <p:spPr>
            <a:xfrm>
              <a:off x="1778825" y="1595890"/>
              <a:ext cx="95321" cy="201289"/>
            </a:xfrm>
            <a:custGeom>
              <a:rect b="b" l="l" r="r" t="t"/>
              <a:pathLst>
                <a:path extrusionOk="0" h="3970" w="1880">
                  <a:moveTo>
                    <a:pt x="1872" y="1"/>
                  </a:moveTo>
                  <a:cubicBezTo>
                    <a:pt x="1652" y="1"/>
                    <a:pt x="1" y="3709"/>
                    <a:pt x="1" y="3709"/>
                  </a:cubicBezTo>
                  <a:cubicBezTo>
                    <a:pt x="1" y="3735"/>
                    <a:pt x="27" y="3761"/>
                    <a:pt x="27" y="3761"/>
                  </a:cubicBezTo>
                  <a:lnTo>
                    <a:pt x="262" y="3839"/>
                  </a:lnTo>
                  <a:cubicBezTo>
                    <a:pt x="392" y="3891"/>
                    <a:pt x="497" y="3917"/>
                    <a:pt x="601" y="3970"/>
                  </a:cubicBezTo>
                  <a:lnTo>
                    <a:pt x="627" y="3970"/>
                  </a:lnTo>
                  <a:cubicBezTo>
                    <a:pt x="627" y="3970"/>
                    <a:pt x="627" y="3944"/>
                    <a:pt x="627" y="3944"/>
                  </a:cubicBezTo>
                  <a:lnTo>
                    <a:pt x="1880" y="3"/>
                  </a:lnTo>
                  <a:cubicBezTo>
                    <a:pt x="1877" y="2"/>
                    <a:pt x="1875" y="1"/>
                    <a:pt x="18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0"/>
            <p:cNvSpPr/>
            <p:nvPr/>
          </p:nvSpPr>
          <p:spPr>
            <a:xfrm>
              <a:off x="1883374" y="1639596"/>
              <a:ext cx="95321" cy="197283"/>
            </a:xfrm>
            <a:custGeom>
              <a:rect b="b" l="l" r="r" t="t"/>
              <a:pathLst>
                <a:path extrusionOk="0" h="3891" w="1880">
                  <a:moveTo>
                    <a:pt x="1869" y="0"/>
                  </a:moveTo>
                  <a:cubicBezTo>
                    <a:pt x="1600" y="0"/>
                    <a:pt x="1" y="3630"/>
                    <a:pt x="1" y="3630"/>
                  </a:cubicBezTo>
                  <a:cubicBezTo>
                    <a:pt x="1" y="3656"/>
                    <a:pt x="1" y="3656"/>
                    <a:pt x="27" y="3682"/>
                  </a:cubicBezTo>
                  <a:lnTo>
                    <a:pt x="183" y="3734"/>
                  </a:lnTo>
                  <a:lnTo>
                    <a:pt x="575" y="3891"/>
                  </a:lnTo>
                  <a:lnTo>
                    <a:pt x="627" y="3891"/>
                  </a:lnTo>
                  <a:cubicBezTo>
                    <a:pt x="627" y="3864"/>
                    <a:pt x="627" y="3864"/>
                    <a:pt x="627" y="3864"/>
                  </a:cubicBezTo>
                  <a:lnTo>
                    <a:pt x="1879" y="2"/>
                  </a:lnTo>
                  <a:cubicBezTo>
                    <a:pt x="1876" y="1"/>
                    <a:pt x="1873" y="0"/>
                    <a:pt x="18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0"/>
            <p:cNvSpPr/>
            <p:nvPr/>
          </p:nvSpPr>
          <p:spPr>
            <a:xfrm>
              <a:off x="1847629" y="1625044"/>
              <a:ext cx="95321" cy="198602"/>
            </a:xfrm>
            <a:custGeom>
              <a:rect b="b" l="l" r="r" t="t"/>
              <a:pathLst>
                <a:path extrusionOk="0" h="3917" w="1880">
                  <a:moveTo>
                    <a:pt x="1873" y="1"/>
                  </a:moveTo>
                  <a:cubicBezTo>
                    <a:pt x="1637" y="1"/>
                    <a:pt x="1" y="3656"/>
                    <a:pt x="1" y="3656"/>
                  </a:cubicBezTo>
                  <a:cubicBezTo>
                    <a:pt x="1" y="3682"/>
                    <a:pt x="27" y="3682"/>
                    <a:pt x="27" y="3708"/>
                  </a:cubicBezTo>
                  <a:lnTo>
                    <a:pt x="184" y="3760"/>
                  </a:lnTo>
                  <a:lnTo>
                    <a:pt x="601" y="3917"/>
                  </a:lnTo>
                  <a:lnTo>
                    <a:pt x="627" y="3917"/>
                  </a:lnTo>
                  <a:cubicBezTo>
                    <a:pt x="627" y="3917"/>
                    <a:pt x="653" y="3890"/>
                    <a:pt x="653" y="3890"/>
                  </a:cubicBezTo>
                  <a:lnTo>
                    <a:pt x="1880" y="2"/>
                  </a:lnTo>
                  <a:cubicBezTo>
                    <a:pt x="1878" y="1"/>
                    <a:pt x="1875" y="1"/>
                    <a:pt x="1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0"/>
            <p:cNvSpPr/>
            <p:nvPr/>
          </p:nvSpPr>
          <p:spPr>
            <a:xfrm>
              <a:off x="687247" y="2212590"/>
              <a:ext cx="1902713" cy="2056696"/>
            </a:xfrm>
            <a:custGeom>
              <a:rect b="b" l="l" r="r" t="t"/>
              <a:pathLst>
                <a:path extrusionOk="0" h="40564" w="37527">
                  <a:moveTo>
                    <a:pt x="31420" y="1"/>
                  </a:moveTo>
                  <a:cubicBezTo>
                    <a:pt x="31368" y="314"/>
                    <a:pt x="31342" y="653"/>
                    <a:pt x="31342" y="992"/>
                  </a:cubicBezTo>
                  <a:cubicBezTo>
                    <a:pt x="31238" y="3706"/>
                    <a:pt x="33299" y="5429"/>
                    <a:pt x="34969" y="7255"/>
                  </a:cubicBezTo>
                  <a:cubicBezTo>
                    <a:pt x="36509" y="8873"/>
                    <a:pt x="36796" y="10596"/>
                    <a:pt x="36144" y="12683"/>
                  </a:cubicBezTo>
                  <a:cubicBezTo>
                    <a:pt x="35100" y="16076"/>
                    <a:pt x="34004" y="19468"/>
                    <a:pt x="32882" y="22835"/>
                  </a:cubicBezTo>
                  <a:cubicBezTo>
                    <a:pt x="31629" y="26749"/>
                    <a:pt x="30350" y="30663"/>
                    <a:pt x="29072" y="34552"/>
                  </a:cubicBezTo>
                  <a:cubicBezTo>
                    <a:pt x="28759" y="35491"/>
                    <a:pt x="28471" y="36431"/>
                    <a:pt x="28132" y="37344"/>
                  </a:cubicBezTo>
                  <a:cubicBezTo>
                    <a:pt x="27845" y="38153"/>
                    <a:pt x="27428" y="38910"/>
                    <a:pt x="26645" y="39327"/>
                  </a:cubicBezTo>
                  <a:cubicBezTo>
                    <a:pt x="26400" y="39455"/>
                    <a:pt x="26085" y="39496"/>
                    <a:pt x="25754" y="39496"/>
                  </a:cubicBezTo>
                  <a:cubicBezTo>
                    <a:pt x="25274" y="39496"/>
                    <a:pt x="24760" y="39410"/>
                    <a:pt x="24374" y="39379"/>
                  </a:cubicBezTo>
                  <a:cubicBezTo>
                    <a:pt x="22730" y="39249"/>
                    <a:pt x="21112" y="38962"/>
                    <a:pt x="19521" y="38597"/>
                  </a:cubicBezTo>
                  <a:cubicBezTo>
                    <a:pt x="15841" y="37709"/>
                    <a:pt x="12240" y="36587"/>
                    <a:pt x="8717" y="35230"/>
                  </a:cubicBezTo>
                  <a:cubicBezTo>
                    <a:pt x="6133" y="34291"/>
                    <a:pt x="2193" y="33116"/>
                    <a:pt x="1384" y="30115"/>
                  </a:cubicBezTo>
                  <a:cubicBezTo>
                    <a:pt x="966" y="28524"/>
                    <a:pt x="1828" y="26462"/>
                    <a:pt x="2271" y="24896"/>
                  </a:cubicBezTo>
                  <a:cubicBezTo>
                    <a:pt x="2819" y="23043"/>
                    <a:pt x="3393" y="21217"/>
                    <a:pt x="3967" y="19364"/>
                  </a:cubicBezTo>
                  <a:cubicBezTo>
                    <a:pt x="5220" y="15293"/>
                    <a:pt x="6525" y="11222"/>
                    <a:pt x="7882" y="7151"/>
                  </a:cubicBezTo>
                  <a:cubicBezTo>
                    <a:pt x="8560" y="5116"/>
                    <a:pt x="9239" y="2375"/>
                    <a:pt x="10596" y="340"/>
                  </a:cubicBezTo>
                  <a:lnTo>
                    <a:pt x="10596" y="340"/>
                  </a:lnTo>
                  <a:cubicBezTo>
                    <a:pt x="9265" y="1123"/>
                    <a:pt x="8795" y="2558"/>
                    <a:pt x="8352" y="3967"/>
                  </a:cubicBezTo>
                  <a:lnTo>
                    <a:pt x="8247" y="4307"/>
                  </a:lnTo>
                  <a:lnTo>
                    <a:pt x="2297" y="23043"/>
                  </a:lnTo>
                  <a:lnTo>
                    <a:pt x="653" y="28263"/>
                  </a:lnTo>
                  <a:cubicBezTo>
                    <a:pt x="262" y="29515"/>
                    <a:pt x="1" y="30820"/>
                    <a:pt x="758" y="31916"/>
                  </a:cubicBezTo>
                  <a:cubicBezTo>
                    <a:pt x="1488" y="32986"/>
                    <a:pt x="2715" y="33612"/>
                    <a:pt x="3837" y="34186"/>
                  </a:cubicBezTo>
                  <a:lnTo>
                    <a:pt x="3889" y="34212"/>
                  </a:lnTo>
                  <a:cubicBezTo>
                    <a:pt x="6551" y="35543"/>
                    <a:pt x="9317" y="36665"/>
                    <a:pt x="12162" y="37579"/>
                  </a:cubicBezTo>
                  <a:lnTo>
                    <a:pt x="13388" y="37970"/>
                  </a:lnTo>
                  <a:cubicBezTo>
                    <a:pt x="15919" y="38805"/>
                    <a:pt x="18503" y="39458"/>
                    <a:pt x="21112" y="39980"/>
                  </a:cubicBezTo>
                  <a:lnTo>
                    <a:pt x="21713" y="40110"/>
                  </a:lnTo>
                  <a:cubicBezTo>
                    <a:pt x="22744" y="40321"/>
                    <a:pt x="23949" y="40564"/>
                    <a:pt x="25084" y="40564"/>
                  </a:cubicBezTo>
                  <a:cubicBezTo>
                    <a:pt x="26476" y="40564"/>
                    <a:pt x="27764" y="40198"/>
                    <a:pt x="28498" y="38962"/>
                  </a:cubicBezTo>
                  <a:cubicBezTo>
                    <a:pt x="28863" y="38257"/>
                    <a:pt x="29150" y="37527"/>
                    <a:pt x="29359" y="36796"/>
                  </a:cubicBezTo>
                  <a:lnTo>
                    <a:pt x="29515" y="36274"/>
                  </a:lnTo>
                  <a:lnTo>
                    <a:pt x="30350" y="33612"/>
                  </a:lnTo>
                  <a:cubicBezTo>
                    <a:pt x="31707" y="29359"/>
                    <a:pt x="33064" y="25105"/>
                    <a:pt x="34395" y="20851"/>
                  </a:cubicBezTo>
                  <a:lnTo>
                    <a:pt x="36509" y="14223"/>
                  </a:lnTo>
                  <a:cubicBezTo>
                    <a:pt x="36587" y="13962"/>
                    <a:pt x="36692" y="13675"/>
                    <a:pt x="36770" y="13388"/>
                  </a:cubicBezTo>
                  <a:cubicBezTo>
                    <a:pt x="37109" y="12422"/>
                    <a:pt x="37475" y="11405"/>
                    <a:pt x="37501" y="10439"/>
                  </a:cubicBezTo>
                  <a:cubicBezTo>
                    <a:pt x="37527" y="8847"/>
                    <a:pt x="36561" y="7699"/>
                    <a:pt x="35726" y="6864"/>
                  </a:cubicBezTo>
                  <a:cubicBezTo>
                    <a:pt x="35517" y="6655"/>
                    <a:pt x="35309" y="6446"/>
                    <a:pt x="35100" y="6238"/>
                  </a:cubicBezTo>
                  <a:cubicBezTo>
                    <a:pt x="34160" y="5377"/>
                    <a:pt x="33299" y="4463"/>
                    <a:pt x="32516" y="3445"/>
                  </a:cubicBezTo>
                  <a:cubicBezTo>
                    <a:pt x="31916" y="2689"/>
                    <a:pt x="31525" y="1749"/>
                    <a:pt x="31420" y="784"/>
                  </a:cubicBezTo>
                  <a:cubicBezTo>
                    <a:pt x="31420" y="523"/>
                    <a:pt x="31420" y="262"/>
                    <a:pt x="31420"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0"/>
            <p:cNvSpPr/>
            <p:nvPr/>
          </p:nvSpPr>
          <p:spPr>
            <a:xfrm>
              <a:off x="1819843" y="1416097"/>
              <a:ext cx="722511" cy="259850"/>
            </a:xfrm>
            <a:custGeom>
              <a:rect b="b" l="l" r="r" t="t"/>
              <a:pathLst>
                <a:path extrusionOk="0" h="5125" w="14250">
                  <a:moveTo>
                    <a:pt x="471" y="0"/>
                  </a:moveTo>
                  <a:cubicBezTo>
                    <a:pt x="392" y="52"/>
                    <a:pt x="340" y="78"/>
                    <a:pt x="288" y="131"/>
                  </a:cubicBezTo>
                  <a:cubicBezTo>
                    <a:pt x="184" y="261"/>
                    <a:pt x="79" y="391"/>
                    <a:pt x="1" y="548"/>
                  </a:cubicBezTo>
                  <a:cubicBezTo>
                    <a:pt x="1" y="548"/>
                    <a:pt x="1" y="574"/>
                    <a:pt x="1" y="574"/>
                  </a:cubicBezTo>
                  <a:cubicBezTo>
                    <a:pt x="314" y="966"/>
                    <a:pt x="888" y="1174"/>
                    <a:pt x="1384" y="1357"/>
                  </a:cubicBezTo>
                  <a:lnTo>
                    <a:pt x="1749" y="1487"/>
                  </a:lnTo>
                  <a:cubicBezTo>
                    <a:pt x="2297" y="1722"/>
                    <a:pt x="2845" y="1931"/>
                    <a:pt x="3367" y="2114"/>
                  </a:cubicBezTo>
                  <a:cubicBezTo>
                    <a:pt x="4516" y="2531"/>
                    <a:pt x="5716" y="2949"/>
                    <a:pt x="6890" y="3314"/>
                  </a:cubicBezTo>
                  <a:lnTo>
                    <a:pt x="7047" y="3366"/>
                  </a:lnTo>
                  <a:cubicBezTo>
                    <a:pt x="8482" y="3836"/>
                    <a:pt x="9656" y="4175"/>
                    <a:pt x="10805" y="4462"/>
                  </a:cubicBezTo>
                  <a:cubicBezTo>
                    <a:pt x="11274" y="4593"/>
                    <a:pt x="11875" y="4749"/>
                    <a:pt x="12475" y="4880"/>
                  </a:cubicBezTo>
                  <a:lnTo>
                    <a:pt x="12814" y="4958"/>
                  </a:lnTo>
                  <a:cubicBezTo>
                    <a:pt x="13120" y="5066"/>
                    <a:pt x="13439" y="5125"/>
                    <a:pt x="13753" y="5125"/>
                  </a:cubicBezTo>
                  <a:cubicBezTo>
                    <a:pt x="13894" y="5125"/>
                    <a:pt x="14034" y="5113"/>
                    <a:pt x="14171" y="5089"/>
                  </a:cubicBezTo>
                  <a:cubicBezTo>
                    <a:pt x="14197" y="5089"/>
                    <a:pt x="14197" y="5063"/>
                    <a:pt x="14197" y="5063"/>
                  </a:cubicBezTo>
                  <a:cubicBezTo>
                    <a:pt x="14223" y="4958"/>
                    <a:pt x="14249" y="4854"/>
                    <a:pt x="14223" y="4749"/>
                  </a:cubicBezTo>
                  <a:cubicBezTo>
                    <a:pt x="14223" y="4593"/>
                    <a:pt x="14171" y="4410"/>
                    <a:pt x="14040" y="4254"/>
                  </a:cubicBezTo>
                  <a:cubicBezTo>
                    <a:pt x="13858" y="4436"/>
                    <a:pt x="13623" y="4541"/>
                    <a:pt x="13388" y="4541"/>
                  </a:cubicBezTo>
                  <a:cubicBezTo>
                    <a:pt x="13359" y="4542"/>
                    <a:pt x="13329" y="4543"/>
                    <a:pt x="13300" y="4543"/>
                  </a:cubicBezTo>
                  <a:cubicBezTo>
                    <a:pt x="12703" y="4543"/>
                    <a:pt x="12107" y="4300"/>
                    <a:pt x="11535" y="4175"/>
                  </a:cubicBezTo>
                  <a:cubicBezTo>
                    <a:pt x="10048" y="3836"/>
                    <a:pt x="8586" y="3392"/>
                    <a:pt x="7151" y="2949"/>
                  </a:cubicBezTo>
                  <a:cubicBezTo>
                    <a:pt x="5742" y="2531"/>
                    <a:pt x="4333" y="2036"/>
                    <a:pt x="2950" y="1461"/>
                  </a:cubicBezTo>
                  <a:cubicBezTo>
                    <a:pt x="2323" y="1174"/>
                    <a:pt x="1697" y="887"/>
                    <a:pt x="1097" y="574"/>
                  </a:cubicBezTo>
                  <a:cubicBezTo>
                    <a:pt x="914" y="470"/>
                    <a:pt x="732" y="365"/>
                    <a:pt x="575" y="209"/>
                  </a:cubicBezTo>
                  <a:cubicBezTo>
                    <a:pt x="523" y="157"/>
                    <a:pt x="497" y="78"/>
                    <a:pt x="471" y="0"/>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0"/>
            <p:cNvSpPr/>
            <p:nvPr/>
          </p:nvSpPr>
          <p:spPr>
            <a:xfrm>
              <a:off x="1163598" y="2874163"/>
              <a:ext cx="938148" cy="837402"/>
            </a:xfrm>
            <a:custGeom>
              <a:rect b="b" l="l" r="r" t="t"/>
              <a:pathLst>
                <a:path extrusionOk="0" h="16516" w="18503">
                  <a:moveTo>
                    <a:pt x="4959" y="1"/>
                  </a:moveTo>
                  <a:cubicBezTo>
                    <a:pt x="2740" y="1253"/>
                    <a:pt x="1149" y="3445"/>
                    <a:pt x="653" y="5951"/>
                  </a:cubicBezTo>
                  <a:cubicBezTo>
                    <a:pt x="0" y="9682"/>
                    <a:pt x="1697" y="13414"/>
                    <a:pt x="4959" y="15345"/>
                  </a:cubicBezTo>
                  <a:cubicBezTo>
                    <a:pt x="5481" y="15658"/>
                    <a:pt x="6029" y="15893"/>
                    <a:pt x="6603" y="16076"/>
                  </a:cubicBezTo>
                  <a:cubicBezTo>
                    <a:pt x="7513" y="16371"/>
                    <a:pt x="8447" y="16516"/>
                    <a:pt x="9374" y="16516"/>
                  </a:cubicBezTo>
                  <a:cubicBezTo>
                    <a:pt x="11317" y="16516"/>
                    <a:pt x="13224" y="15877"/>
                    <a:pt x="14797" y="14640"/>
                  </a:cubicBezTo>
                  <a:cubicBezTo>
                    <a:pt x="17250" y="12709"/>
                    <a:pt x="18502" y="9630"/>
                    <a:pt x="18137" y="6551"/>
                  </a:cubicBezTo>
                  <a:lnTo>
                    <a:pt x="18137" y="6551"/>
                  </a:lnTo>
                  <a:cubicBezTo>
                    <a:pt x="18085" y="7621"/>
                    <a:pt x="17876" y="8665"/>
                    <a:pt x="17485" y="9656"/>
                  </a:cubicBezTo>
                  <a:cubicBezTo>
                    <a:pt x="16336" y="12735"/>
                    <a:pt x="13596" y="14928"/>
                    <a:pt x="10360" y="15397"/>
                  </a:cubicBezTo>
                  <a:cubicBezTo>
                    <a:pt x="10034" y="15439"/>
                    <a:pt x="9710" y="15459"/>
                    <a:pt x="9389" y="15459"/>
                  </a:cubicBezTo>
                  <a:cubicBezTo>
                    <a:pt x="6084" y="15459"/>
                    <a:pt x="3111" y="13311"/>
                    <a:pt x="2088" y="10100"/>
                  </a:cubicBezTo>
                  <a:cubicBezTo>
                    <a:pt x="862" y="6472"/>
                    <a:pt x="2219" y="2532"/>
                    <a:pt x="4959"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0"/>
            <p:cNvSpPr/>
            <p:nvPr/>
          </p:nvSpPr>
          <p:spPr>
            <a:xfrm>
              <a:off x="1711390" y="1806408"/>
              <a:ext cx="713181" cy="246465"/>
            </a:xfrm>
            <a:custGeom>
              <a:rect b="b" l="l" r="r" t="t"/>
              <a:pathLst>
                <a:path extrusionOk="0" h="4861" w="14066">
                  <a:moveTo>
                    <a:pt x="0" y="0"/>
                  </a:moveTo>
                  <a:lnTo>
                    <a:pt x="0" y="0"/>
                  </a:lnTo>
                  <a:cubicBezTo>
                    <a:pt x="26" y="105"/>
                    <a:pt x="52" y="209"/>
                    <a:pt x="104" y="313"/>
                  </a:cubicBezTo>
                  <a:cubicBezTo>
                    <a:pt x="652" y="1383"/>
                    <a:pt x="2114" y="1879"/>
                    <a:pt x="3288" y="2297"/>
                  </a:cubicBezTo>
                  <a:lnTo>
                    <a:pt x="3784" y="2479"/>
                  </a:lnTo>
                  <a:cubicBezTo>
                    <a:pt x="4697" y="2793"/>
                    <a:pt x="5637" y="3132"/>
                    <a:pt x="6576" y="3445"/>
                  </a:cubicBezTo>
                  <a:cubicBezTo>
                    <a:pt x="7072" y="3602"/>
                    <a:pt x="7568" y="3784"/>
                    <a:pt x="8090" y="3915"/>
                  </a:cubicBezTo>
                  <a:lnTo>
                    <a:pt x="8742" y="4097"/>
                  </a:lnTo>
                  <a:cubicBezTo>
                    <a:pt x="9890" y="4463"/>
                    <a:pt x="11091" y="4828"/>
                    <a:pt x="12291" y="4854"/>
                  </a:cubicBezTo>
                  <a:cubicBezTo>
                    <a:pt x="12391" y="4858"/>
                    <a:pt x="12491" y="4861"/>
                    <a:pt x="12590" y="4861"/>
                  </a:cubicBezTo>
                  <a:cubicBezTo>
                    <a:pt x="13164" y="4861"/>
                    <a:pt x="13710" y="4770"/>
                    <a:pt x="14066" y="4280"/>
                  </a:cubicBezTo>
                  <a:lnTo>
                    <a:pt x="14066" y="4280"/>
                  </a:lnTo>
                  <a:cubicBezTo>
                    <a:pt x="13668" y="4342"/>
                    <a:pt x="13267" y="4370"/>
                    <a:pt x="12864" y="4370"/>
                  </a:cubicBezTo>
                  <a:cubicBezTo>
                    <a:pt x="10731" y="4370"/>
                    <a:pt x="8552" y="3586"/>
                    <a:pt x="6576" y="2949"/>
                  </a:cubicBezTo>
                  <a:cubicBezTo>
                    <a:pt x="5193" y="2506"/>
                    <a:pt x="3836" y="2010"/>
                    <a:pt x="2505" y="1462"/>
                  </a:cubicBezTo>
                  <a:cubicBezTo>
                    <a:pt x="1670" y="1096"/>
                    <a:pt x="679" y="679"/>
                    <a:pt x="0" y="0"/>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0"/>
            <p:cNvSpPr/>
            <p:nvPr/>
          </p:nvSpPr>
          <p:spPr>
            <a:xfrm>
              <a:off x="1290609" y="2180850"/>
              <a:ext cx="247479" cy="46342"/>
            </a:xfrm>
            <a:custGeom>
              <a:rect b="b" l="l" r="r" t="t"/>
              <a:pathLst>
                <a:path extrusionOk="0" h="914" w="4881">
                  <a:moveTo>
                    <a:pt x="4854" y="0"/>
                  </a:moveTo>
                  <a:cubicBezTo>
                    <a:pt x="3210" y="131"/>
                    <a:pt x="1592" y="444"/>
                    <a:pt x="1" y="914"/>
                  </a:cubicBezTo>
                  <a:cubicBezTo>
                    <a:pt x="1619" y="653"/>
                    <a:pt x="3289" y="470"/>
                    <a:pt x="4854" y="53"/>
                  </a:cubicBezTo>
                  <a:cubicBezTo>
                    <a:pt x="4881" y="53"/>
                    <a:pt x="4881" y="0"/>
                    <a:pt x="48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0"/>
            <p:cNvSpPr/>
            <p:nvPr/>
          </p:nvSpPr>
          <p:spPr>
            <a:xfrm>
              <a:off x="1545998" y="2174918"/>
              <a:ext cx="17239" cy="8265"/>
            </a:xfrm>
            <a:custGeom>
              <a:rect b="b" l="l" r="r" t="t"/>
              <a:pathLst>
                <a:path extrusionOk="0" h="163" w="340">
                  <a:moveTo>
                    <a:pt x="198" y="0"/>
                  </a:moveTo>
                  <a:cubicBezTo>
                    <a:pt x="124" y="0"/>
                    <a:pt x="51" y="40"/>
                    <a:pt x="0" y="91"/>
                  </a:cubicBezTo>
                  <a:lnTo>
                    <a:pt x="0" y="117"/>
                  </a:lnTo>
                  <a:cubicBezTo>
                    <a:pt x="41" y="148"/>
                    <a:pt x="87" y="163"/>
                    <a:pt x="131" y="163"/>
                  </a:cubicBezTo>
                  <a:cubicBezTo>
                    <a:pt x="199" y="163"/>
                    <a:pt x="266" y="128"/>
                    <a:pt x="313" y="65"/>
                  </a:cubicBezTo>
                  <a:cubicBezTo>
                    <a:pt x="339" y="65"/>
                    <a:pt x="339" y="39"/>
                    <a:pt x="313" y="39"/>
                  </a:cubicBezTo>
                  <a:cubicBezTo>
                    <a:pt x="277" y="12"/>
                    <a:pt x="237" y="0"/>
                    <a:pt x="1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0"/>
            <p:cNvSpPr/>
            <p:nvPr/>
          </p:nvSpPr>
          <p:spPr>
            <a:xfrm>
              <a:off x="1723255" y="3640285"/>
              <a:ext cx="307054" cy="161487"/>
            </a:xfrm>
            <a:custGeom>
              <a:rect b="b" l="l" r="r" t="t"/>
              <a:pathLst>
                <a:path extrusionOk="0" h="3185" w="6056">
                  <a:moveTo>
                    <a:pt x="6055" y="0"/>
                  </a:moveTo>
                  <a:lnTo>
                    <a:pt x="6055" y="0"/>
                  </a:lnTo>
                  <a:cubicBezTo>
                    <a:pt x="4516" y="1749"/>
                    <a:pt x="2376" y="2871"/>
                    <a:pt x="27" y="3132"/>
                  </a:cubicBezTo>
                  <a:cubicBezTo>
                    <a:pt x="1" y="3132"/>
                    <a:pt x="1" y="3184"/>
                    <a:pt x="27" y="3184"/>
                  </a:cubicBezTo>
                  <a:cubicBezTo>
                    <a:pt x="53" y="3184"/>
                    <a:pt x="79" y="3184"/>
                    <a:pt x="105" y="3184"/>
                  </a:cubicBezTo>
                  <a:cubicBezTo>
                    <a:pt x="2502" y="3184"/>
                    <a:pt x="4713" y="1988"/>
                    <a:pt x="60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0"/>
            <p:cNvSpPr/>
            <p:nvPr/>
          </p:nvSpPr>
          <p:spPr>
            <a:xfrm>
              <a:off x="2036851" y="3617772"/>
              <a:ext cx="10648" cy="14602"/>
            </a:xfrm>
            <a:custGeom>
              <a:rect b="b" l="l" r="r" t="t"/>
              <a:pathLst>
                <a:path extrusionOk="0" h="288" w="210">
                  <a:moveTo>
                    <a:pt x="183" y="1"/>
                  </a:moveTo>
                  <a:cubicBezTo>
                    <a:pt x="79" y="53"/>
                    <a:pt x="1" y="157"/>
                    <a:pt x="1" y="288"/>
                  </a:cubicBezTo>
                  <a:cubicBezTo>
                    <a:pt x="105" y="235"/>
                    <a:pt x="183" y="131"/>
                    <a:pt x="209" y="27"/>
                  </a:cubicBezTo>
                  <a:cubicBezTo>
                    <a:pt x="209" y="1"/>
                    <a:pt x="209" y="1"/>
                    <a:pt x="1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0"/>
            <p:cNvSpPr/>
            <p:nvPr/>
          </p:nvSpPr>
          <p:spPr>
            <a:xfrm>
              <a:off x="1310484" y="2719316"/>
              <a:ext cx="244792" cy="112560"/>
            </a:xfrm>
            <a:custGeom>
              <a:rect b="b" l="l" r="r" t="t"/>
              <a:pathLst>
                <a:path extrusionOk="0" h="2220" w="4828">
                  <a:moveTo>
                    <a:pt x="4762" y="1"/>
                  </a:moveTo>
                  <a:cubicBezTo>
                    <a:pt x="3034" y="1"/>
                    <a:pt x="1238" y="1008"/>
                    <a:pt x="52" y="2194"/>
                  </a:cubicBezTo>
                  <a:cubicBezTo>
                    <a:pt x="0" y="2220"/>
                    <a:pt x="26" y="2220"/>
                    <a:pt x="52" y="2220"/>
                  </a:cubicBezTo>
                  <a:cubicBezTo>
                    <a:pt x="705" y="1672"/>
                    <a:pt x="1435" y="1228"/>
                    <a:pt x="2218" y="837"/>
                  </a:cubicBezTo>
                  <a:cubicBezTo>
                    <a:pt x="3053" y="497"/>
                    <a:pt x="3914" y="210"/>
                    <a:pt x="4828" y="54"/>
                  </a:cubicBezTo>
                  <a:cubicBezTo>
                    <a:pt x="4828" y="28"/>
                    <a:pt x="4828" y="28"/>
                    <a:pt x="4828" y="1"/>
                  </a:cubicBezTo>
                  <a:cubicBezTo>
                    <a:pt x="4806" y="1"/>
                    <a:pt x="4784" y="1"/>
                    <a:pt x="47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0"/>
            <p:cNvSpPr/>
            <p:nvPr/>
          </p:nvSpPr>
          <p:spPr>
            <a:xfrm>
              <a:off x="1565823" y="2715006"/>
              <a:ext cx="22563" cy="7555"/>
            </a:xfrm>
            <a:custGeom>
              <a:rect b="b" l="l" r="r" t="t"/>
              <a:pathLst>
                <a:path extrusionOk="0" h="149" w="445">
                  <a:moveTo>
                    <a:pt x="251" y="0"/>
                  </a:moveTo>
                  <a:cubicBezTo>
                    <a:pt x="162" y="0"/>
                    <a:pt x="77" y="25"/>
                    <a:pt x="1" y="86"/>
                  </a:cubicBezTo>
                  <a:cubicBezTo>
                    <a:pt x="1" y="86"/>
                    <a:pt x="1" y="113"/>
                    <a:pt x="1" y="113"/>
                  </a:cubicBezTo>
                  <a:cubicBezTo>
                    <a:pt x="59" y="136"/>
                    <a:pt x="123" y="149"/>
                    <a:pt x="190" y="149"/>
                  </a:cubicBezTo>
                  <a:cubicBezTo>
                    <a:pt x="272" y="149"/>
                    <a:pt x="358" y="130"/>
                    <a:pt x="444" y="86"/>
                  </a:cubicBezTo>
                  <a:cubicBezTo>
                    <a:pt x="444" y="86"/>
                    <a:pt x="444" y="60"/>
                    <a:pt x="444" y="34"/>
                  </a:cubicBezTo>
                  <a:cubicBezTo>
                    <a:pt x="379" y="13"/>
                    <a:pt x="314"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0"/>
            <p:cNvSpPr/>
            <p:nvPr/>
          </p:nvSpPr>
          <p:spPr>
            <a:xfrm>
              <a:off x="1930984" y="1449155"/>
              <a:ext cx="516050" cy="167115"/>
            </a:xfrm>
            <a:custGeom>
              <a:rect b="b" l="l" r="r" t="t"/>
              <a:pathLst>
                <a:path extrusionOk="0" h="3296" w="10178">
                  <a:moveTo>
                    <a:pt x="1" y="0"/>
                  </a:moveTo>
                  <a:lnTo>
                    <a:pt x="1" y="0"/>
                  </a:lnTo>
                  <a:cubicBezTo>
                    <a:pt x="1567" y="835"/>
                    <a:pt x="3237" y="1488"/>
                    <a:pt x="4959" y="1984"/>
                  </a:cubicBezTo>
                  <a:cubicBezTo>
                    <a:pt x="6655" y="2532"/>
                    <a:pt x="8378" y="2975"/>
                    <a:pt x="10152" y="3289"/>
                  </a:cubicBezTo>
                  <a:cubicBezTo>
                    <a:pt x="10157" y="3293"/>
                    <a:pt x="10161" y="3296"/>
                    <a:pt x="10164" y="3296"/>
                  </a:cubicBezTo>
                  <a:cubicBezTo>
                    <a:pt x="10177" y="3296"/>
                    <a:pt x="10173" y="3257"/>
                    <a:pt x="10152" y="3236"/>
                  </a:cubicBezTo>
                  <a:cubicBezTo>
                    <a:pt x="8534" y="2767"/>
                    <a:pt x="6864" y="2349"/>
                    <a:pt x="5246" y="1853"/>
                  </a:cubicBezTo>
                  <a:cubicBezTo>
                    <a:pt x="3472" y="1305"/>
                    <a:pt x="1723" y="65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0"/>
            <p:cNvSpPr/>
            <p:nvPr/>
          </p:nvSpPr>
          <p:spPr>
            <a:xfrm>
              <a:off x="671377" y="1400176"/>
              <a:ext cx="1938458" cy="2879141"/>
            </a:xfrm>
            <a:custGeom>
              <a:rect b="b" l="l" r="r" t="t"/>
              <a:pathLst>
                <a:path extrusionOk="0" h="56785" w="38232">
                  <a:moveTo>
                    <a:pt x="23732" y="247"/>
                  </a:moveTo>
                  <a:cubicBezTo>
                    <a:pt x="24239" y="247"/>
                    <a:pt x="24827" y="396"/>
                    <a:pt x="25183" y="445"/>
                  </a:cubicBezTo>
                  <a:cubicBezTo>
                    <a:pt x="26749" y="732"/>
                    <a:pt x="28315" y="1097"/>
                    <a:pt x="29854" y="1593"/>
                  </a:cubicBezTo>
                  <a:cubicBezTo>
                    <a:pt x="32020" y="2219"/>
                    <a:pt x="34108" y="3080"/>
                    <a:pt x="36117" y="4150"/>
                  </a:cubicBezTo>
                  <a:cubicBezTo>
                    <a:pt x="36483" y="4359"/>
                    <a:pt x="36822" y="4620"/>
                    <a:pt x="36848" y="5090"/>
                  </a:cubicBezTo>
                  <a:cubicBezTo>
                    <a:pt x="36848" y="5168"/>
                    <a:pt x="36848" y="5272"/>
                    <a:pt x="36822" y="5351"/>
                  </a:cubicBezTo>
                  <a:cubicBezTo>
                    <a:pt x="36698" y="5388"/>
                    <a:pt x="36567" y="5403"/>
                    <a:pt x="36432" y="5403"/>
                  </a:cubicBezTo>
                  <a:cubicBezTo>
                    <a:pt x="35999" y="5403"/>
                    <a:pt x="35530" y="5247"/>
                    <a:pt x="35152" y="5168"/>
                  </a:cubicBezTo>
                  <a:cubicBezTo>
                    <a:pt x="34578" y="5037"/>
                    <a:pt x="34030" y="4881"/>
                    <a:pt x="33456" y="4750"/>
                  </a:cubicBezTo>
                  <a:cubicBezTo>
                    <a:pt x="32203" y="4411"/>
                    <a:pt x="30950" y="4046"/>
                    <a:pt x="29724" y="3654"/>
                  </a:cubicBezTo>
                  <a:cubicBezTo>
                    <a:pt x="28471" y="3263"/>
                    <a:pt x="27245" y="2845"/>
                    <a:pt x="26018" y="2402"/>
                  </a:cubicBezTo>
                  <a:cubicBezTo>
                    <a:pt x="25496" y="2193"/>
                    <a:pt x="24948" y="1984"/>
                    <a:pt x="24426" y="1775"/>
                  </a:cubicBezTo>
                  <a:cubicBezTo>
                    <a:pt x="23905" y="1567"/>
                    <a:pt x="23043" y="1358"/>
                    <a:pt x="22704" y="862"/>
                  </a:cubicBezTo>
                  <a:cubicBezTo>
                    <a:pt x="22756" y="732"/>
                    <a:pt x="22861" y="601"/>
                    <a:pt x="22965" y="471"/>
                  </a:cubicBezTo>
                  <a:cubicBezTo>
                    <a:pt x="23143" y="302"/>
                    <a:pt x="23423" y="247"/>
                    <a:pt x="23732" y="247"/>
                  </a:cubicBezTo>
                  <a:close/>
                  <a:moveTo>
                    <a:pt x="22548" y="1123"/>
                  </a:moveTo>
                  <a:cubicBezTo>
                    <a:pt x="22678" y="1227"/>
                    <a:pt x="22809" y="1332"/>
                    <a:pt x="22939" y="1410"/>
                  </a:cubicBezTo>
                  <a:cubicBezTo>
                    <a:pt x="22313" y="3341"/>
                    <a:pt x="21712" y="5272"/>
                    <a:pt x="21086" y="7203"/>
                  </a:cubicBezTo>
                  <a:cubicBezTo>
                    <a:pt x="20956" y="7125"/>
                    <a:pt x="20825" y="7021"/>
                    <a:pt x="20721" y="6890"/>
                  </a:cubicBezTo>
                  <a:cubicBezTo>
                    <a:pt x="20851" y="6499"/>
                    <a:pt x="21034" y="6107"/>
                    <a:pt x="21112" y="5846"/>
                  </a:cubicBezTo>
                  <a:cubicBezTo>
                    <a:pt x="21425" y="4855"/>
                    <a:pt x="21739" y="3863"/>
                    <a:pt x="22052" y="2871"/>
                  </a:cubicBezTo>
                  <a:cubicBezTo>
                    <a:pt x="22182" y="2297"/>
                    <a:pt x="22365" y="1697"/>
                    <a:pt x="22548" y="1123"/>
                  </a:cubicBezTo>
                  <a:close/>
                  <a:moveTo>
                    <a:pt x="23066" y="1473"/>
                  </a:moveTo>
                  <a:lnTo>
                    <a:pt x="23066" y="1473"/>
                  </a:lnTo>
                  <a:cubicBezTo>
                    <a:pt x="23215" y="1548"/>
                    <a:pt x="23363" y="1621"/>
                    <a:pt x="23487" y="1671"/>
                  </a:cubicBezTo>
                  <a:lnTo>
                    <a:pt x="23617" y="1723"/>
                  </a:lnTo>
                  <a:lnTo>
                    <a:pt x="21765" y="7543"/>
                  </a:lnTo>
                  <a:cubicBezTo>
                    <a:pt x="21556" y="7464"/>
                    <a:pt x="21373" y="7386"/>
                    <a:pt x="21217" y="7282"/>
                  </a:cubicBezTo>
                  <a:cubicBezTo>
                    <a:pt x="21842" y="5354"/>
                    <a:pt x="22441" y="3427"/>
                    <a:pt x="23066" y="1473"/>
                  </a:cubicBezTo>
                  <a:close/>
                  <a:moveTo>
                    <a:pt x="23745" y="1785"/>
                  </a:moveTo>
                  <a:lnTo>
                    <a:pt x="23745" y="1785"/>
                  </a:lnTo>
                  <a:cubicBezTo>
                    <a:pt x="23920" y="1860"/>
                    <a:pt x="24095" y="1935"/>
                    <a:pt x="24270" y="2010"/>
                  </a:cubicBezTo>
                  <a:lnTo>
                    <a:pt x="22443" y="7777"/>
                  </a:lnTo>
                  <a:cubicBezTo>
                    <a:pt x="22287" y="7725"/>
                    <a:pt x="22078" y="7647"/>
                    <a:pt x="21869" y="7569"/>
                  </a:cubicBezTo>
                  <a:cubicBezTo>
                    <a:pt x="22494" y="5641"/>
                    <a:pt x="23120" y="3713"/>
                    <a:pt x="23745" y="1785"/>
                  </a:cubicBezTo>
                  <a:close/>
                  <a:moveTo>
                    <a:pt x="24424" y="2071"/>
                  </a:moveTo>
                  <a:lnTo>
                    <a:pt x="24974" y="2271"/>
                  </a:lnTo>
                  <a:cubicBezTo>
                    <a:pt x="24348" y="4202"/>
                    <a:pt x="23748" y="6133"/>
                    <a:pt x="23122" y="8038"/>
                  </a:cubicBezTo>
                  <a:cubicBezTo>
                    <a:pt x="22939" y="7986"/>
                    <a:pt x="22756" y="7908"/>
                    <a:pt x="22574" y="7830"/>
                  </a:cubicBezTo>
                  <a:cubicBezTo>
                    <a:pt x="23173" y="5927"/>
                    <a:pt x="23798" y="3999"/>
                    <a:pt x="24424" y="2071"/>
                  </a:cubicBezTo>
                  <a:close/>
                  <a:moveTo>
                    <a:pt x="25105" y="2323"/>
                  </a:moveTo>
                  <a:lnTo>
                    <a:pt x="25653" y="2532"/>
                  </a:lnTo>
                  <a:lnTo>
                    <a:pt x="23800" y="8299"/>
                  </a:lnTo>
                  <a:cubicBezTo>
                    <a:pt x="23617" y="8247"/>
                    <a:pt x="23435" y="8169"/>
                    <a:pt x="23252" y="8091"/>
                  </a:cubicBezTo>
                  <a:cubicBezTo>
                    <a:pt x="23878" y="6160"/>
                    <a:pt x="24479" y="4255"/>
                    <a:pt x="25105" y="2323"/>
                  </a:cubicBezTo>
                  <a:close/>
                  <a:moveTo>
                    <a:pt x="25757" y="2584"/>
                  </a:moveTo>
                  <a:lnTo>
                    <a:pt x="26331" y="2793"/>
                  </a:lnTo>
                  <a:cubicBezTo>
                    <a:pt x="25705" y="4724"/>
                    <a:pt x="25105" y="6655"/>
                    <a:pt x="24505" y="8560"/>
                  </a:cubicBezTo>
                  <a:lnTo>
                    <a:pt x="24087" y="8430"/>
                  </a:lnTo>
                  <a:lnTo>
                    <a:pt x="23931" y="8352"/>
                  </a:lnTo>
                  <a:lnTo>
                    <a:pt x="25757" y="2584"/>
                  </a:lnTo>
                  <a:close/>
                  <a:moveTo>
                    <a:pt x="26462" y="2845"/>
                  </a:moveTo>
                  <a:lnTo>
                    <a:pt x="27010" y="3028"/>
                  </a:lnTo>
                  <a:cubicBezTo>
                    <a:pt x="26410" y="4959"/>
                    <a:pt x="25783" y="6890"/>
                    <a:pt x="25183" y="8821"/>
                  </a:cubicBezTo>
                  <a:lnTo>
                    <a:pt x="24609" y="8613"/>
                  </a:lnTo>
                  <a:cubicBezTo>
                    <a:pt x="25235" y="6681"/>
                    <a:pt x="25862" y="4750"/>
                    <a:pt x="26462" y="2845"/>
                  </a:cubicBezTo>
                  <a:close/>
                  <a:moveTo>
                    <a:pt x="27164" y="3088"/>
                  </a:moveTo>
                  <a:lnTo>
                    <a:pt x="27715" y="3263"/>
                  </a:lnTo>
                  <a:lnTo>
                    <a:pt x="25862" y="9056"/>
                  </a:lnTo>
                  <a:cubicBezTo>
                    <a:pt x="25679" y="9004"/>
                    <a:pt x="25496" y="8926"/>
                    <a:pt x="25314" y="8847"/>
                  </a:cubicBezTo>
                  <a:cubicBezTo>
                    <a:pt x="25913" y="6945"/>
                    <a:pt x="26539" y="5016"/>
                    <a:pt x="27164" y="3088"/>
                  </a:cubicBezTo>
                  <a:close/>
                  <a:moveTo>
                    <a:pt x="27845" y="3315"/>
                  </a:moveTo>
                  <a:lnTo>
                    <a:pt x="28393" y="3498"/>
                  </a:lnTo>
                  <a:cubicBezTo>
                    <a:pt x="27793" y="5429"/>
                    <a:pt x="27167" y="7360"/>
                    <a:pt x="26566" y="9291"/>
                  </a:cubicBezTo>
                  <a:cubicBezTo>
                    <a:pt x="26384" y="9213"/>
                    <a:pt x="26175" y="9161"/>
                    <a:pt x="25992" y="9108"/>
                  </a:cubicBezTo>
                  <a:cubicBezTo>
                    <a:pt x="26618" y="7177"/>
                    <a:pt x="27219" y="5246"/>
                    <a:pt x="27845" y="3315"/>
                  </a:cubicBezTo>
                  <a:close/>
                  <a:moveTo>
                    <a:pt x="28547" y="3557"/>
                  </a:moveTo>
                  <a:lnTo>
                    <a:pt x="29098" y="3733"/>
                  </a:lnTo>
                  <a:lnTo>
                    <a:pt x="27271" y="9526"/>
                  </a:lnTo>
                  <a:lnTo>
                    <a:pt x="26697" y="9343"/>
                  </a:lnTo>
                  <a:cubicBezTo>
                    <a:pt x="27322" y="7415"/>
                    <a:pt x="27922" y="5486"/>
                    <a:pt x="28547" y="3557"/>
                  </a:cubicBezTo>
                  <a:close/>
                  <a:moveTo>
                    <a:pt x="29228" y="3785"/>
                  </a:moveTo>
                  <a:lnTo>
                    <a:pt x="29776" y="3941"/>
                  </a:lnTo>
                  <a:cubicBezTo>
                    <a:pt x="29150" y="5872"/>
                    <a:pt x="28550" y="7804"/>
                    <a:pt x="27949" y="9735"/>
                  </a:cubicBezTo>
                  <a:lnTo>
                    <a:pt x="27767" y="9682"/>
                  </a:lnTo>
                  <a:lnTo>
                    <a:pt x="27375" y="9552"/>
                  </a:lnTo>
                  <a:cubicBezTo>
                    <a:pt x="28002" y="7621"/>
                    <a:pt x="28628" y="5690"/>
                    <a:pt x="29228" y="3785"/>
                  </a:cubicBezTo>
                  <a:close/>
                  <a:moveTo>
                    <a:pt x="29907" y="3994"/>
                  </a:moveTo>
                  <a:lnTo>
                    <a:pt x="30481" y="4176"/>
                  </a:lnTo>
                  <a:cubicBezTo>
                    <a:pt x="29880" y="6107"/>
                    <a:pt x="29254" y="8012"/>
                    <a:pt x="28654" y="9943"/>
                  </a:cubicBezTo>
                  <a:lnTo>
                    <a:pt x="28080" y="9787"/>
                  </a:lnTo>
                  <a:lnTo>
                    <a:pt x="29907" y="3994"/>
                  </a:lnTo>
                  <a:close/>
                  <a:moveTo>
                    <a:pt x="30611" y="4202"/>
                  </a:moveTo>
                  <a:lnTo>
                    <a:pt x="31185" y="4385"/>
                  </a:lnTo>
                  <a:lnTo>
                    <a:pt x="29359" y="10178"/>
                  </a:lnTo>
                  <a:lnTo>
                    <a:pt x="28784" y="9996"/>
                  </a:lnTo>
                  <a:lnTo>
                    <a:pt x="30611" y="4202"/>
                  </a:lnTo>
                  <a:close/>
                  <a:moveTo>
                    <a:pt x="31316" y="4411"/>
                  </a:moveTo>
                  <a:lnTo>
                    <a:pt x="31890" y="4594"/>
                  </a:lnTo>
                  <a:lnTo>
                    <a:pt x="30063" y="10361"/>
                  </a:lnTo>
                  <a:cubicBezTo>
                    <a:pt x="29880" y="10309"/>
                    <a:pt x="29672" y="10257"/>
                    <a:pt x="29489" y="10204"/>
                  </a:cubicBezTo>
                  <a:lnTo>
                    <a:pt x="31316" y="4411"/>
                  </a:lnTo>
                  <a:close/>
                  <a:moveTo>
                    <a:pt x="32020" y="4620"/>
                  </a:moveTo>
                  <a:lnTo>
                    <a:pt x="32594" y="4803"/>
                  </a:lnTo>
                  <a:cubicBezTo>
                    <a:pt x="31994" y="6708"/>
                    <a:pt x="31368" y="8639"/>
                    <a:pt x="30768" y="10570"/>
                  </a:cubicBezTo>
                  <a:lnTo>
                    <a:pt x="30194" y="10413"/>
                  </a:lnTo>
                  <a:cubicBezTo>
                    <a:pt x="30794" y="8482"/>
                    <a:pt x="31420" y="6551"/>
                    <a:pt x="32020" y="4620"/>
                  </a:cubicBezTo>
                  <a:close/>
                  <a:moveTo>
                    <a:pt x="32725" y="4829"/>
                  </a:moveTo>
                  <a:lnTo>
                    <a:pt x="33299" y="4985"/>
                  </a:lnTo>
                  <a:lnTo>
                    <a:pt x="31472" y="10778"/>
                  </a:lnTo>
                  <a:lnTo>
                    <a:pt x="30898" y="10622"/>
                  </a:lnTo>
                  <a:cubicBezTo>
                    <a:pt x="31498" y="8691"/>
                    <a:pt x="32125" y="6760"/>
                    <a:pt x="32725" y="4829"/>
                  </a:cubicBezTo>
                  <a:close/>
                  <a:moveTo>
                    <a:pt x="33430" y="5011"/>
                  </a:moveTo>
                  <a:lnTo>
                    <a:pt x="33560" y="5063"/>
                  </a:lnTo>
                  <a:lnTo>
                    <a:pt x="34004" y="5168"/>
                  </a:lnTo>
                  <a:lnTo>
                    <a:pt x="32177" y="10961"/>
                  </a:lnTo>
                  <a:lnTo>
                    <a:pt x="31603" y="10805"/>
                  </a:lnTo>
                  <a:lnTo>
                    <a:pt x="33430" y="5011"/>
                  </a:lnTo>
                  <a:close/>
                  <a:moveTo>
                    <a:pt x="34134" y="5194"/>
                  </a:moveTo>
                  <a:cubicBezTo>
                    <a:pt x="34343" y="5246"/>
                    <a:pt x="34526" y="5298"/>
                    <a:pt x="34708" y="5351"/>
                  </a:cubicBezTo>
                  <a:lnTo>
                    <a:pt x="32881" y="11118"/>
                  </a:lnTo>
                  <a:lnTo>
                    <a:pt x="32307" y="10987"/>
                  </a:lnTo>
                  <a:lnTo>
                    <a:pt x="34134" y="5194"/>
                  </a:lnTo>
                  <a:close/>
                  <a:moveTo>
                    <a:pt x="34855" y="5380"/>
                  </a:moveTo>
                  <a:lnTo>
                    <a:pt x="35361" y="5481"/>
                  </a:lnTo>
                  <a:lnTo>
                    <a:pt x="35439" y="5507"/>
                  </a:lnTo>
                  <a:lnTo>
                    <a:pt x="33586" y="11300"/>
                  </a:lnTo>
                  <a:lnTo>
                    <a:pt x="33221" y="11196"/>
                  </a:lnTo>
                  <a:lnTo>
                    <a:pt x="33012" y="11144"/>
                  </a:lnTo>
                  <a:cubicBezTo>
                    <a:pt x="33635" y="9223"/>
                    <a:pt x="34232" y="7301"/>
                    <a:pt x="34855" y="5380"/>
                  </a:cubicBezTo>
                  <a:close/>
                  <a:moveTo>
                    <a:pt x="35569" y="5533"/>
                  </a:moveTo>
                  <a:cubicBezTo>
                    <a:pt x="35752" y="5585"/>
                    <a:pt x="35961" y="5638"/>
                    <a:pt x="36143" y="5664"/>
                  </a:cubicBezTo>
                  <a:lnTo>
                    <a:pt x="34317" y="11431"/>
                  </a:lnTo>
                  <a:cubicBezTo>
                    <a:pt x="34108" y="11405"/>
                    <a:pt x="33925" y="11379"/>
                    <a:pt x="33717" y="11326"/>
                  </a:cubicBezTo>
                  <a:cubicBezTo>
                    <a:pt x="34343" y="9395"/>
                    <a:pt x="34969" y="7464"/>
                    <a:pt x="35569" y="5533"/>
                  </a:cubicBezTo>
                  <a:close/>
                  <a:moveTo>
                    <a:pt x="36744" y="5664"/>
                  </a:moveTo>
                  <a:lnTo>
                    <a:pt x="36744" y="5664"/>
                  </a:lnTo>
                  <a:cubicBezTo>
                    <a:pt x="36665" y="5872"/>
                    <a:pt x="36587" y="6055"/>
                    <a:pt x="36535" y="6212"/>
                  </a:cubicBezTo>
                  <a:lnTo>
                    <a:pt x="35595" y="9161"/>
                  </a:lnTo>
                  <a:cubicBezTo>
                    <a:pt x="35361" y="9891"/>
                    <a:pt x="35152" y="10648"/>
                    <a:pt x="34891" y="11405"/>
                  </a:cubicBezTo>
                  <a:cubicBezTo>
                    <a:pt x="34799" y="11423"/>
                    <a:pt x="34693" y="11442"/>
                    <a:pt x="34584" y="11442"/>
                  </a:cubicBezTo>
                  <a:cubicBezTo>
                    <a:pt x="34539" y="11442"/>
                    <a:pt x="34493" y="11439"/>
                    <a:pt x="34447" y="11431"/>
                  </a:cubicBezTo>
                  <a:cubicBezTo>
                    <a:pt x="35073" y="9501"/>
                    <a:pt x="35673" y="7597"/>
                    <a:pt x="36299" y="5668"/>
                  </a:cubicBezTo>
                  <a:lnTo>
                    <a:pt x="36299" y="5668"/>
                  </a:lnTo>
                  <a:cubicBezTo>
                    <a:pt x="36369" y="5678"/>
                    <a:pt x="36439" y="5683"/>
                    <a:pt x="36509" y="5683"/>
                  </a:cubicBezTo>
                  <a:cubicBezTo>
                    <a:pt x="36587" y="5683"/>
                    <a:pt x="36665" y="5677"/>
                    <a:pt x="36744" y="5664"/>
                  </a:cubicBezTo>
                  <a:close/>
                  <a:moveTo>
                    <a:pt x="20643" y="7151"/>
                  </a:moveTo>
                  <a:cubicBezTo>
                    <a:pt x="20930" y="7386"/>
                    <a:pt x="21243" y="7569"/>
                    <a:pt x="21582" y="7699"/>
                  </a:cubicBezTo>
                  <a:cubicBezTo>
                    <a:pt x="22130" y="7934"/>
                    <a:pt x="22652" y="8143"/>
                    <a:pt x="23200" y="8352"/>
                  </a:cubicBezTo>
                  <a:cubicBezTo>
                    <a:pt x="24557" y="8873"/>
                    <a:pt x="25940" y="9369"/>
                    <a:pt x="27323" y="9813"/>
                  </a:cubicBezTo>
                  <a:cubicBezTo>
                    <a:pt x="28732" y="10257"/>
                    <a:pt x="30194" y="10700"/>
                    <a:pt x="31655" y="11066"/>
                  </a:cubicBezTo>
                  <a:cubicBezTo>
                    <a:pt x="32255" y="11222"/>
                    <a:pt x="32855" y="11379"/>
                    <a:pt x="33456" y="11509"/>
                  </a:cubicBezTo>
                  <a:cubicBezTo>
                    <a:pt x="33899" y="11640"/>
                    <a:pt x="34343" y="11692"/>
                    <a:pt x="34813" y="11692"/>
                  </a:cubicBezTo>
                  <a:cubicBezTo>
                    <a:pt x="34786" y="11744"/>
                    <a:pt x="34760" y="11796"/>
                    <a:pt x="34734" y="11875"/>
                  </a:cubicBezTo>
                  <a:cubicBezTo>
                    <a:pt x="34451" y="12678"/>
                    <a:pt x="33782" y="12818"/>
                    <a:pt x="33019" y="12818"/>
                  </a:cubicBezTo>
                  <a:cubicBezTo>
                    <a:pt x="32940" y="12818"/>
                    <a:pt x="32859" y="12816"/>
                    <a:pt x="32777" y="12814"/>
                  </a:cubicBezTo>
                  <a:cubicBezTo>
                    <a:pt x="31394" y="12762"/>
                    <a:pt x="29933" y="12240"/>
                    <a:pt x="28602" y="11848"/>
                  </a:cubicBezTo>
                  <a:cubicBezTo>
                    <a:pt x="27140" y="11431"/>
                    <a:pt x="25705" y="10961"/>
                    <a:pt x="24296" y="10439"/>
                  </a:cubicBezTo>
                  <a:cubicBezTo>
                    <a:pt x="23096" y="9996"/>
                    <a:pt x="21269" y="9500"/>
                    <a:pt x="20643" y="8299"/>
                  </a:cubicBezTo>
                  <a:cubicBezTo>
                    <a:pt x="20512" y="7934"/>
                    <a:pt x="20512" y="7516"/>
                    <a:pt x="20643" y="7151"/>
                  </a:cubicBezTo>
                  <a:close/>
                  <a:moveTo>
                    <a:pt x="21791" y="9656"/>
                  </a:moveTo>
                  <a:cubicBezTo>
                    <a:pt x="22078" y="9813"/>
                    <a:pt x="22365" y="9943"/>
                    <a:pt x="22600" y="10048"/>
                  </a:cubicBezTo>
                  <a:cubicBezTo>
                    <a:pt x="25209" y="11170"/>
                    <a:pt x="27897" y="12057"/>
                    <a:pt x="30637" y="12683"/>
                  </a:cubicBezTo>
                  <a:cubicBezTo>
                    <a:pt x="31237" y="12866"/>
                    <a:pt x="31864" y="12971"/>
                    <a:pt x="32490" y="13049"/>
                  </a:cubicBezTo>
                  <a:cubicBezTo>
                    <a:pt x="32125" y="14301"/>
                    <a:pt x="31629" y="15476"/>
                    <a:pt x="31707" y="16807"/>
                  </a:cubicBezTo>
                  <a:cubicBezTo>
                    <a:pt x="31812" y="17772"/>
                    <a:pt x="32203" y="18712"/>
                    <a:pt x="32803" y="19495"/>
                  </a:cubicBezTo>
                  <a:cubicBezTo>
                    <a:pt x="33717" y="20773"/>
                    <a:pt x="34917" y="21817"/>
                    <a:pt x="36013" y="22913"/>
                  </a:cubicBezTo>
                  <a:cubicBezTo>
                    <a:pt x="36979" y="23905"/>
                    <a:pt x="37814" y="25027"/>
                    <a:pt x="37761" y="26462"/>
                  </a:cubicBezTo>
                  <a:cubicBezTo>
                    <a:pt x="37735" y="27715"/>
                    <a:pt x="37161" y="29046"/>
                    <a:pt x="36796" y="30246"/>
                  </a:cubicBezTo>
                  <a:cubicBezTo>
                    <a:pt x="36222" y="32073"/>
                    <a:pt x="35622" y="33899"/>
                    <a:pt x="35047" y="35726"/>
                  </a:cubicBezTo>
                  <a:cubicBezTo>
                    <a:pt x="33586" y="40371"/>
                    <a:pt x="32125" y="44990"/>
                    <a:pt x="30637" y="49635"/>
                  </a:cubicBezTo>
                  <a:lnTo>
                    <a:pt x="29802" y="52297"/>
                  </a:lnTo>
                  <a:cubicBezTo>
                    <a:pt x="29515" y="53184"/>
                    <a:pt x="29280" y="54124"/>
                    <a:pt x="28784" y="54959"/>
                  </a:cubicBezTo>
                  <a:lnTo>
                    <a:pt x="28811" y="54959"/>
                  </a:lnTo>
                  <a:cubicBezTo>
                    <a:pt x="28076" y="56178"/>
                    <a:pt x="26789" y="56534"/>
                    <a:pt x="25406" y="56534"/>
                  </a:cubicBezTo>
                  <a:cubicBezTo>
                    <a:pt x="24034" y="56534"/>
                    <a:pt x="22568" y="56184"/>
                    <a:pt x="21452" y="55977"/>
                  </a:cubicBezTo>
                  <a:cubicBezTo>
                    <a:pt x="18424" y="55350"/>
                    <a:pt x="15423" y="54567"/>
                    <a:pt x="12501" y="53550"/>
                  </a:cubicBezTo>
                  <a:cubicBezTo>
                    <a:pt x="9656" y="52662"/>
                    <a:pt x="6890" y="51514"/>
                    <a:pt x="4202" y="50183"/>
                  </a:cubicBezTo>
                  <a:cubicBezTo>
                    <a:pt x="3080" y="49609"/>
                    <a:pt x="1827" y="48983"/>
                    <a:pt x="1097" y="47913"/>
                  </a:cubicBezTo>
                  <a:cubicBezTo>
                    <a:pt x="366" y="46843"/>
                    <a:pt x="627" y="45486"/>
                    <a:pt x="992" y="44286"/>
                  </a:cubicBezTo>
                  <a:cubicBezTo>
                    <a:pt x="1540" y="42563"/>
                    <a:pt x="2115" y="40815"/>
                    <a:pt x="2663" y="39066"/>
                  </a:cubicBezTo>
                  <a:cubicBezTo>
                    <a:pt x="4150" y="34421"/>
                    <a:pt x="5611" y="29776"/>
                    <a:pt x="7099" y="25131"/>
                  </a:cubicBezTo>
                  <a:cubicBezTo>
                    <a:pt x="7621" y="23539"/>
                    <a:pt x="8117" y="21921"/>
                    <a:pt x="8638" y="20330"/>
                  </a:cubicBezTo>
                  <a:cubicBezTo>
                    <a:pt x="9134" y="18816"/>
                    <a:pt x="9526" y="17172"/>
                    <a:pt x="11013" y="16337"/>
                  </a:cubicBezTo>
                  <a:cubicBezTo>
                    <a:pt x="12240" y="15632"/>
                    <a:pt x="13779" y="15580"/>
                    <a:pt x="15136" y="15345"/>
                  </a:cubicBezTo>
                  <a:cubicBezTo>
                    <a:pt x="16285" y="15189"/>
                    <a:pt x="17407" y="14902"/>
                    <a:pt x="18503" y="14458"/>
                  </a:cubicBezTo>
                  <a:cubicBezTo>
                    <a:pt x="19312" y="14119"/>
                    <a:pt x="19990" y="13571"/>
                    <a:pt x="20486" y="12866"/>
                  </a:cubicBezTo>
                  <a:cubicBezTo>
                    <a:pt x="21191" y="11901"/>
                    <a:pt x="21425" y="10752"/>
                    <a:pt x="21791" y="9656"/>
                  </a:cubicBezTo>
                  <a:close/>
                  <a:moveTo>
                    <a:pt x="23617" y="1"/>
                  </a:moveTo>
                  <a:cubicBezTo>
                    <a:pt x="22287" y="1"/>
                    <a:pt x="22104" y="1801"/>
                    <a:pt x="21817" y="2767"/>
                  </a:cubicBezTo>
                  <a:lnTo>
                    <a:pt x="20930" y="5507"/>
                  </a:lnTo>
                  <a:cubicBezTo>
                    <a:pt x="20695" y="6290"/>
                    <a:pt x="20303" y="7099"/>
                    <a:pt x="20277" y="7908"/>
                  </a:cubicBezTo>
                  <a:cubicBezTo>
                    <a:pt x="20277" y="8613"/>
                    <a:pt x="20877" y="9134"/>
                    <a:pt x="21530" y="9526"/>
                  </a:cubicBezTo>
                  <a:cubicBezTo>
                    <a:pt x="21060" y="10857"/>
                    <a:pt x="20799" y="12214"/>
                    <a:pt x="19781" y="13258"/>
                  </a:cubicBezTo>
                  <a:cubicBezTo>
                    <a:pt x="18920" y="14171"/>
                    <a:pt x="17668" y="14536"/>
                    <a:pt x="16519" y="14797"/>
                  </a:cubicBezTo>
                  <a:cubicBezTo>
                    <a:pt x="14066" y="15397"/>
                    <a:pt x="10804" y="15163"/>
                    <a:pt x="9369" y="17616"/>
                  </a:cubicBezTo>
                  <a:cubicBezTo>
                    <a:pt x="8769" y="18659"/>
                    <a:pt x="8482" y="19964"/>
                    <a:pt x="8117" y="21112"/>
                  </a:cubicBezTo>
                  <a:cubicBezTo>
                    <a:pt x="7516" y="22965"/>
                    <a:pt x="6942" y="24792"/>
                    <a:pt x="6368" y="26593"/>
                  </a:cubicBezTo>
                  <a:lnTo>
                    <a:pt x="1932" y="40502"/>
                  </a:lnTo>
                  <a:cubicBezTo>
                    <a:pt x="1384" y="42198"/>
                    <a:pt x="653" y="43946"/>
                    <a:pt x="392" y="45669"/>
                  </a:cubicBezTo>
                  <a:cubicBezTo>
                    <a:pt x="1" y="48278"/>
                    <a:pt x="2349" y="49557"/>
                    <a:pt x="4333" y="50575"/>
                  </a:cubicBezTo>
                  <a:cubicBezTo>
                    <a:pt x="6942" y="51853"/>
                    <a:pt x="9656" y="52949"/>
                    <a:pt x="12422" y="53837"/>
                  </a:cubicBezTo>
                  <a:cubicBezTo>
                    <a:pt x="15345" y="54828"/>
                    <a:pt x="18320" y="55637"/>
                    <a:pt x="21347" y="56238"/>
                  </a:cubicBezTo>
                  <a:cubicBezTo>
                    <a:pt x="22548" y="56472"/>
                    <a:pt x="23722" y="56655"/>
                    <a:pt x="24948" y="56759"/>
                  </a:cubicBezTo>
                  <a:cubicBezTo>
                    <a:pt x="25165" y="56775"/>
                    <a:pt x="25384" y="56784"/>
                    <a:pt x="25603" y="56784"/>
                  </a:cubicBezTo>
                  <a:cubicBezTo>
                    <a:pt x="26491" y="56784"/>
                    <a:pt x="27378" y="56630"/>
                    <a:pt x="28132" y="56107"/>
                  </a:cubicBezTo>
                  <a:cubicBezTo>
                    <a:pt x="29072" y="55455"/>
                    <a:pt x="29411" y="54385"/>
                    <a:pt x="29724" y="53393"/>
                  </a:cubicBezTo>
                  <a:cubicBezTo>
                    <a:pt x="29959" y="52610"/>
                    <a:pt x="30194" y="51827"/>
                    <a:pt x="30455" y="51071"/>
                  </a:cubicBezTo>
                  <a:lnTo>
                    <a:pt x="37631" y="28445"/>
                  </a:lnTo>
                  <a:cubicBezTo>
                    <a:pt x="37996" y="27271"/>
                    <a:pt x="38231" y="26045"/>
                    <a:pt x="37761" y="24844"/>
                  </a:cubicBezTo>
                  <a:cubicBezTo>
                    <a:pt x="37161" y="23331"/>
                    <a:pt x="35648" y="22208"/>
                    <a:pt x="34552" y="21086"/>
                  </a:cubicBezTo>
                  <a:cubicBezTo>
                    <a:pt x="33534" y="20043"/>
                    <a:pt x="32490" y="18920"/>
                    <a:pt x="32099" y="17485"/>
                  </a:cubicBezTo>
                  <a:cubicBezTo>
                    <a:pt x="31681" y="15945"/>
                    <a:pt x="32333" y="14510"/>
                    <a:pt x="32777" y="13049"/>
                  </a:cubicBezTo>
                  <a:cubicBezTo>
                    <a:pt x="32875" y="13056"/>
                    <a:pt x="32973" y="13059"/>
                    <a:pt x="33071" y="13059"/>
                  </a:cubicBezTo>
                  <a:cubicBezTo>
                    <a:pt x="33338" y="13059"/>
                    <a:pt x="33606" y="13035"/>
                    <a:pt x="33873" y="12997"/>
                  </a:cubicBezTo>
                  <a:cubicBezTo>
                    <a:pt x="34891" y="12814"/>
                    <a:pt x="35100" y="11692"/>
                    <a:pt x="35361" y="10857"/>
                  </a:cubicBezTo>
                  <a:cubicBezTo>
                    <a:pt x="35856" y="9239"/>
                    <a:pt x="36378" y="7647"/>
                    <a:pt x="36874" y="6029"/>
                  </a:cubicBezTo>
                  <a:cubicBezTo>
                    <a:pt x="36926" y="5872"/>
                    <a:pt x="36979" y="5716"/>
                    <a:pt x="37005" y="5533"/>
                  </a:cubicBezTo>
                  <a:cubicBezTo>
                    <a:pt x="37057" y="5507"/>
                    <a:pt x="37057" y="5455"/>
                    <a:pt x="37031" y="5403"/>
                  </a:cubicBezTo>
                  <a:cubicBezTo>
                    <a:pt x="37135" y="4776"/>
                    <a:pt x="36952" y="4333"/>
                    <a:pt x="36248" y="3915"/>
                  </a:cubicBezTo>
                  <a:cubicBezTo>
                    <a:pt x="33612" y="2402"/>
                    <a:pt x="30611" y="1436"/>
                    <a:pt x="27662" y="705"/>
                  </a:cubicBezTo>
                  <a:cubicBezTo>
                    <a:pt x="26358" y="366"/>
                    <a:pt x="24974" y="27"/>
                    <a:pt x="23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0"/>
            <p:cNvSpPr/>
            <p:nvPr/>
          </p:nvSpPr>
          <p:spPr>
            <a:xfrm>
              <a:off x="815626" y="2420371"/>
              <a:ext cx="1668518" cy="1686568"/>
            </a:xfrm>
            <a:custGeom>
              <a:rect b="b" l="l" r="r" t="t"/>
              <a:pathLst>
                <a:path extrusionOk="0" h="33264" w="32908">
                  <a:moveTo>
                    <a:pt x="9814" y="286"/>
                  </a:moveTo>
                  <a:cubicBezTo>
                    <a:pt x="10217" y="286"/>
                    <a:pt x="10634" y="332"/>
                    <a:pt x="11039" y="391"/>
                  </a:cubicBezTo>
                  <a:cubicBezTo>
                    <a:pt x="12344" y="574"/>
                    <a:pt x="13648" y="887"/>
                    <a:pt x="14953" y="1200"/>
                  </a:cubicBezTo>
                  <a:cubicBezTo>
                    <a:pt x="18006" y="1957"/>
                    <a:pt x="21007" y="2896"/>
                    <a:pt x="23982" y="3940"/>
                  </a:cubicBezTo>
                  <a:cubicBezTo>
                    <a:pt x="25339" y="4436"/>
                    <a:pt x="26696" y="4958"/>
                    <a:pt x="28027" y="5532"/>
                  </a:cubicBezTo>
                  <a:cubicBezTo>
                    <a:pt x="29254" y="6054"/>
                    <a:pt x="30637" y="6576"/>
                    <a:pt x="31576" y="7542"/>
                  </a:cubicBezTo>
                  <a:cubicBezTo>
                    <a:pt x="32698" y="8690"/>
                    <a:pt x="31576" y="10777"/>
                    <a:pt x="31185" y="12056"/>
                  </a:cubicBezTo>
                  <a:lnTo>
                    <a:pt x="27009" y="25156"/>
                  </a:lnTo>
                  <a:cubicBezTo>
                    <a:pt x="26461" y="26905"/>
                    <a:pt x="25887" y="28679"/>
                    <a:pt x="25339" y="30428"/>
                  </a:cubicBezTo>
                  <a:cubicBezTo>
                    <a:pt x="25130" y="31028"/>
                    <a:pt x="25000" y="31706"/>
                    <a:pt x="24609" y="32254"/>
                  </a:cubicBezTo>
                  <a:cubicBezTo>
                    <a:pt x="24187" y="32847"/>
                    <a:pt x="23473" y="33021"/>
                    <a:pt x="22718" y="33021"/>
                  </a:cubicBezTo>
                  <a:cubicBezTo>
                    <a:pt x="21977" y="33021"/>
                    <a:pt x="21197" y="32854"/>
                    <a:pt x="20616" y="32750"/>
                  </a:cubicBezTo>
                  <a:cubicBezTo>
                    <a:pt x="17745" y="32176"/>
                    <a:pt x="14875" y="31445"/>
                    <a:pt x="12083" y="30532"/>
                  </a:cubicBezTo>
                  <a:cubicBezTo>
                    <a:pt x="9238" y="29645"/>
                    <a:pt x="6446" y="28627"/>
                    <a:pt x="3732" y="27427"/>
                  </a:cubicBezTo>
                  <a:cubicBezTo>
                    <a:pt x="2584" y="26905"/>
                    <a:pt x="914" y="26278"/>
                    <a:pt x="444" y="25000"/>
                  </a:cubicBezTo>
                  <a:cubicBezTo>
                    <a:pt x="183" y="24295"/>
                    <a:pt x="548" y="23486"/>
                    <a:pt x="783" y="22808"/>
                  </a:cubicBezTo>
                  <a:lnTo>
                    <a:pt x="2401" y="17641"/>
                  </a:lnTo>
                  <a:cubicBezTo>
                    <a:pt x="4097" y="12343"/>
                    <a:pt x="5767" y="7046"/>
                    <a:pt x="7464" y="1748"/>
                  </a:cubicBezTo>
                  <a:cubicBezTo>
                    <a:pt x="7857" y="587"/>
                    <a:pt x="8788" y="286"/>
                    <a:pt x="9814" y="286"/>
                  </a:cubicBezTo>
                  <a:close/>
                  <a:moveTo>
                    <a:pt x="9864" y="1"/>
                  </a:moveTo>
                  <a:cubicBezTo>
                    <a:pt x="8703" y="1"/>
                    <a:pt x="7653" y="362"/>
                    <a:pt x="7203" y="1670"/>
                  </a:cubicBezTo>
                  <a:cubicBezTo>
                    <a:pt x="4906" y="8925"/>
                    <a:pt x="2584" y="16153"/>
                    <a:pt x="287" y="23408"/>
                  </a:cubicBezTo>
                  <a:cubicBezTo>
                    <a:pt x="26" y="24269"/>
                    <a:pt x="0" y="25052"/>
                    <a:pt x="574" y="25783"/>
                  </a:cubicBezTo>
                  <a:cubicBezTo>
                    <a:pt x="1305" y="26696"/>
                    <a:pt x="2584" y="27192"/>
                    <a:pt x="3628" y="27661"/>
                  </a:cubicBezTo>
                  <a:cubicBezTo>
                    <a:pt x="6368" y="28862"/>
                    <a:pt x="9160" y="29906"/>
                    <a:pt x="12030" y="30767"/>
                  </a:cubicBezTo>
                  <a:cubicBezTo>
                    <a:pt x="14823" y="31680"/>
                    <a:pt x="17667" y="32411"/>
                    <a:pt x="20538" y="32985"/>
                  </a:cubicBezTo>
                  <a:cubicBezTo>
                    <a:pt x="21222" y="33099"/>
                    <a:pt x="21987" y="33264"/>
                    <a:pt x="22719" y="33264"/>
                  </a:cubicBezTo>
                  <a:cubicBezTo>
                    <a:pt x="23160" y="33264"/>
                    <a:pt x="23590" y="33204"/>
                    <a:pt x="23982" y="33037"/>
                  </a:cubicBezTo>
                  <a:cubicBezTo>
                    <a:pt x="24765" y="32698"/>
                    <a:pt x="25104" y="32019"/>
                    <a:pt x="25339" y="31237"/>
                  </a:cubicBezTo>
                  <a:lnTo>
                    <a:pt x="28940" y="19963"/>
                  </a:lnTo>
                  <a:cubicBezTo>
                    <a:pt x="30036" y="16466"/>
                    <a:pt x="31237" y="12996"/>
                    <a:pt x="32255" y="9473"/>
                  </a:cubicBezTo>
                  <a:cubicBezTo>
                    <a:pt x="32907" y="7228"/>
                    <a:pt x="30115" y="6158"/>
                    <a:pt x="28523" y="5454"/>
                  </a:cubicBezTo>
                  <a:cubicBezTo>
                    <a:pt x="25939" y="4332"/>
                    <a:pt x="23278" y="3366"/>
                    <a:pt x="20590" y="2531"/>
                  </a:cubicBezTo>
                  <a:cubicBezTo>
                    <a:pt x="17980" y="1670"/>
                    <a:pt x="15318" y="965"/>
                    <a:pt x="12604" y="391"/>
                  </a:cubicBezTo>
                  <a:cubicBezTo>
                    <a:pt x="11784" y="229"/>
                    <a:pt x="10788" y="1"/>
                    <a:pt x="98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0"/>
            <p:cNvSpPr/>
            <p:nvPr/>
          </p:nvSpPr>
          <p:spPr>
            <a:xfrm>
              <a:off x="1332945" y="2959800"/>
              <a:ext cx="610002" cy="608227"/>
            </a:xfrm>
            <a:custGeom>
              <a:rect b="b" l="l" r="r" t="t"/>
              <a:pathLst>
                <a:path extrusionOk="0" h="11996" w="12031">
                  <a:moveTo>
                    <a:pt x="6055" y="295"/>
                  </a:moveTo>
                  <a:cubicBezTo>
                    <a:pt x="7125" y="634"/>
                    <a:pt x="8195" y="973"/>
                    <a:pt x="9265" y="1313"/>
                  </a:cubicBezTo>
                  <a:cubicBezTo>
                    <a:pt x="8899" y="2461"/>
                    <a:pt x="8534" y="3635"/>
                    <a:pt x="8169" y="4783"/>
                  </a:cubicBezTo>
                  <a:cubicBezTo>
                    <a:pt x="8143" y="4836"/>
                    <a:pt x="8195" y="4914"/>
                    <a:pt x="8247" y="4940"/>
                  </a:cubicBezTo>
                  <a:lnTo>
                    <a:pt x="11718" y="6036"/>
                  </a:lnTo>
                  <a:cubicBezTo>
                    <a:pt x="11378" y="7106"/>
                    <a:pt x="11013" y="8176"/>
                    <a:pt x="10700" y="9246"/>
                  </a:cubicBezTo>
                  <a:lnTo>
                    <a:pt x="7229" y="8150"/>
                  </a:lnTo>
                  <a:cubicBezTo>
                    <a:pt x="7210" y="8143"/>
                    <a:pt x="7190" y="8140"/>
                    <a:pt x="7172" y="8140"/>
                  </a:cubicBezTo>
                  <a:cubicBezTo>
                    <a:pt x="7117" y="8140"/>
                    <a:pt x="7073" y="8169"/>
                    <a:pt x="7073" y="8228"/>
                  </a:cubicBezTo>
                  <a:cubicBezTo>
                    <a:pt x="6707" y="9376"/>
                    <a:pt x="6316" y="10525"/>
                    <a:pt x="5951" y="11699"/>
                  </a:cubicBezTo>
                  <a:cubicBezTo>
                    <a:pt x="4907" y="11334"/>
                    <a:pt x="3811" y="10994"/>
                    <a:pt x="2741" y="10655"/>
                  </a:cubicBezTo>
                  <a:cubicBezTo>
                    <a:pt x="3106" y="9507"/>
                    <a:pt x="3471" y="8359"/>
                    <a:pt x="3837" y="7210"/>
                  </a:cubicBezTo>
                  <a:cubicBezTo>
                    <a:pt x="3863" y="7132"/>
                    <a:pt x="3837" y="7054"/>
                    <a:pt x="3758" y="7054"/>
                  </a:cubicBezTo>
                  <a:lnTo>
                    <a:pt x="314" y="5932"/>
                  </a:lnTo>
                  <a:cubicBezTo>
                    <a:pt x="653" y="4888"/>
                    <a:pt x="992" y="3818"/>
                    <a:pt x="1332" y="2722"/>
                  </a:cubicBezTo>
                  <a:lnTo>
                    <a:pt x="4776" y="3818"/>
                  </a:lnTo>
                  <a:cubicBezTo>
                    <a:pt x="4796" y="3824"/>
                    <a:pt x="4815" y="3828"/>
                    <a:pt x="4834" y="3828"/>
                  </a:cubicBezTo>
                  <a:cubicBezTo>
                    <a:pt x="4890" y="3828"/>
                    <a:pt x="4939" y="3798"/>
                    <a:pt x="4959" y="3740"/>
                  </a:cubicBezTo>
                  <a:lnTo>
                    <a:pt x="6055" y="295"/>
                  </a:lnTo>
                  <a:close/>
                  <a:moveTo>
                    <a:pt x="5986" y="1"/>
                  </a:moveTo>
                  <a:cubicBezTo>
                    <a:pt x="5924" y="1"/>
                    <a:pt x="5867" y="44"/>
                    <a:pt x="5846" y="86"/>
                  </a:cubicBezTo>
                  <a:cubicBezTo>
                    <a:pt x="5481" y="1234"/>
                    <a:pt x="5115" y="2409"/>
                    <a:pt x="4750" y="3557"/>
                  </a:cubicBezTo>
                  <a:lnTo>
                    <a:pt x="1305" y="2461"/>
                  </a:lnTo>
                  <a:cubicBezTo>
                    <a:pt x="1286" y="2454"/>
                    <a:pt x="1266" y="2451"/>
                    <a:pt x="1248" y="2451"/>
                  </a:cubicBezTo>
                  <a:cubicBezTo>
                    <a:pt x="1193" y="2451"/>
                    <a:pt x="1149" y="2481"/>
                    <a:pt x="1149" y="2539"/>
                  </a:cubicBezTo>
                  <a:cubicBezTo>
                    <a:pt x="784" y="3687"/>
                    <a:pt x="418" y="4836"/>
                    <a:pt x="27" y="6010"/>
                  </a:cubicBezTo>
                  <a:cubicBezTo>
                    <a:pt x="1" y="6062"/>
                    <a:pt x="53" y="6140"/>
                    <a:pt x="131" y="6167"/>
                  </a:cubicBezTo>
                  <a:lnTo>
                    <a:pt x="3576" y="7263"/>
                  </a:lnTo>
                  <a:cubicBezTo>
                    <a:pt x="3210" y="8411"/>
                    <a:pt x="2845" y="9559"/>
                    <a:pt x="2480" y="10733"/>
                  </a:cubicBezTo>
                  <a:cubicBezTo>
                    <a:pt x="2454" y="10786"/>
                    <a:pt x="2506" y="10864"/>
                    <a:pt x="2558" y="10890"/>
                  </a:cubicBezTo>
                  <a:cubicBezTo>
                    <a:pt x="3732" y="11255"/>
                    <a:pt x="4881" y="11621"/>
                    <a:pt x="6029" y="11986"/>
                  </a:cubicBezTo>
                  <a:cubicBezTo>
                    <a:pt x="6048" y="11992"/>
                    <a:pt x="6066" y="11996"/>
                    <a:pt x="6083" y="11996"/>
                  </a:cubicBezTo>
                  <a:cubicBezTo>
                    <a:pt x="6132" y="11996"/>
                    <a:pt x="6166" y="11966"/>
                    <a:pt x="6185" y="11908"/>
                  </a:cubicBezTo>
                  <a:cubicBezTo>
                    <a:pt x="6551" y="10759"/>
                    <a:pt x="6916" y="9611"/>
                    <a:pt x="7281" y="8437"/>
                  </a:cubicBezTo>
                  <a:lnTo>
                    <a:pt x="10752" y="9533"/>
                  </a:lnTo>
                  <a:cubicBezTo>
                    <a:pt x="10772" y="9539"/>
                    <a:pt x="10790" y="9543"/>
                    <a:pt x="10806" y="9543"/>
                  </a:cubicBezTo>
                  <a:cubicBezTo>
                    <a:pt x="10855" y="9543"/>
                    <a:pt x="10889" y="9513"/>
                    <a:pt x="10909" y="9455"/>
                  </a:cubicBezTo>
                  <a:cubicBezTo>
                    <a:pt x="11274" y="8306"/>
                    <a:pt x="11639" y="7158"/>
                    <a:pt x="12005" y="5984"/>
                  </a:cubicBezTo>
                  <a:cubicBezTo>
                    <a:pt x="12031" y="5958"/>
                    <a:pt x="12031" y="5932"/>
                    <a:pt x="12005" y="5906"/>
                  </a:cubicBezTo>
                  <a:lnTo>
                    <a:pt x="12005" y="5880"/>
                  </a:lnTo>
                  <a:cubicBezTo>
                    <a:pt x="11979" y="5853"/>
                    <a:pt x="11953" y="5827"/>
                    <a:pt x="11926" y="5827"/>
                  </a:cubicBezTo>
                  <a:lnTo>
                    <a:pt x="8482" y="4731"/>
                  </a:lnTo>
                  <a:cubicBezTo>
                    <a:pt x="8847" y="3583"/>
                    <a:pt x="9212" y="2435"/>
                    <a:pt x="9578" y="1287"/>
                  </a:cubicBezTo>
                  <a:cubicBezTo>
                    <a:pt x="9604" y="1208"/>
                    <a:pt x="9552" y="1130"/>
                    <a:pt x="9500" y="1104"/>
                  </a:cubicBezTo>
                  <a:cubicBezTo>
                    <a:pt x="8325" y="765"/>
                    <a:pt x="7177" y="373"/>
                    <a:pt x="6029" y="8"/>
                  </a:cubicBezTo>
                  <a:cubicBezTo>
                    <a:pt x="6014" y="3"/>
                    <a:pt x="6000" y="1"/>
                    <a:pt x="59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0"/>
            <p:cNvSpPr/>
            <p:nvPr/>
          </p:nvSpPr>
          <p:spPr>
            <a:xfrm>
              <a:off x="1164917" y="2803229"/>
              <a:ext cx="1001679" cy="919439"/>
            </a:xfrm>
            <a:custGeom>
              <a:rect b="b" l="l" r="r" t="t"/>
              <a:pathLst>
                <a:path extrusionOk="0" h="18134" w="19756">
                  <a:moveTo>
                    <a:pt x="9371" y="249"/>
                  </a:moveTo>
                  <a:cubicBezTo>
                    <a:pt x="12828" y="249"/>
                    <a:pt x="15996" y="2425"/>
                    <a:pt x="17406" y="5575"/>
                  </a:cubicBezTo>
                  <a:cubicBezTo>
                    <a:pt x="19050" y="9255"/>
                    <a:pt x="17824" y="13534"/>
                    <a:pt x="14745" y="16013"/>
                  </a:cubicBezTo>
                  <a:cubicBezTo>
                    <a:pt x="13207" y="17261"/>
                    <a:pt x="11297" y="17872"/>
                    <a:pt x="9380" y="17872"/>
                  </a:cubicBezTo>
                  <a:cubicBezTo>
                    <a:pt x="7850" y="17872"/>
                    <a:pt x="6314" y="17483"/>
                    <a:pt x="4959" y="16718"/>
                  </a:cubicBezTo>
                  <a:cubicBezTo>
                    <a:pt x="1723" y="14787"/>
                    <a:pt x="0" y="11055"/>
                    <a:pt x="679" y="7350"/>
                  </a:cubicBezTo>
                  <a:cubicBezTo>
                    <a:pt x="1410" y="3644"/>
                    <a:pt x="4541" y="852"/>
                    <a:pt x="8221" y="330"/>
                  </a:cubicBezTo>
                  <a:cubicBezTo>
                    <a:pt x="8606" y="275"/>
                    <a:pt x="8990" y="249"/>
                    <a:pt x="9371" y="249"/>
                  </a:cubicBezTo>
                  <a:close/>
                  <a:moveTo>
                    <a:pt x="9410" y="1"/>
                  </a:moveTo>
                  <a:cubicBezTo>
                    <a:pt x="7499" y="1"/>
                    <a:pt x="5590" y="608"/>
                    <a:pt x="3993" y="1739"/>
                  </a:cubicBezTo>
                  <a:cubicBezTo>
                    <a:pt x="1462" y="3566"/>
                    <a:pt x="53" y="6619"/>
                    <a:pt x="261" y="9750"/>
                  </a:cubicBezTo>
                  <a:cubicBezTo>
                    <a:pt x="549" y="12725"/>
                    <a:pt x="2219" y="15387"/>
                    <a:pt x="4802" y="16927"/>
                  </a:cubicBezTo>
                  <a:cubicBezTo>
                    <a:pt x="6230" y="17745"/>
                    <a:pt x="7783" y="18133"/>
                    <a:pt x="9314" y="18133"/>
                  </a:cubicBezTo>
                  <a:cubicBezTo>
                    <a:pt x="12568" y="18133"/>
                    <a:pt x="15721" y="16379"/>
                    <a:pt x="17354" y="13273"/>
                  </a:cubicBezTo>
                  <a:cubicBezTo>
                    <a:pt x="19755" y="8707"/>
                    <a:pt x="17876" y="3070"/>
                    <a:pt x="13231" y="878"/>
                  </a:cubicBezTo>
                  <a:cubicBezTo>
                    <a:pt x="12023" y="284"/>
                    <a:pt x="10716" y="1"/>
                    <a:pt x="94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0"/>
            <p:cNvSpPr/>
            <p:nvPr/>
          </p:nvSpPr>
          <p:spPr>
            <a:xfrm>
              <a:off x="1061686" y="2739394"/>
              <a:ext cx="1119460" cy="1049136"/>
            </a:xfrm>
            <a:custGeom>
              <a:rect b="b" l="l" r="r" t="t"/>
              <a:pathLst>
                <a:path extrusionOk="0" h="20692" w="22079">
                  <a:moveTo>
                    <a:pt x="11361" y="281"/>
                  </a:moveTo>
                  <a:cubicBezTo>
                    <a:pt x="13743" y="281"/>
                    <a:pt x="16094" y="1121"/>
                    <a:pt x="17955" y="2737"/>
                  </a:cubicBezTo>
                  <a:cubicBezTo>
                    <a:pt x="20799" y="5242"/>
                    <a:pt x="22026" y="9104"/>
                    <a:pt x="21139" y="12784"/>
                  </a:cubicBezTo>
                  <a:cubicBezTo>
                    <a:pt x="20434" y="15733"/>
                    <a:pt x="18242" y="18212"/>
                    <a:pt x="15528" y="19491"/>
                  </a:cubicBezTo>
                  <a:cubicBezTo>
                    <a:pt x="14204" y="20088"/>
                    <a:pt x="12790" y="20386"/>
                    <a:pt x="11376" y="20386"/>
                  </a:cubicBezTo>
                  <a:cubicBezTo>
                    <a:pt x="9642" y="20386"/>
                    <a:pt x="7909" y="19938"/>
                    <a:pt x="6342" y="19047"/>
                  </a:cubicBezTo>
                  <a:cubicBezTo>
                    <a:pt x="3159" y="17168"/>
                    <a:pt x="1228" y="13697"/>
                    <a:pt x="1280" y="9992"/>
                  </a:cubicBezTo>
                  <a:cubicBezTo>
                    <a:pt x="1358" y="6234"/>
                    <a:pt x="3785" y="2815"/>
                    <a:pt x="7151" y="1197"/>
                  </a:cubicBezTo>
                  <a:cubicBezTo>
                    <a:pt x="8500" y="582"/>
                    <a:pt x="9936" y="281"/>
                    <a:pt x="11361" y="281"/>
                  </a:cubicBezTo>
                  <a:close/>
                  <a:moveTo>
                    <a:pt x="11402" y="0"/>
                  </a:moveTo>
                  <a:cubicBezTo>
                    <a:pt x="6694" y="0"/>
                    <a:pt x="2116" y="3212"/>
                    <a:pt x="1175" y="8556"/>
                  </a:cubicBezTo>
                  <a:cubicBezTo>
                    <a:pt x="1" y="15205"/>
                    <a:pt x="5283" y="20691"/>
                    <a:pt x="11345" y="20691"/>
                  </a:cubicBezTo>
                  <a:cubicBezTo>
                    <a:pt x="12825" y="20691"/>
                    <a:pt x="14351" y="20364"/>
                    <a:pt x="15841" y="19647"/>
                  </a:cubicBezTo>
                  <a:cubicBezTo>
                    <a:pt x="18816" y="18212"/>
                    <a:pt x="20930" y="15446"/>
                    <a:pt x="21556" y="12184"/>
                  </a:cubicBezTo>
                  <a:cubicBezTo>
                    <a:pt x="22078" y="8896"/>
                    <a:pt x="21060" y="5529"/>
                    <a:pt x="18738" y="3128"/>
                  </a:cubicBezTo>
                  <a:cubicBezTo>
                    <a:pt x="16647" y="982"/>
                    <a:pt x="14004" y="0"/>
                    <a:pt x="114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1" name="Google Shape;971;p30"/>
          <p:cNvGrpSpPr/>
          <p:nvPr/>
        </p:nvGrpSpPr>
        <p:grpSpPr>
          <a:xfrm>
            <a:off x="6579898" y="485087"/>
            <a:ext cx="682718" cy="427935"/>
            <a:chOff x="-1417750" y="-266700"/>
            <a:chExt cx="574775" cy="360275"/>
          </a:xfrm>
        </p:grpSpPr>
        <p:sp>
          <p:nvSpPr>
            <p:cNvPr id="972" name="Google Shape;972;p30"/>
            <p:cNvSpPr/>
            <p:nvPr/>
          </p:nvSpPr>
          <p:spPr>
            <a:xfrm>
              <a:off x="-1410575" y="-194000"/>
              <a:ext cx="335350" cy="280200"/>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0"/>
            <p:cNvSpPr/>
            <p:nvPr/>
          </p:nvSpPr>
          <p:spPr>
            <a:xfrm>
              <a:off x="-1154175" y="-259125"/>
              <a:ext cx="296850" cy="27345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0"/>
            <p:cNvSpPr/>
            <p:nvPr/>
          </p:nvSpPr>
          <p:spPr>
            <a:xfrm>
              <a:off x="-1137875" y="-190375"/>
              <a:ext cx="278600" cy="204225"/>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0"/>
            <p:cNvSpPr/>
            <p:nvPr/>
          </p:nvSpPr>
          <p:spPr>
            <a:xfrm>
              <a:off x="-1026975" y="-235575"/>
              <a:ext cx="123325" cy="82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9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0"/>
            <p:cNvSpPr/>
            <p:nvPr/>
          </p:nvSpPr>
          <p:spPr>
            <a:xfrm>
              <a:off x="-1406000" y="-142100"/>
              <a:ext cx="330775" cy="228300"/>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0"/>
            <p:cNvSpPr/>
            <p:nvPr/>
          </p:nvSpPr>
          <p:spPr>
            <a:xfrm>
              <a:off x="-1351200" y="-120750"/>
              <a:ext cx="135050" cy="89250"/>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EA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0"/>
            <p:cNvSpPr/>
            <p:nvPr/>
          </p:nvSpPr>
          <p:spPr>
            <a:xfrm>
              <a:off x="-1417750" y="-266700"/>
              <a:ext cx="574775" cy="360275"/>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0"/>
            <p:cNvSpPr/>
            <p:nvPr/>
          </p:nvSpPr>
          <p:spPr>
            <a:xfrm>
              <a:off x="-980650" y="-111225"/>
              <a:ext cx="100500" cy="74175"/>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0"/>
            <p:cNvSpPr/>
            <p:nvPr/>
          </p:nvSpPr>
          <p:spPr>
            <a:xfrm>
              <a:off x="-1388400" y="-117325"/>
              <a:ext cx="70475" cy="71150"/>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0"/>
            <p:cNvSpPr/>
            <p:nvPr/>
          </p:nvSpPr>
          <p:spPr>
            <a:xfrm>
              <a:off x="-1311425" y="-126225"/>
              <a:ext cx="13075" cy="6600"/>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0"/>
            <p:cNvSpPr/>
            <p:nvPr/>
          </p:nvSpPr>
          <p:spPr>
            <a:xfrm>
              <a:off x="-998925" y="-35275"/>
              <a:ext cx="14375" cy="5575"/>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3" name="Google Shape;983;p30"/>
          <p:cNvGrpSpPr/>
          <p:nvPr/>
        </p:nvGrpSpPr>
        <p:grpSpPr>
          <a:xfrm rot="4364283">
            <a:off x="7971094" y="3472298"/>
            <a:ext cx="592112" cy="573580"/>
            <a:chOff x="-534400" y="-86450"/>
            <a:chExt cx="498450" cy="482850"/>
          </a:xfrm>
        </p:grpSpPr>
        <p:sp>
          <p:nvSpPr>
            <p:cNvPr id="984" name="Google Shape;984;p30"/>
            <p:cNvSpPr/>
            <p:nvPr/>
          </p:nvSpPr>
          <p:spPr>
            <a:xfrm>
              <a:off x="-522025" y="-80125"/>
              <a:ext cx="334050" cy="322300"/>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0"/>
            <p:cNvSpPr/>
            <p:nvPr/>
          </p:nvSpPr>
          <p:spPr>
            <a:xfrm>
              <a:off x="-347825" y="88850"/>
              <a:ext cx="309250" cy="301425"/>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0"/>
            <p:cNvSpPr/>
            <p:nvPr/>
          </p:nvSpPr>
          <p:spPr>
            <a:xfrm>
              <a:off x="-522025" y="-62500"/>
              <a:ext cx="307325" cy="304025"/>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0"/>
            <p:cNvSpPr/>
            <p:nvPr/>
          </p:nvSpPr>
          <p:spPr>
            <a:xfrm>
              <a:off x="-386325" y="-5750"/>
              <a:ext cx="124150" cy="120125"/>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9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0"/>
            <p:cNvSpPr/>
            <p:nvPr/>
          </p:nvSpPr>
          <p:spPr>
            <a:xfrm>
              <a:off x="-348475" y="168425"/>
              <a:ext cx="292300" cy="221850"/>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0"/>
            <p:cNvSpPr/>
            <p:nvPr/>
          </p:nvSpPr>
          <p:spPr>
            <a:xfrm>
              <a:off x="-174300" y="182525"/>
              <a:ext cx="93325" cy="95125"/>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EA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0"/>
            <p:cNvSpPr/>
            <p:nvPr/>
          </p:nvSpPr>
          <p:spPr>
            <a:xfrm>
              <a:off x="-534400" y="-86450"/>
              <a:ext cx="498450" cy="482850"/>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0"/>
            <p:cNvSpPr/>
            <p:nvPr/>
          </p:nvSpPr>
          <p:spPr>
            <a:xfrm>
              <a:off x="-261050" y="314575"/>
              <a:ext cx="109625" cy="61750"/>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0"/>
            <p:cNvSpPr/>
            <p:nvPr/>
          </p:nvSpPr>
          <p:spPr>
            <a:xfrm>
              <a:off x="-422850" y="-63350"/>
              <a:ext cx="93975" cy="38050"/>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0"/>
            <p:cNvSpPr/>
            <p:nvPr/>
          </p:nvSpPr>
          <p:spPr>
            <a:xfrm>
              <a:off x="-323675" y="-21400"/>
              <a:ext cx="10450" cy="10225"/>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0"/>
            <p:cNvSpPr/>
            <p:nvPr/>
          </p:nvSpPr>
          <p:spPr>
            <a:xfrm>
              <a:off x="-275400" y="300225"/>
              <a:ext cx="11100" cy="1045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5" name="Google Shape;995;p30"/>
          <p:cNvGrpSpPr/>
          <p:nvPr/>
        </p:nvGrpSpPr>
        <p:grpSpPr>
          <a:xfrm rot="-2700000">
            <a:off x="8453136" y="1988921"/>
            <a:ext cx="427971" cy="409446"/>
            <a:chOff x="4058550" y="928275"/>
            <a:chExt cx="427975" cy="409450"/>
          </a:xfrm>
        </p:grpSpPr>
        <p:sp>
          <p:nvSpPr>
            <p:cNvPr id="996" name="Google Shape;996;p3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9" name="Google Shape;999;p30"/>
          <p:cNvSpPr/>
          <p:nvPr/>
        </p:nvSpPr>
        <p:spPr>
          <a:xfrm>
            <a:off x="6386992" y="149838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0" name="Google Shape;1000;p30"/>
          <p:cNvGrpSpPr/>
          <p:nvPr/>
        </p:nvGrpSpPr>
        <p:grpSpPr>
          <a:xfrm rot="135142">
            <a:off x="5447420" y="932843"/>
            <a:ext cx="1070519" cy="3174251"/>
            <a:chOff x="4014240" y="1323975"/>
            <a:chExt cx="1070548" cy="3174339"/>
          </a:xfrm>
        </p:grpSpPr>
        <p:sp>
          <p:nvSpPr>
            <p:cNvPr id="1001" name="Google Shape;1001;p30"/>
            <p:cNvSpPr/>
            <p:nvPr/>
          </p:nvSpPr>
          <p:spPr>
            <a:xfrm rot="5239021">
              <a:off x="4455214" y="4093983"/>
              <a:ext cx="415704" cy="129279"/>
            </a:xfrm>
            <a:custGeom>
              <a:rect b="b" l="l" r="r" t="t"/>
              <a:pathLst>
                <a:path extrusionOk="0" h="3498" w="11248">
                  <a:moveTo>
                    <a:pt x="10987" y="1"/>
                  </a:moveTo>
                  <a:lnTo>
                    <a:pt x="27" y="2454"/>
                  </a:lnTo>
                  <a:cubicBezTo>
                    <a:pt x="0" y="2454"/>
                    <a:pt x="0" y="2454"/>
                    <a:pt x="0" y="2480"/>
                  </a:cubicBezTo>
                  <a:lnTo>
                    <a:pt x="209" y="3472"/>
                  </a:lnTo>
                  <a:cubicBezTo>
                    <a:pt x="209" y="3498"/>
                    <a:pt x="235" y="3498"/>
                    <a:pt x="261" y="3498"/>
                  </a:cubicBezTo>
                  <a:lnTo>
                    <a:pt x="11222" y="1071"/>
                  </a:lnTo>
                  <a:cubicBezTo>
                    <a:pt x="11248" y="1071"/>
                    <a:pt x="11248" y="1045"/>
                    <a:pt x="11248" y="1019"/>
                  </a:cubicBezTo>
                  <a:lnTo>
                    <a:pt x="11039" y="53"/>
                  </a:lnTo>
                  <a:cubicBezTo>
                    <a:pt x="11039" y="27"/>
                    <a:pt x="11013"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0"/>
            <p:cNvSpPr/>
            <p:nvPr/>
          </p:nvSpPr>
          <p:spPr>
            <a:xfrm rot="5239021">
              <a:off x="4497170" y="4086230"/>
              <a:ext cx="414743" cy="122553"/>
            </a:xfrm>
            <a:custGeom>
              <a:rect b="b" l="l" r="r" t="t"/>
              <a:pathLst>
                <a:path extrusionOk="0" h="3316" w="11222">
                  <a:moveTo>
                    <a:pt x="10987" y="1"/>
                  </a:moveTo>
                  <a:lnTo>
                    <a:pt x="27" y="2428"/>
                  </a:lnTo>
                  <a:cubicBezTo>
                    <a:pt x="1" y="2428"/>
                    <a:pt x="1" y="2454"/>
                    <a:pt x="1" y="2480"/>
                  </a:cubicBezTo>
                  <a:lnTo>
                    <a:pt x="183" y="3289"/>
                  </a:lnTo>
                  <a:cubicBezTo>
                    <a:pt x="183" y="3289"/>
                    <a:pt x="209" y="3315"/>
                    <a:pt x="209" y="3315"/>
                  </a:cubicBezTo>
                  <a:lnTo>
                    <a:pt x="11196" y="888"/>
                  </a:lnTo>
                  <a:cubicBezTo>
                    <a:pt x="11196" y="862"/>
                    <a:pt x="11222" y="862"/>
                    <a:pt x="11222" y="836"/>
                  </a:cubicBezTo>
                  <a:lnTo>
                    <a:pt x="11039" y="27"/>
                  </a:lnTo>
                  <a:cubicBezTo>
                    <a:pt x="11039" y="1"/>
                    <a:pt x="11013" y="1"/>
                    <a:pt x="109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0"/>
            <p:cNvSpPr/>
            <p:nvPr/>
          </p:nvSpPr>
          <p:spPr>
            <a:xfrm rot="5239021">
              <a:off x="4750221" y="4134806"/>
              <a:ext cx="164944" cy="477904"/>
            </a:xfrm>
            <a:custGeom>
              <a:rect b="b" l="l" r="r" t="t"/>
              <a:pathLst>
                <a:path extrusionOk="0" h="12931" w="4463">
                  <a:moveTo>
                    <a:pt x="974" y="1"/>
                  </a:moveTo>
                  <a:cubicBezTo>
                    <a:pt x="867" y="1"/>
                    <a:pt x="758" y="18"/>
                    <a:pt x="652" y="53"/>
                  </a:cubicBezTo>
                  <a:cubicBezTo>
                    <a:pt x="261" y="131"/>
                    <a:pt x="0" y="496"/>
                    <a:pt x="26" y="888"/>
                  </a:cubicBezTo>
                  <a:cubicBezTo>
                    <a:pt x="26" y="1149"/>
                    <a:pt x="78" y="1384"/>
                    <a:pt x="131" y="1645"/>
                  </a:cubicBezTo>
                  <a:cubicBezTo>
                    <a:pt x="183" y="1853"/>
                    <a:pt x="235" y="2010"/>
                    <a:pt x="287" y="2219"/>
                  </a:cubicBezTo>
                  <a:cubicBezTo>
                    <a:pt x="313" y="2401"/>
                    <a:pt x="365" y="2584"/>
                    <a:pt x="418" y="2767"/>
                  </a:cubicBezTo>
                  <a:lnTo>
                    <a:pt x="2505" y="12240"/>
                  </a:lnTo>
                  <a:cubicBezTo>
                    <a:pt x="2645" y="12658"/>
                    <a:pt x="3032" y="12931"/>
                    <a:pt x="3465" y="12931"/>
                  </a:cubicBezTo>
                  <a:cubicBezTo>
                    <a:pt x="3518" y="12931"/>
                    <a:pt x="3573" y="12927"/>
                    <a:pt x="3627" y="12918"/>
                  </a:cubicBezTo>
                  <a:cubicBezTo>
                    <a:pt x="4071" y="12892"/>
                    <a:pt x="4436" y="12553"/>
                    <a:pt x="4462" y="12109"/>
                  </a:cubicBezTo>
                  <a:cubicBezTo>
                    <a:pt x="4462" y="11848"/>
                    <a:pt x="4436" y="11561"/>
                    <a:pt x="4358" y="11300"/>
                  </a:cubicBezTo>
                  <a:cubicBezTo>
                    <a:pt x="4332" y="11144"/>
                    <a:pt x="4280" y="10935"/>
                    <a:pt x="4228" y="10778"/>
                  </a:cubicBezTo>
                  <a:cubicBezTo>
                    <a:pt x="4201" y="10622"/>
                    <a:pt x="4149" y="10465"/>
                    <a:pt x="4123" y="10308"/>
                  </a:cubicBezTo>
                  <a:lnTo>
                    <a:pt x="2375" y="2428"/>
                  </a:lnTo>
                  <a:cubicBezTo>
                    <a:pt x="2323" y="2245"/>
                    <a:pt x="2296" y="2062"/>
                    <a:pt x="2270" y="1853"/>
                  </a:cubicBezTo>
                  <a:cubicBezTo>
                    <a:pt x="2244" y="1645"/>
                    <a:pt x="2192" y="1410"/>
                    <a:pt x="2140" y="1201"/>
                  </a:cubicBezTo>
                  <a:cubicBezTo>
                    <a:pt x="2114" y="966"/>
                    <a:pt x="2036" y="731"/>
                    <a:pt x="1905" y="523"/>
                  </a:cubicBezTo>
                  <a:cubicBezTo>
                    <a:pt x="1703" y="199"/>
                    <a:pt x="1344" y="1"/>
                    <a:pt x="97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0"/>
            <p:cNvSpPr/>
            <p:nvPr/>
          </p:nvSpPr>
          <p:spPr>
            <a:xfrm rot="5239021">
              <a:off x="4585953" y="3991953"/>
              <a:ext cx="444642" cy="254086"/>
            </a:xfrm>
            <a:custGeom>
              <a:rect b="b" l="l" r="r" t="t"/>
              <a:pathLst>
                <a:path extrusionOk="0" h="6875" w="12031">
                  <a:moveTo>
                    <a:pt x="11013" y="1"/>
                  </a:moveTo>
                  <a:lnTo>
                    <a:pt x="53" y="2428"/>
                  </a:lnTo>
                  <a:cubicBezTo>
                    <a:pt x="27" y="2428"/>
                    <a:pt x="1" y="2454"/>
                    <a:pt x="27" y="2480"/>
                  </a:cubicBezTo>
                  <a:lnTo>
                    <a:pt x="992" y="6838"/>
                  </a:lnTo>
                  <a:cubicBezTo>
                    <a:pt x="992" y="6857"/>
                    <a:pt x="1005" y="6875"/>
                    <a:pt x="1022" y="6875"/>
                  </a:cubicBezTo>
                  <a:cubicBezTo>
                    <a:pt x="1029" y="6875"/>
                    <a:pt x="1037" y="6872"/>
                    <a:pt x="1045" y="6864"/>
                  </a:cubicBezTo>
                  <a:lnTo>
                    <a:pt x="12005" y="4437"/>
                  </a:lnTo>
                  <a:cubicBezTo>
                    <a:pt x="12031" y="4437"/>
                    <a:pt x="12031" y="4411"/>
                    <a:pt x="12031" y="4411"/>
                  </a:cubicBezTo>
                  <a:lnTo>
                    <a:pt x="11065" y="27"/>
                  </a:lnTo>
                  <a:cubicBezTo>
                    <a:pt x="11065" y="27"/>
                    <a:pt x="11039" y="1"/>
                    <a:pt x="1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0"/>
            <p:cNvSpPr/>
            <p:nvPr/>
          </p:nvSpPr>
          <p:spPr>
            <a:xfrm rot="5239021">
              <a:off x="3796535" y="1625822"/>
              <a:ext cx="626919" cy="143878"/>
            </a:xfrm>
            <a:custGeom>
              <a:rect b="b" l="l" r="r" t="t"/>
              <a:pathLst>
                <a:path extrusionOk="0" h="3893" w="16963">
                  <a:moveTo>
                    <a:pt x="16884" y="1"/>
                  </a:moveTo>
                  <a:lnTo>
                    <a:pt x="26" y="3732"/>
                  </a:lnTo>
                  <a:cubicBezTo>
                    <a:pt x="0" y="3732"/>
                    <a:pt x="0" y="3758"/>
                    <a:pt x="0" y="3758"/>
                  </a:cubicBezTo>
                  <a:cubicBezTo>
                    <a:pt x="0" y="3784"/>
                    <a:pt x="0" y="3784"/>
                    <a:pt x="0" y="3784"/>
                  </a:cubicBezTo>
                  <a:cubicBezTo>
                    <a:pt x="0" y="3784"/>
                    <a:pt x="0" y="3811"/>
                    <a:pt x="26" y="3811"/>
                  </a:cubicBezTo>
                  <a:cubicBezTo>
                    <a:pt x="208" y="3866"/>
                    <a:pt x="397" y="3892"/>
                    <a:pt x="590" y="3892"/>
                  </a:cubicBezTo>
                  <a:cubicBezTo>
                    <a:pt x="757" y="3892"/>
                    <a:pt x="927" y="3873"/>
                    <a:pt x="1096" y="3837"/>
                  </a:cubicBezTo>
                  <a:lnTo>
                    <a:pt x="16936" y="314"/>
                  </a:lnTo>
                  <a:lnTo>
                    <a:pt x="16962" y="314"/>
                  </a:lnTo>
                  <a:cubicBezTo>
                    <a:pt x="16962" y="288"/>
                    <a:pt x="16962" y="288"/>
                    <a:pt x="16962" y="288"/>
                  </a:cubicBezTo>
                  <a:lnTo>
                    <a:pt x="16936" y="183"/>
                  </a:lnTo>
                  <a:cubicBezTo>
                    <a:pt x="16910" y="157"/>
                    <a:pt x="16910" y="105"/>
                    <a:pt x="16910" y="79"/>
                  </a:cubicBezTo>
                  <a:lnTo>
                    <a:pt x="16910" y="27"/>
                  </a:lnTo>
                  <a:cubicBezTo>
                    <a:pt x="16910" y="1"/>
                    <a:pt x="16910" y="1"/>
                    <a:pt x="169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0"/>
            <p:cNvSpPr/>
            <p:nvPr/>
          </p:nvSpPr>
          <p:spPr>
            <a:xfrm rot="5239021">
              <a:off x="4166447" y="2019246"/>
              <a:ext cx="83008" cy="68151"/>
            </a:xfrm>
            <a:custGeom>
              <a:rect b="b" l="l" r="r" t="t"/>
              <a:pathLst>
                <a:path extrusionOk="0" h="1844" w="2246">
                  <a:moveTo>
                    <a:pt x="1880" y="0"/>
                  </a:moveTo>
                  <a:lnTo>
                    <a:pt x="679" y="418"/>
                  </a:lnTo>
                  <a:lnTo>
                    <a:pt x="523" y="444"/>
                  </a:lnTo>
                  <a:cubicBezTo>
                    <a:pt x="340" y="522"/>
                    <a:pt x="79" y="574"/>
                    <a:pt x="27" y="783"/>
                  </a:cubicBezTo>
                  <a:cubicBezTo>
                    <a:pt x="1" y="940"/>
                    <a:pt x="1" y="1122"/>
                    <a:pt x="27" y="1279"/>
                  </a:cubicBezTo>
                  <a:cubicBezTo>
                    <a:pt x="53" y="1462"/>
                    <a:pt x="105" y="1618"/>
                    <a:pt x="236" y="1749"/>
                  </a:cubicBezTo>
                  <a:cubicBezTo>
                    <a:pt x="320" y="1819"/>
                    <a:pt x="434" y="1844"/>
                    <a:pt x="558" y="1844"/>
                  </a:cubicBezTo>
                  <a:cubicBezTo>
                    <a:pt x="665" y="1844"/>
                    <a:pt x="779" y="1825"/>
                    <a:pt x="888" y="1801"/>
                  </a:cubicBezTo>
                  <a:lnTo>
                    <a:pt x="1045" y="1775"/>
                  </a:lnTo>
                  <a:cubicBezTo>
                    <a:pt x="1436" y="1749"/>
                    <a:pt x="1828" y="1696"/>
                    <a:pt x="2219" y="1644"/>
                  </a:cubicBezTo>
                  <a:cubicBezTo>
                    <a:pt x="2219" y="1644"/>
                    <a:pt x="2245" y="1644"/>
                    <a:pt x="2245" y="1618"/>
                  </a:cubicBezTo>
                  <a:cubicBezTo>
                    <a:pt x="2245" y="1618"/>
                    <a:pt x="2245" y="1618"/>
                    <a:pt x="2245" y="1592"/>
                  </a:cubicBezTo>
                  <a:cubicBezTo>
                    <a:pt x="2193" y="1436"/>
                    <a:pt x="2141" y="1279"/>
                    <a:pt x="2115" y="1096"/>
                  </a:cubicBezTo>
                  <a:cubicBezTo>
                    <a:pt x="2063" y="940"/>
                    <a:pt x="2036" y="809"/>
                    <a:pt x="2010" y="679"/>
                  </a:cubicBezTo>
                  <a:lnTo>
                    <a:pt x="2010" y="548"/>
                  </a:lnTo>
                  <a:cubicBezTo>
                    <a:pt x="1958" y="392"/>
                    <a:pt x="1932" y="209"/>
                    <a:pt x="1932" y="26"/>
                  </a:cubicBezTo>
                  <a:cubicBezTo>
                    <a:pt x="1906" y="26"/>
                    <a:pt x="1906" y="26"/>
                    <a:pt x="1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0"/>
            <p:cNvSpPr/>
            <p:nvPr/>
          </p:nvSpPr>
          <p:spPr>
            <a:xfrm rot="5239021">
              <a:off x="4162243" y="2096000"/>
              <a:ext cx="178470" cy="162578"/>
            </a:xfrm>
            <a:custGeom>
              <a:rect b="b" l="l" r="r" t="t"/>
              <a:pathLst>
                <a:path extrusionOk="0" h="4399" w="4829">
                  <a:moveTo>
                    <a:pt x="3785" y="1"/>
                  </a:moveTo>
                  <a:lnTo>
                    <a:pt x="2506" y="575"/>
                  </a:lnTo>
                  <a:lnTo>
                    <a:pt x="1097" y="1227"/>
                  </a:lnTo>
                  <a:cubicBezTo>
                    <a:pt x="1018" y="1253"/>
                    <a:pt x="940" y="1280"/>
                    <a:pt x="836" y="1332"/>
                  </a:cubicBezTo>
                  <a:cubicBezTo>
                    <a:pt x="470" y="1462"/>
                    <a:pt x="1" y="1619"/>
                    <a:pt x="1" y="2036"/>
                  </a:cubicBezTo>
                  <a:cubicBezTo>
                    <a:pt x="1" y="2402"/>
                    <a:pt x="53" y="2741"/>
                    <a:pt x="131" y="3080"/>
                  </a:cubicBezTo>
                  <a:lnTo>
                    <a:pt x="157" y="3185"/>
                  </a:lnTo>
                  <a:cubicBezTo>
                    <a:pt x="209" y="3498"/>
                    <a:pt x="314" y="3785"/>
                    <a:pt x="470" y="4072"/>
                  </a:cubicBezTo>
                  <a:cubicBezTo>
                    <a:pt x="625" y="4343"/>
                    <a:pt x="924" y="4398"/>
                    <a:pt x="1249" y="4398"/>
                  </a:cubicBezTo>
                  <a:cubicBezTo>
                    <a:pt x="1362" y="4398"/>
                    <a:pt x="1478" y="4392"/>
                    <a:pt x="1593" y="4385"/>
                  </a:cubicBezTo>
                  <a:cubicBezTo>
                    <a:pt x="1697" y="4359"/>
                    <a:pt x="1801" y="4359"/>
                    <a:pt x="1880" y="4359"/>
                  </a:cubicBezTo>
                  <a:lnTo>
                    <a:pt x="3237" y="4333"/>
                  </a:lnTo>
                  <a:lnTo>
                    <a:pt x="4828" y="4333"/>
                  </a:lnTo>
                  <a:cubicBezTo>
                    <a:pt x="4828" y="4307"/>
                    <a:pt x="4828" y="4307"/>
                    <a:pt x="4828" y="4281"/>
                  </a:cubicBezTo>
                  <a:lnTo>
                    <a:pt x="4046" y="758"/>
                  </a:lnTo>
                  <a:cubicBezTo>
                    <a:pt x="4019" y="627"/>
                    <a:pt x="3967" y="497"/>
                    <a:pt x="3941" y="392"/>
                  </a:cubicBezTo>
                  <a:cubicBezTo>
                    <a:pt x="3915" y="262"/>
                    <a:pt x="3863" y="131"/>
                    <a:pt x="3837" y="27"/>
                  </a:cubicBezTo>
                  <a:lnTo>
                    <a:pt x="381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0"/>
            <p:cNvSpPr/>
            <p:nvPr/>
          </p:nvSpPr>
          <p:spPr>
            <a:xfrm rot="5239021">
              <a:off x="4220405" y="2164281"/>
              <a:ext cx="86814" cy="222820"/>
            </a:xfrm>
            <a:custGeom>
              <a:rect b="b" l="l" r="r" t="t"/>
              <a:pathLst>
                <a:path extrusionOk="0" h="6029" w="2349">
                  <a:moveTo>
                    <a:pt x="664" y="1"/>
                  </a:moveTo>
                  <a:cubicBezTo>
                    <a:pt x="507" y="1"/>
                    <a:pt x="344" y="55"/>
                    <a:pt x="235" y="164"/>
                  </a:cubicBezTo>
                  <a:cubicBezTo>
                    <a:pt x="52" y="346"/>
                    <a:pt x="0" y="607"/>
                    <a:pt x="104" y="842"/>
                  </a:cubicBezTo>
                  <a:lnTo>
                    <a:pt x="104" y="868"/>
                  </a:lnTo>
                  <a:lnTo>
                    <a:pt x="131" y="973"/>
                  </a:lnTo>
                  <a:lnTo>
                    <a:pt x="157" y="1129"/>
                  </a:lnTo>
                  <a:lnTo>
                    <a:pt x="1174" y="5618"/>
                  </a:lnTo>
                  <a:cubicBezTo>
                    <a:pt x="1227" y="5826"/>
                    <a:pt x="1409" y="5983"/>
                    <a:pt x="1618" y="6009"/>
                  </a:cubicBezTo>
                  <a:cubicBezTo>
                    <a:pt x="1664" y="6022"/>
                    <a:pt x="1711" y="6029"/>
                    <a:pt x="1758" y="6029"/>
                  </a:cubicBezTo>
                  <a:cubicBezTo>
                    <a:pt x="1900" y="6029"/>
                    <a:pt x="2042" y="5970"/>
                    <a:pt x="2140" y="5853"/>
                  </a:cubicBezTo>
                  <a:cubicBezTo>
                    <a:pt x="2297" y="5670"/>
                    <a:pt x="2349" y="5409"/>
                    <a:pt x="2270" y="5174"/>
                  </a:cubicBezTo>
                  <a:lnTo>
                    <a:pt x="2244" y="5017"/>
                  </a:lnTo>
                  <a:cubicBezTo>
                    <a:pt x="2218" y="4965"/>
                    <a:pt x="2192" y="4913"/>
                    <a:pt x="2192" y="4861"/>
                  </a:cubicBezTo>
                  <a:lnTo>
                    <a:pt x="1879" y="3400"/>
                  </a:lnTo>
                  <a:cubicBezTo>
                    <a:pt x="1801" y="3086"/>
                    <a:pt x="1748" y="2773"/>
                    <a:pt x="1670" y="2434"/>
                  </a:cubicBezTo>
                  <a:cubicBezTo>
                    <a:pt x="1618" y="2095"/>
                    <a:pt x="1540" y="1782"/>
                    <a:pt x="1461" y="1416"/>
                  </a:cubicBezTo>
                  <a:cubicBezTo>
                    <a:pt x="1383" y="1051"/>
                    <a:pt x="1305" y="738"/>
                    <a:pt x="1200" y="451"/>
                  </a:cubicBezTo>
                  <a:cubicBezTo>
                    <a:pt x="1148" y="242"/>
                    <a:pt x="966" y="59"/>
                    <a:pt x="757" y="7"/>
                  </a:cubicBezTo>
                  <a:cubicBezTo>
                    <a:pt x="726" y="3"/>
                    <a:pt x="695" y="1"/>
                    <a:pt x="6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0"/>
            <p:cNvSpPr/>
            <p:nvPr/>
          </p:nvSpPr>
          <p:spPr>
            <a:xfrm rot="5239021">
              <a:off x="4599648" y="3576949"/>
              <a:ext cx="199684" cy="617384"/>
            </a:xfrm>
            <a:custGeom>
              <a:rect b="b" l="l" r="r" t="t"/>
              <a:pathLst>
                <a:path extrusionOk="0" h="16705" w="5403">
                  <a:moveTo>
                    <a:pt x="1057" y="1"/>
                  </a:moveTo>
                  <a:cubicBezTo>
                    <a:pt x="848" y="1"/>
                    <a:pt x="640" y="53"/>
                    <a:pt x="444" y="157"/>
                  </a:cubicBezTo>
                  <a:cubicBezTo>
                    <a:pt x="183" y="288"/>
                    <a:pt x="26" y="523"/>
                    <a:pt x="0" y="810"/>
                  </a:cubicBezTo>
                  <a:cubicBezTo>
                    <a:pt x="0" y="1097"/>
                    <a:pt x="26" y="1358"/>
                    <a:pt x="105" y="1619"/>
                  </a:cubicBezTo>
                  <a:cubicBezTo>
                    <a:pt x="131" y="1801"/>
                    <a:pt x="209" y="1984"/>
                    <a:pt x="261" y="2141"/>
                  </a:cubicBezTo>
                  <a:cubicBezTo>
                    <a:pt x="287" y="2297"/>
                    <a:pt x="340" y="2480"/>
                    <a:pt x="366" y="2636"/>
                  </a:cubicBezTo>
                  <a:lnTo>
                    <a:pt x="3314" y="15945"/>
                  </a:lnTo>
                  <a:cubicBezTo>
                    <a:pt x="3393" y="16363"/>
                    <a:pt x="3758" y="16676"/>
                    <a:pt x="4176" y="16702"/>
                  </a:cubicBezTo>
                  <a:cubicBezTo>
                    <a:pt x="4202" y="16704"/>
                    <a:pt x="4228" y="16705"/>
                    <a:pt x="4255" y="16705"/>
                  </a:cubicBezTo>
                  <a:cubicBezTo>
                    <a:pt x="4590" y="16705"/>
                    <a:pt x="4897" y="16553"/>
                    <a:pt x="5115" y="16311"/>
                  </a:cubicBezTo>
                  <a:cubicBezTo>
                    <a:pt x="5324" y="16024"/>
                    <a:pt x="5402" y="15658"/>
                    <a:pt x="5298" y="15319"/>
                  </a:cubicBezTo>
                  <a:lnTo>
                    <a:pt x="2349" y="1932"/>
                  </a:lnTo>
                  <a:cubicBezTo>
                    <a:pt x="2323" y="1827"/>
                    <a:pt x="2297" y="1749"/>
                    <a:pt x="2271" y="1566"/>
                  </a:cubicBezTo>
                  <a:cubicBezTo>
                    <a:pt x="2245" y="1410"/>
                    <a:pt x="2218" y="1253"/>
                    <a:pt x="2192" y="1071"/>
                  </a:cubicBezTo>
                  <a:cubicBezTo>
                    <a:pt x="2140" y="705"/>
                    <a:pt x="1957" y="366"/>
                    <a:pt x="1670" y="157"/>
                  </a:cubicBezTo>
                  <a:cubicBezTo>
                    <a:pt x="1475" y="53"/>
                    <a:pt x="1266" y="1"/>
                    <a:pt x="10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0"/>
            <p:cNvSpPr/>
            <p:nvPr/>
          </p:nvSpPr>
          <p:spPr>
            <a:xfrm rot="5239021">
              <a:off x="4617898" y="3593150"/>
              <a:ext cx="92617" cy="322717"/>
            </a:xfrm>
            <a:custGeom>
              <a:rect b="b" l="l" r="r" t="t"/>
              <a:pathLst>
                <a:path extrusionOk="0" h="8732" w="2506">
                  <a:moveTo>
                    <a:pt x="349" y="1"/>
                  </a:moveTo>
                  <a:cubicBezTo>
                    <a:pt x="338" y="1"/>
                    <a:pt x="326" y="1"/>
                    <a:pt x="314" y="2"/>
                  </a:cubicBezTo>
                  <a:cubicBezTo>
                    <a:pt x="209" y="28"/>
                    <a:pt x="131" y="80"/>
                    <a:pt x="53" y="159"/>
                  </a:cubicBezTo>
                  <a:cubicBezTo>
                    <a:pt x="0" y="211"/>
                    <a:pt x="0" y="289"/>
                    <a:pt x="27" y="368"/>
                  </a:cubicBezTo>
                  <a:lnTo>
                    <a:pt x="1801" y="8509"/>
                  </a:lnTo>
                  <a:cubicBezTo>
                    <a:pt x="1827" y="8588"/>
                    <a:pt x="1879" y="8666"/>
                    <a:pt x="1958" y="8692"/>
                  </a:cubicBezTo>
                  <a:cubicBezTo>
                    <a:pt x="1997" y="8718"/>
                    <a:pt x="2042" y="8731"/>
                    <a:pt x="2091" y="8731"/>
                  </a:cubicBezTo>
                  <a:cubicBezTo>
                    <a:pt x="2140" y="8731"/>
                    <a:pt x="2192" y="8718"/>
                    <a:pt x="2245" y="8692"/>
                  </a:cubicBezTo>
                  <a:cubicBezTo>
                    <a:pt x="2427" y="8640"/>
                    <a:pt x="2506" y="8431"/>
                    <a:pt x="2427" y="8248"/>
                  </a:cubicBezTo>
                  <a:lnTo>
                    <a:pt x="679" y="368"/>
                  </a:lnTo>
                  <a:cubicBezTo>
                    <a:pt x="654" y="268"/>
                    <a:pt x="605" y="1"/>
                    <a:pt x="3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0"/>
            <p:cNvSpPr/>
            <p:nvPr/>
          </p:nvSpPr>
          <p:spPr>
            <a:xfrm rot="5239021">
              <a:off x="4699121" y="3572731"/>
              <a:ext cx="55991" cy="149089"/>
            </a:xfrm>
            <a:custGeom>
              <a:rect b="b" l="l" r="r" t="t"/>
              <a:pathLst>
                <a:path extrusionOk="0" h="4034" w="1515">
                  <a:moveTo>
                    <a:pt x="362" y="0"/>
                  </a:moveTo>
                  <a:cubicBezTo>
                    <a:pt x="336" y="0"/>
                    <a:pt x="311" y="3"/>
                    <a:pt x="288" y="11"/>
                  </a:cubicBezTo>
                  <a:cubicBezTo>
                    <a:pt x="1" y="89"/>
                    <a:pt x="53" y="350"/>
                    <a:pt x="79" y="507"/>
                  </a:cubicBezTo>
                  <a:lnTo>
                    <a:pt x="784" y="3717"/>
                  </a:lnTo>
                  <a:cubicBezTo>
                    <a:pt x="810" y="3821"/>
                    <a:pt x="862" y="3925"/>
                    <a:pt x="966" y="4004"/>
                  </a:cubicBezTo>
                  <a:cubicBezTo>
                    <a:pt x="1012" y="4019"/>
                    <a:pt x="1057" y="4034"/>
                    <a:pt x="1107" y="4034"/>
                  </a:cubicBezTo>
                  <a:cubicBezTo>
                    <a:pt x="1144" y="4034"/>
                    <a:pt x="1183" y="4026"/>
                    <a:pt x="1227" y="4004"/>
                  </a:cubicBezTo>
                  <a:cubicBezTo>
                    <a:pt x="1410" y="3952"/>
                    <a:pt x="1514" y="3743"/>
                    <a:pt x="1436" y="3560"/>
                  </a:cubicBezTo>
                  <a:lnTo>
                    <a:pt x="705" y="324"/>
                  </a:lnTo>
                  <a:cubicBezTo>
                    <a:pt x="705" y="220"/>
                    <a:pt x="627" y="115"/>
                    <a:pt x="549" y="37"/>
                  </a:cubicBezTo>
                  <a:cubicBezTo>
                    <a:pt x="494" y="19"/>
                    <a:pt x="425" y="0"/>
                    <a:pt x="36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0"/>
            <p:cNvSpPr/>
            <p:nvPr/>
          </p:nvSpPr>
          <p:spPr>
            <a:xfrm rot="5239021">
              <a:off x="4676322" y="3488075"/>
              <a:ext cx="54994" cy="149680"/>
            </a:xfrm>
            <a:custGeom>
              <a:rect b="b" l="l" r="r" t="t"/>
              <a:pathLst>
                <a:path extrusionOk="0" h="4050" w="1488">
                  <a:moveTo>
                    <a:pt x="393" y="1"/>
                  </a:moveTo>
                  <a:cubicBezTo>
                    <a:pt x="357" y="1"/>
                    <a:pt x="320" y="7"/>
                    <a:pt x="288" y="18"/>
                  </a:cubicBezTo>
                  <a:cubicBezTo>
                    <a:pt x="0" y="96"/>
                    <a:pt x="53" y="357"/>
                    <a:pt x="79" y="514"/>
                  </a:cubicBezTo>
                  <a:lnTo>
                    <a:pt x="783" y="3724"/>
                  </a:lnTo>
                  <a:cubicBezTo>
                    <a:pt x="783" y="3854"/>
                    <a:pt x="862" y="3959"/>
                    <a:pt x="940" y="4011"/>
                  </a:cubicBezTo>
                  <a:cubicBezTo>
                    <a:pt x="979" y="4037"/>
                    <a:pt x="1025" y="4050"/>
                    <a:pt x="1070" y="4050"/>
                  </a:cubicBezTo>
                  <a:cubicBezTo>
                    <a:pt x="1116" y="4050"/>
                    <a:pt x="1162" y="4037"/>
                    <a:pt x="1201" y="4011"/>
                  </a:cubicBezTo>
                  <a:cubicBezTo>
                    <a:pt x="1384" y="3959"/>
                    <a:pt x="1488" y="3750"/>
                    <a:pt x="1410" y="3541"/>
                  </a:cubicBezTo>
                  <a:lnTo>
                    <a:pt x="705" y="331"/>
                  </a:lnTo>
                  <a:cubicBezTo>
                    <a:pt x="679" y="201"/>
                    <a:pt x="627" y="96"/>
                    <a:pt x="522" y="44"/>
                  </a:cubicBezTo>
                  <a:cubicBezTo>
                    <a:pt x="492" y="14"/>
                    <a:pt x="443" y="1"/>
                    <a:pt x="3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0"/>
            <p:cNvSpPr/>
            <p:nvPr/>
          </p:nvSpPr>
          <p:spPr>
            <a:xfrm rot="5239021">
              <a:off x="4653937" y="3404980"/>
              <a:ext cx="55954" cy="148978"/>
            </a:xfrm>
            <a:custGeom>
              <a:rect b="b" l="l" r="r" t="t"/>
              <a:pathLst>
                <a:path extrusionOk="0" h="4031" w="1514">
                  <a:moveTo>
                    <a:pt x="394" y="1"/>
                  </a:moveTo>
                  <a:cubicBezTo>
                    <a:pt x="356" y="1"/>
                    <a:pt x="320" y="7"/>
                    <a:pt x="287" y="18"/>
                  </a:cubicBezTo>
                  <a:cubicBezTo>
                    <a:pt x="0" y="96"/>
                    <a:pt x="52" y="357"/>
                    <a:pt x="78" y="514"/>
                  </a:cubicBezTo>
                  <a:lnTo>
                    <a:pt x="783" y="3723"/>
                  </a:lnTo>
                  <a:cubicBezTo>
                    <a:pt x="809" y="3828"/>
                    <a:pt x="861" y="3932"/>
                    <a:pt x="966" y="4011"/>
                  </a:cubicBezTo>
                  <a:cubicBezTo>
                    <a:pt x="1005" y="4024"/>
                    <a:pt x="1044" y="4030"/>
                    <a:pt x="1083" y="4030"/>
                  </a:cubicBezTo>
                  <a:cubicBezTo>
                    <a:pt x="1122" y="4030"/>
                    <a:pt x="1161" y="4024"/>
                    <a:pt x="1200" y="4011"/>
                  </a:cubicBezTo>
                  <a:cubicBezTo>
                    <a:pt x="1409" y="3958"/>
                    <a:pt x="1514" y="3750"/>
                    <a:pt x="1435" y="3567"/>
                  </a:cubicBezTo>
                  <a:lnTo>
                    <a:pt x="705" y="331"/>
                  </a:lnTo>
                  <a:cubicBezTo>
                    <a:pt x="679" y="227"/>
                    <a:pt x="626" y="122"/>
                    <a:pt x="548" y="44"/>
                  </a:cubicBezTo>
                  <a:cubicBezTo>
                    <a:pt x="502" y="13"/>
                    <a:pt x="447" y="1"/>
                    <a:pt x="3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0"/>
            <p:cNvSpPr/>
            <p:nvPr/>
          </p:nvSpPr>
          <p:spPr>
            <a:xfrm rot="5239021">
              <a:off x="4526946" y="3258487"/>
              <a:ext cx="92617" cy="322717"/>
            </a:xfrm>
            <a:custGeom>
              <a:rect b="b" l="l" r="r" t="t"/>
              <a:pathLst>
                <a:path extrusionOk="0" h="8732" w="2506">
                  <a:moveTo>
                    <a:pt x="347" y="1"/>
                  </a:moveTo>
                  <a:cubicBezTo>
                    <a:pt x="336" y="1"/>
                    <a:pt x="325" y="2"/>
                    <a:pt x="314" y="3"/>
                  </a:cubicBezTo>
                  <a:cubicBezTo>
                    <a:pt x="210" y="3"/>
                    <a:pt x="105" y="55"/>
                    <a:pt x="53" y="159"/>
                  </a:cubicBezTo>
                  <a:cubicBezTo>
                    <a:pt x="1" y="211"/>
                    <a:pt x="1" y="290"/>
                    <a:pt x="1" y="368"/>
                  </a:cubicBezTo>
                  <a:lnTo>
                    <a:pt x="1801" y="8510"/>
                  </a:lnTo>
                  <a:cubicBezTo>
                    <a:pt x="1827" y="8588"/>
                    <a:pt x="1880" y="8667"/>
                    <a:pt x="1958" y="8693"/>
                  </a:cubicBezTo>
                  <a:cubicBezTo>
                    <a:pt x="1997" y="8719"/>
                    <a:pt x="2043" y="8732"/>
                    <a:pt x="2088" y="8732"/>
                  </a:cubicBezTo>
                  <a:cubicBezTo>
                    <a:pt x="2134" y="8732"/>
                    <a:pt x="2180" y="8719"/>
                    <a:pt x="2219" y="8693"/>
                  </a:cubicBezTo>
                  <a:cubicBezTo>
                    <a:pt x="2402" y="8640"/>
                    <a:pt x="2506" y="8432"/>
                    <a:pt x="2428" y="8249"/>
                  </a:cubicBezTo>
                  <a:lnTo>
                    <a:pt x="679" y="368"/>
                  </a:lnTo>
                  <a:cubicBezTo>
                    <a:pt x="629" y="268"/>
                    <a:pt x="579" y="1"/>
                    <a:pt x="34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0"/>
            <p:cNvSpPr/>
            <p:nvPr/>
          </p:nvSpPr>
          <p:spPr>
            <a:xfrm rot="5239021">
              <a:off x="4608438" y="3237187"/>
              <a:ext cx="55954" cy="148941"/>
            </a:xfrm>
            <a:custGeom>
              <a:rect b="b" l="l" r="r" t="t"/>
              <a:pathLst>
                <a:path extrusionOk="0" h="4030" w="1514">
                  <a:moveTo>
                    <a:pt x="411" y="0"/>
                  </a:moveTo>
                  <a:cubicBezTo>
                    <a:pt x="378" y="0"/>
                    <a:pt x="346" y="7"/>
                    <a:pt x="313" y="18"/>
                  </a:cubicBezTo>
                  <a:cubicBezTo>
                    <a:pt x="0" y="96"/>
                    <a:pt x="52" y="357"/>
                    <a:pt x="105" y="513"/>
                  </a:cubicBezTo>
                  <a:lnTo>
                    <a:pt x="809" y="3697"/>
                  </a:lnTo>
                  <a:cubicBezTo>
                    <a:pt x="809" y="3828"/>
                    <a:pt x="887" y="3932"/>
                    <a:pt x="966" y="4010"/>
                  </a:cubicBezTo>
                  <a:cubicBezTo>
                    <a:pt x="1005" y="4023"/>
                    <a:pt x="1051" y="4030"/>
                    <a:pt x="1096" y="4030"/>
                  </a:cubicBezTo>
                  <a:cubicBezTo>
                    <a:pt x="1142" y="4030"/>
                    <a:pt x="1188" y="4023"/>
                    <a:pt x="1227" y="4010"/>
                  </a:cubicBezTo>
                  <a:cubicBezTo>
                    <a:pt x="1409" y="3958"/>
                    <a:pt x="1514" y="3749"/>
                    <a:pt x="1435" y="3541"/>
                  </a:cubicBezTo>
                  <a:lnTo>
                    <a:pt x="731" y="331"/>
                  </a:lnTo>
                  <a:cubicBezTo>
                    <a:pt x="705" y="226"/>
                    <a:pt x="653" y="122"/>
                    <a:pt x="548" y="44"/>
                  </a:cubicBezTo>
                  <a:cubicBezTo>
                    <a:pt x="502" y="13"/>
                    <a:pt x="456" y="0"/>
                    <a:pt x="4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0"/>
            <p:cNvSpPr/>
            <p:nvPr/>
          </p:nvSpPr>
          <p:spPr>
            <a:xfrm rot="5239021">
              <a:off x="4585385" y="3153092"/>
              <a:ext cx="55991" cy="149347"/>
            </a:xfrm>
            <a:custGeom>
              <a:rect b="b" l="l" r="r" t="t"/>
              <a:pathLst>
                <a:path extrusionOk="0" h="4041" w="1515">
                  <a:moveTo>
                    <a:pt x="404" y="0"/>
                  </a:moveTo>
                  <a:cubicBezTo>
                    <a:pt x="374" y="0"/>
                    <a:pt x="344" y="9"/>
                    <a:pt x="314" y="29"/>
                  </a:cubicBezTo>
                  <a:cubicBezTo>
                    <a:pt x="1" y="107"/>
                    <a:pt x="79" y="342"/>
                    <a:pt x="105" y="524"/>
                  </a:cubicBezTo>
                  <a:lnTo>
                    <a:pt x="810" y="3734"/>
                  </a:lnTo>
                  <a:cubicBezTo>
                    <a:pt x="810" y="3839"/>
                    <a:pt x="888" y="3943"/>
                    <a:pt x="992" y="4021"/>
                  </a:cubicBezTo>
                  <a:cubicBezTo>
                    <a:pt x="1032" y="4034"/>
                    <a:pt x="1071" y="4041"/>
                    <a:pt x="1110" y="4041"/>
                  </a:cubicBezTo>
                  <a:cubicBezTo>
                    <a:pt x="1149" y="4041"/>
                    <a:pt x="1188" y="4034"/>
                    <a:pt x="1227" y="4021"/>
                  </a:cubicBezTo>
                  <a:cubicBezTo>
                    <a:pt x="1410" y="3943"/>
                    <a:pt x="1514" y="3734"/>
                    <a:pt x="1436" y="3551"/>
                  </a:cubicBezTo>
                  <a:lnTo>
                    <a:pt x="731" y="316"/>
                  </a:lnTo>
                  <a:cubicBezTo>
                    <a:pt x="705" y="211"/>
                    <a:pt x="653" y="107"/>
                    <a:pt x="549" y="55"/>
                  </a:cubicBezTo>
                  <a:cubicBezTo>
                    <a:pt x="500" y="22"/>
                    <a:pt x="452" y="0"/>
                    <a:pt x="40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0"/>
            <p:cNvSpPr/>
            <p:nvPr/>
          </p:nvSpPr>
          <p:spPr>
            <a:xfrm rot="5239021">
              <a:off x="4563424" y="3069857"/>
              <a:ext cx="54994" cy="148941"/>
            </a:xfrm>
            <a:custGeom>
              <a:rect b="b" l="l" r="r" t="t"/>
              <a:pathLst>
                <a:path extrusionOk="0" h="4030" w="1488">
                  <a:moveTo>
                    <a:pt x="393" y="0"/>
                  </a:moveTo>
                  <a:cubicBezTo>
                    <a:pt x="357" y="0"/>
                    <a:pt x="320" y="7"/>
                    <a:pt x="287" y="17"/>
                  </a:cubicBezTo>
                  <a:cubicBezTo>
                    <a:pt x="0" y="96"/>
                    <a:pt x="53" y="357"/>
                    <a:pt x="79" y="513"/>
                  </a:cubicBezTo>
                  <a:lnTo>
                    <a:pt x="783" y="3723"/>
                  </a:lnTo>
                  <a:cubicBezTo>
                    <a:pt x="809" y="3827"/>
                    <a:pt x="862" y="3932"/>
                    <a:pt x="966" y="4010"/>
                  </a:cubicBezTo>
                  <a:cubicBezTo>
                    <a:pt x="1005" y="4023"/>
                    <a:pt x="1044" y="4030"/>
                    <a:pt x="1083" y="4030"/>
                  </a:cubicBezTo>
                  <a:cubicBezTo>
                    <a:pt x="1123" y="4030"/>
                    <a:pt x="1162" y="4023"/>
                    <a:pt x="1201" y="4010"/>
                  </a:cubicBezTo>
                  <a:cubicBezTo>
                    <a:pt x="1410" y="3958"/>
                    <a:pt x="1488" y="3723"/>
                    <a:pt x="1410" y="3540"/>
                  </a:cubicBezTo>
                  <a:lnTo>
                    <a:pt x="705" y="330"/>
                  </a:lnTo>
                  <a:cubicBezTo>
                    <a:pt x="679" y="200"/>
                    <a:pt x="627" y="96"/>
                    <a:pt x="522" y="43"/>
                  </a:cubicBezTo>
                  <a:cubicBezTo>
                    <a:pt x="492" y="13"/>
                    <a:pt x="443" y="0"/>
                    <a:pt x="39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0"/>
            <p:cNvSpPr/>
            <p:nvPr/>
          </p:nvSpPr>
          <p:spPr>
            <a:xfrm rot="5239021">
              <a:off x="4434369" y="2923968"/>
              <a:ext cx="95278" cy="323272"/>
            </a:xfrm>
            <a:custGeom>
              <a:rect b="b" l="l" r="r" t="t"/>
              <a:pathLst>
                <a:path extrusionOk="0" h="8747" w="2578">
                  <a:moveTo>
                    <a:pt x="375" y="0"/>
                  </a:moveTo>
                  <a:cubicBezTo>
                    <a:pt x="363" y="0"/>
                    <a:pt x="352" y="1"/>
                    <a:pt x="339" y="2"/>
                  </a:cubicBezTo>
                  <a:cubicBezTo>
                    <a:pt x="235" y="2"/>
                    <a:pt x="131" y="54"/>
                    <a:pt x="78" y="133"/>
                  </a:cubicBezTo>
                  <a:cubicBezTo>
                    <a:pt x="26" y="211"/>
                    <a:pt x="0" y="289"/>
                    <a:pt x="26" y="367"/>
                  </a:cubicBezTo>
                  <a:lnTo>
                    <a:pt x="1827" y="8483"/>
                  </a:lnTo>
                  <a:cubicBezTo>
                    <a:pt x="1853" y="8562"/>
                    <a:pt x="1905" y="8640"/>
                    <a:pt x="1983" y="8692"/>
                  </a:cubicBezTo>
                  <a:cubicBezTo>
                    <a:pt x="2042" y="8730"/>
                    <a:pt x="2103" y="8746"/>
                    <a:pt x="2162" y="8746"/>
                  </a:cubicBezTo>
                  <a:cubicBezTo>
                    <a:pt x="2389" y="8746"/>
                    <a:pt x="2577" y="8497"/>
                    <a:pt x="2453" y="8248"/>
                  </a:cubicBezTo>
                  <a:lnTo>
                    <a:pt x="705" y="367"/>
                  </a:lnTo>
                  <a:cubicBezTo>
                    <a:pt x="655" y="243"/>
                    <a:pt x="605" y="0"/>
                    <a:pt x="3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0"/>
            <p:cNvSpPr/>
            <p:nvPr/>
          </p:nvSpPr>
          <p:spPr>
            <a:xfrm rot="5239021">
              <a:off x="4517450" y="2902526"/>
              <a:ext cx="55991" cy="148978"/>
            </a:xfrm>
            <a:custGeom>
              <a:rect b="b" l="l" r="r" t="t"/>
              <a:pathLst>
                <a:path extrusionOk="0" h="4031" w="1515">
                  <a:moveTo>
                    <a:pt x="406" y="1"/>
                  </a:moveTo>
                  <a:cubicBezTo>
                    <a:pt x="370" y="1"/>
                    <a:pt x="331" y="7"/>
                    <a:pt x="288" y="18"/>
                  </a:cubicBezTo>
                  <a:cubicBezTo>
                    <a:pt x="1" y="96"/>
                    <a:pt x="53" y="357"/>
                    <a:pt x="79" y="514"/>
                  </a:cubicBezTo>
                  <a:lnTo>
                    <a:pt x="809" y="3724"/>
                  </a:lnTo>
                  <a:cubicBezTo>
                    <a:pt x="809" y="3828"/>
                    <a:pt x="862" y="3932"/>
                    <a:pt x="966" y="4011"/>
                  </a:cubicBezTo>
                  <a:cubicBezTo>
                    <a:pt x="1005" y="4024"/>
                    <a:pt x="1051" y="4030"/>
                    <a:pt x="1097" y="4030"/>
                  </a:cubicBezTo>
                  <a:cubicBezTo>
                    <a:pt x="1142" y="4030"/>
                    <a:pt x="1188" y="4024"/>
                    <a:pt x="1227" y="4011"/>
                  </a:cubicBezTo>
                  <a:cubicBezTo>
                    <a:pt x="1410" y="3959"/>
                    <a:pt x="1514" y="3724"/>
                    <a:pt x="1436" y="3541"/>
                  </a:cubicBezTo>
                  <a:lnTo>
                    <a:pt x="705" y="331"/>
                  </a:lnTo>
                  <a:cubicBezTo>
                    <a:pt x="705" y="201"/>
                    <a:pt x="627" y="96"/>
                    <a:pt x="549" y="44"/>
                  </a:cubicBezTo>
                  <a:cubicBezTo>
                    <a:pt x="503" y="14"/>
                    <a:pt x="457" y="1"/>
                    <a:pt x="4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0"/>
            <p:cNvSpPr/>
            <p:nvPr/>
          </p:nvSpPr>
          <p:spPr>
            <a:xfrm rot="5239021">
              <a:off x="4494747" y="2818434"/>
              <a:ext cx="55954" cy="149347"/>
            </a:xfrm>
            <a:custGeom>
              <a:rect b="b" l="l" r="r" t="t"/>
              <a:pathLst>
                <a:path extrusionOk="0" h="4041" w="1514">
                  <a:moveTo>
                    <a:pt x="382" y="0"/>
                  </a:moveTo>
                  <a:cubicBezTo>
                    <a:pt x="359" y="0"/>
                    <a:pt x="336" y="3"/>
                    <a:pt x="313" y="11"/>
                  </a:cubicBezTo>
                  <a:cubicBezTo>
                    <a:pt x="0" y="89"/>
                    <a:pt x="52" y="350"/>
                    <a:pt x="104" y="507"/>
                  </a:cubicBezTo>
                  <a:lnTo>
                    <a:pt x="809" y="3717"/>
                  </a:lnTo>
                  <a:cubicBezTo>
                    <a:pt x="809" y="3821"/>
                    <a:pt x="887" y="3925"/>
                    <a:pt x="966" y="4004"/>
                  </a:cubicBezTo>
                  <a:cubicBezTo>
                    <a:pt x="1021" y="4022"/>
                    <a:pt x="1089" y="4040"/>
                    <a:pt x="1152" y="4040"/>
                  </a:cubicBezTo>
                  <a:cubicBezTo>
                    <a:pt x="1178" y="4040"/>
                    <a:pt x="1204" y="4037"/>
                    <a:pt x="1227" y="4030"/>
                  </a:cubicBezTo>
                  <a:cubicBezTo>
                    <a:pt x="1409" y="3951"/>
                    <a:pt x="1514" y="3743"/>
                    <a:pt x="1435" y="3560"/>
                  </a:cubicBezTo>
                  <a:lnTo>
                    <a:pt x="731" y="324"/>
                  </a:lnTo>
                  <a:cubicBezTo>
                    <a:pt x="705" y="220"/>
                    <a:pt x="652" y="115"/>
                    <a:pt x="548" y="37"/>
                  </a:cubicBezTo>
                  <a:cubicBezTo>
                    <a:pt x="493" y="19"/>
                    <a:pt x="437" y="0"/>
                    <a:pt x="3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0"/>
            <p:cNvSpPr/>
            <p:nvPr/>
          </p:nvSpPr>
          <p:spPr>
            <a:xfrm rot="5239021">
              <a:off x="4471933" y="2734715"/>
              <a:ext cx="55991" cy="148978"/>
            </a:xfrm>
            <a:custGeom>
              <a:rect b="b" l="l" r="r" t="t"/>
              <a:pathLst>
                <a:path extrusionOk="0" h="4031" w="1515">
                  <a:moveTo>
                    <a:pt x="411" y="1"/>
                  </a:moveTo>
                  <a:cubicBezTo>
                    <a:pt x="379" y="1"/>
                    <a:pt x="346" y="7"/>
                    <a:pt x="314" y="18"/>
                  </a:cubicBezTo>
                  <a:cubicBezTo>
                    <a:pt x="1" y="96"/>
                    <a:pt x="79" y="357"/>
                    <a:pt x="105" y="514"/>
                  </a:cubicBezTo>
                  <a:lnTo>
                    <a:pt x="810" y="3723"/>
                  </a:lnTo>
                  <a:cubicBezTo>
                    <a:pt x="810" y="3828"/>
                    <a:pt x="888" y="3932"/>
                    <a:pt x="992" y="4010"/>
                  </a:cubicBezTo>
                  <a:cubicBezTo>
                    <a:pt x="1031" y="4024"/>
                    <a:pt x="1071" y="4030"/>
                    <a:pt x="1110" y="4030"/>
                  </a:cubicBezTo>
                  <a:cubicBezTo>
                    <a:pt x="1149" y="4030"/>
                    <a:pt x="1188" y="4024"/>
                    <a:pt x="1227" y="4010"/>
                  </a:cubicBezTo>
                  <a:cubicBezTo>
                    <a:pt x="1410" y="3932"/>
                    <a:pt x="1514" y="3723"/>
                    <a:pt x="1436" y="3541"/>
                  </a:cubicBezTo>
                  <a:lnTo>
                    <a:pt x="731" y="331"/>
                  </a:lnTo>
                  <a:cubicBezTo>
                    <a:pt x="705" y="200"/>
                    <a:pt x="653" y="96"/>
                    <a:pt x="549" y="44"/>
                  </a:cubicBezTo>
                  <a:cubicBezTo>
                    <a:pt x="503" y="13"/>
                    <a:pt x="457" y="1"/>
                    <a:pt x="4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0"/>
            <p:cNvSpPr/>
            <p:nvPr/>
          </p:nvSpPr>
          <p:spPr>
            <a:xfrm rot="5239021">
              <a:off x="4345035" y="2588164"/>
              <a:ext cx="92617" cy="322865"/>
            </a:xfrm>
            <a:custGeom>
              <a:rect b="b" l="l" r="r" t="t"/>
              <a:pathLst>
                <a:path extrusionOk="0" h="8736" w="2506">
                  <a:moveTo>
                    <a:pt x="379" y="0"/>
                  </a:moveTo>
                  <a:cubicBezTo>
                    <a:pt x="359" y="0"/>
                    <a:pt x="337" y="2"/>
                    <a:pt x="314" y="7"/>
                  </a:cubicBezTo>
                  <a:cubicBezTo>
                    <a:pt x="209" y="7"/>
                    <a:pt x="131" y="59"/>
                    <a:pt x="79" y="137"/>
                  </a:cubicBezTo>
                  <a:cubicBezTo>
                    <a:pt x="27" y="215"/>
                    <a:pt x="0" y="294"/>
                    <a:pt x="27" y="372"/>
                  </a:cubicBezTo>
                  <a:lnTo>
                    <a:pt x="1827" y="8514"/>
                  </a:lnTo>
                  <a:cubicBezTo>
                    <a:pt x="1853" y="8592"/>
                    <a:pt x="1905" y="8670"/>
                    <a:pt x="1984" y="8697"/>
                  </a:cubicBezTo>
                  <a:cubicBezTo>
                    <a:pt x="2023" y="8723"/>
                    <a:pt x="2069" y="8736"/>
                    <a:pt x="2114" y="8736"/>
                  </a:cubicBezTo>
                  <a:cubicBezTo>
                    <a:pt x="2160" y="8736"/>
                    <a:pt x="2206" y="8723"/>
                    <a:pt x="2245" y="8697"/>
                  </a:cubicBezTo>
                  <a:cubicBezTo>
                    <a:pt x="2427" y="8644"/>
                    <a:pt x="2506" y="8436"/>
                    <a:pt x="2427" y="8253"/>
                  </a:cubicBezTo>
                  <a:lnTo>
                    <a:pt x="679" y="372"/>
                  </a:lnTo>
                  <a:cubicBezTo>
                    <a:pt x="655" y="252"/>
                    <a:pt x="609" y="0"/>
                    <a:pt x="3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0"/>
            <p:cNvSpPr/>
            <p:nvPr/>
          </p:nvSpPr>
          <p:spPr>
            <a:xfrm rot="5239021">
              <a:off x="4426517" y="2567918"/>
              <a:ext cx="55991" cy="148867"/>
            </a:xfrm>
            <a:custGeom>
              <a:rect b="b" l="l" r="r" t="t"/>
              <a:pathLst>
                <a:path extrusionOk="0" h="4028" w="1515">
                  <a:moveTo>
                    <a:pt x="395" y="0"/>
                  </a:moveTo>
                  <a:cubicBezTo>
                    <a:pt x="357" y="0"/>
                    <a:pt x="320" y="7"/>
                    <a:pt x="288" y="18"/>
                  </a:cubicBezTo>
                  <a:cubicBezTo>
                    <a:pt x="1" y="96"/>
                    <a:pt x="53" y="357"/>
                    <a:pt x="79" y="513"/>
                  </a:cubicBezTo>
                  <a:lnTo>
                    <a:pt x="784" y="3697"/>
                  </a:lnTo>
                  <a:cubicBezTo>
                    <a:pt x="810" y="3801"/>
                    <a:pt x="862" y="3906"/>
                    <a:pt x="966" y="3984"/>
                  </a:cubicBezTo>
                  <a:cubicBezTo>
                    <a:pt x="1012" y="4015"/>
                    <a:pt x="1058" y="4027"/>
                    <a:pt x="1104" y="4027"/>
                  </a:cubicBezTo>
                  <a:cubicBezTo>
                    <a:pt x="1136" y="4027"/>
                    <a:pt x="1169" y="4021"/>
                    <a:pt x="1201" y="4010"/>
                  </a:cubicBezTo>
                  <a:cubicBezTo>
                    <a:pt x="1410" y="3932"/>
                    <a:pt x="1514" y="3723"/>
                    <a:pt x="1436" y="3540"/>
                  </a:cubicBezTo>
                  <a:lnTo>
                    <a:pt x="705" y="305"/>
                  </a:lnTo>
                  <a:cubicBezTo>
                    <a:pt x="679" y="200"/>
                    <a:pt x="627" y="96"/>
                    <a:pt x="549" y="44"/>
                  </a:cubicBezTo>
                  <a:cubicBezTo>
                    <a:pt x="503" y="13"/>
                    <a:pt x="448" y="0"/>
                    <a:pt x="39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0"/>
            <p:cNvSpPr/>
            <p:nvPr/>
          </p:nvSpPr>
          <p:spPr>
            <a:xfrm rot="5239021">
              <a:off x="4404091" y="2484089"/>
              <a:ext cx="55991" cy="148719"/>
            </a:xfrm>
            <a:custGeom>
              <a:rect b="b" l="l" r="r" t="t"/>
              <a:pathLst>
                <a:path extrusionOk="0" h="4024" w="1515">
                  <a:moveTo>
                    <a:pt x="373" y="1"/>
                  </a:moveTo>
                  <a:cubicBezTo>
                    <a:pt x="346" y="1"/>
                    <a:pt x="318" y="4"/>
                    <a:pt x="288" y="11"/>
                  </a:cubicBezTo>
                  <a:cubicBezTo>
                    <a:pt x="0" y="90"/>
                    <a:pt x="53" y="351"/>
                    <a:pt x="79" y="507"/>
                  </a:cubicBezTo>
                  <a:lnTo>
                    <a:pt x="809" y="3691"/>
                  </a:lnTo>
                  <a:cubicBezTo>
                    <a:pt x="809" y="3821"/>
                    <a:pt x="862" y="3926"/>
                    <a:pt x="966" y="4004"/>
                  </a:cubicBezTo>
                  <a:cubicBezTo>
                    <a:pt x="1005" y="4017"/>
                    <a:pt x="1051" y="4024"/>
                    <a:pt x="1096" y="4024"/>
                  </a:cubicBezTo>
                  <a:cubicBezTo>
                    <a:pt x="1142" y="4024"/>
                    <a:pt x="1188" y="4017"/>
                    <a:pt x="1227" y="4004"/>
                  </a:cubicBezTo>
                  <a:cubicBezTo>
                    <a:pt x="1410" y="3952"/>
                    <a:pt x="1514" y="3743"/>
                    <a:pt x="1436" y="3534"/>
                  </a:cubicBezTo>
                  <a:lnTo>
                    <a:pt x="705" y="325"/>
                  </a:lnTo>
                  <a:cubicBezTo>
                    <a:pt x="705" y="220"/>
                    <a:pt x="627" y="116"/>
                    <a:pt x="548" y="37"/>
                  </a:cubicBezTo>
                  <a:cubicBezTo>
                    <a:pt x="493" y="19"/>
                    <a:pt x="438" y="1"/>
                    <a:pt x="37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0"/>
            <p:cNvSpPr/>
            <p:nvPr/>
          </p:nvSpPr>
          <p:spPr>
            <a:xfrm rot="5239021">
              <a:off x="3690395" y="2712545"/>
              <a:ext cx="1624157" cy="747291"/>
            </a:xfrm>
            <a:custGeom>
              <a:rect b="b" l="l" r="r" t="t"/>
              <a:pathLst>
                <a:path extrusionOk="0" h="20220" w="43946">
                  <a:moveTo>
                    <a:pt x="36971" y="2541"/>
                  </a:moveTo>
                  <a:cubicBezTo>
                    <a:pt x="37218" y="2541"/>
                    <a:pt x="37451" y="2733"/>
                    <a:pt x="37474" y="3001"/>
                  </a:cubicBezTo>
                  <a:lnTo>
                    <a:pt x="38178" y="6237"/>
                  </a:lnTo>
                  <a:cubicBezTo>
                    <a:pt x="38231" y="6394"/>
                    <a:pt x="38205" y="6576"/>
                    <a:pt x="38126" y="6707"/>
                  </a:cubicBezTo>
                  <a:cubicBezTo>
                    <a:pt x="38048" y="6811"/>
                    <a:pt x="37944" y="6889"/>
                    <a:pt x="37787" y="6942"/>
                  </a:cubicBezTo>
                  <a:cubicBezTo>
                    <a:pt x="37757" y="6947"/>
                    <a:pt x="37728" y="6950"/>
                    <a:pt x="37698" y="6950"/>
                  </a:cubicBezTo>
                  <a:cubicBezTo>
                    <a:pt x="37443" y="6950"/>
                    <a:pt x="37210" y="6753"/>
                    <a:pt x="37187" y="6472"/>
                  </a:cubicBezTo>
                  <a:lnTo>
                    <a:pt x="36482" y="3288"/>
                  </a:lnTo>
                  <a:cubicBezTo>
                    <a:pt x="36430" y="3105"/>
                    <a:pt x="36430" y="2923"/>
                    <a:pt x="36508" y="2792"/>
                  </a:cubicBezTo>
                  <a:cubicBezTo>
                    <a:pt x="36587" y="2662"/>
                    <a:pt x="36691" y="2584"/>
                    <a:pt x="36848" y="2557"/>
                  </a:cubicBezTo>
                  <a:cubicBezTo>
                    <a:pt x="36889" y="2546"/>
                    <a:pt x="36930" y="2541"/>
                    <a:pt x="36971" y="2541"/>
                  </a:cubicBezTo>
                  <a:close/>
                  <a:moveTo>
                    <a:pt x="34683" y="3063"/>
                  </a:moveTo>
                  <a:cubicBezTo>
                    <a:pt x="34941" y="3063"/>
                    <a:pt x="35155" y="3255"/>
                    <a:pt x="35177" y="3523"/>
                  </a:cubicBezTo>
                  <a:lnTo>
                    <a:pt x="35882" y="6733"/>
                  </a:lnTo>
                  <a:cubicBezTo>
                    <a:pt x="35960" y="6889"/>
                    <a:pt x="35934" y="7072"/>
                    <a:pt x="35830" y="7229"/>
                  </a:cubicBezTo>
                  <a:cubicBezTo>
                    <a:pt x="35752" y="7333"/>
                    <a:pt x="35647" y="7411"/>
                    <a:pt x="35517" y="7437"/>
                  </a:cubicBezTo>
                  <a:cubicBezTo>
                    <a:pt x="35478" y="7444"/>
                    <a:pt x="35440" y="7447"/>
                    <a:pt x="35404" y="7447"/>
                  </a:cubicBezTo>
                  <a:cubicBezTo>
                    <a:pt x="35153" y="7447"/>
                    <a:pt x="34985" y="7287"/>
                    <a:pt x="34916" y="6968"/>
                  </a:cubicBezTo>
                  <a:lnTo>
                    <a:pt x="34212" y="3784"/>
                  </a:lnTo>
                  <a:cubicBezTo>
                    <a:pt x="34134" y="3627"/>
                    <a:pt x="34134" y="3445"/>
                    <a:pt x="34238" y="3288"/>
                  </a:cubicBezTo>
                  <a:cubicBezTo>
                    <a:pt x="34290" y="3184"/>
                    <a:pt x="34421" y="3105"/>
                    <a:pt x="34551" y="3079"/>
                  </a:cubicBezTo>
                  <a:cubicBezTo>
                    <a:pt x="34596" y="3068"/>
                    <a:pt x="34640" y="3063"/>
                    <a:pt x="34683" y="3063"/>
                  </a:cubicBezTo>
                  <a:close/>
                  <a:moveTo>
                    <a:pt x="32388" y="3559"/>
                  </a:moveTo>
                  <a:cubicBezTo>
                    <a:pt x="32651" y="3559"/>
                    <a:pt x="32885" y="3750"/>
                    <a:pt x="32907" y="4019"/>
                  </a:cubicBezTo>
                  <a:lnTo>
                    <a:pt x="33586" y="7255"/>
                  </a:lnTo>
                  <a:cubicBezTo>
                    <a:pt x="33638" y="7411"/>
                    <a:pt x="33638" y="7594"/>
                    <a:pt x="33559" y="7724"/>
                  </a:cubicBezTo>
                  <a:cubicBezTo>
                    <a:pt x="33455" y="7829"/>
                    <a:pt x="33351" y="7907"/>
                    <a:pt x="33220" y="7933"/>
                  </a:cubicBezTo>
                  <a:cubicBezTo>
                    <a:pt x="33175" y="7944"/>
                    <a:pt x="33131" y="7950"/>
                    <a:pt x="33088" y="7950"/>
                  </a:cubicBezTo>
                  <a:cubicBezTo>
                    <a:pt x="32831" y="7950"/>
                    <a:pt x="32620" y="7758"/>
                    <a:pt x="32620" y="7490"/>
                  </a:cubicBezTo>
                  <a:lnTo>
                    <a:pt x="31915" y="4280"/>
                  </a:lnTo>
                  <a:cubicBezTo>
                    <a:pt x="31837" y="4123"/>
                    <a:pt x="31837" y="3941"/>
                    <a:pt x="31915" y="3810"/>
                  </a:cubicBezTo>
                  <a:cubicBezTo>
                    <a:pt x="31994" y="3680"/>
                    <a:pt x="32124" y="3601"/>
                    <a:pt x="32255" y="3575"/>
                  </a:cubicBezTo>
                  <a:cubicBezTo>
                    <a:pt x="32299" y="3564"/>
                    <a:pt x="32344" y="3559"/>
                    <a:pt x="32388" y="3559"/>
                  </a:cubicBezTo>
                  <a:close/>
                  <a:moveTo>
                    <a:pt x="27812" y="4586"/>
                  </a:moveTo>
                  <a:cubicBezTo>
                    <a:pt x="28062" y="4586"/>
                    <a:pt x="28309" y="4755"/>
                    <a:pt x="28340" y="5037"/>
                  </a:cubicBezTo>
                  <a:lnTo>
                    <a:pt x="29045" y="8272"/>
                  </a:lnTo>
                  <a:cubicBezTo>
                    <a:pt x="29175" y="8559"/>
                    <a:pt x="28993" y="8899"/>
                    <a:pt x="28680" y="8951"/>
                  </a:cubicBezTo>
                  <a:cubicBezTo>
                    <a:pt x="28635" y="8962"/>
                    <a:pt x="28591" y="8967"/>
                    <a:pt x="28548" y="8967"/>
                  </a:cubicBezTo>
                  <a:cubicBezTo>
                    <a:pt x="28290" y="8967"/>
                    <a:pt x="28076" y="8776"/>
                    <a:pt x="28053" y="8507"/>
                  </a:cubicBezTo>
                  <a:lnTo>
                    <a:pt x="27349" y="5298"/>
                  </a:lnTo>
                  <a:cubicBezTo>
                    <a:pt x="27296" y="5141"/>
                    <a:pt x="27296" y="4958"/>
                    <a:pt x="27375" y="4828"/>
                  </a:cubicBezTo>
                  <a:cubicBezTo>
                    <a:pt x="27479" y="4661"/>
                    <a:pt x="27646" y="4586"/>
                    <a:pt x="27812" y="4586"/>
                  </a:cubicBezTo>
                  <a:close/>
                  <a:moveTo>
                    <a:pt x="25531" y="5094"/>
                  </a:moveTo>
                  <a:cubicBezTo>
                    <a:pt x="25774" y="5094"/>
                    <a:pt x="26013" y="5260"/>
                    <a:pt x="26044" y="5558"/>
                  </a:cubicBezTo>
                  <a:lnTo>
                    <a:pt x="26748" y="8768"/>
                  </a:lnTo>
                  <a:cubicBezTo>
                    <a:pt x="26827" y="8925"/>
                    <a:pt x="26801" y="9108"/>
                    <a:pt x="26722" y="9238"/>
                  </a:cubicBezTo>
                  <a:cubicBezTo>
                    <a:pt x="26644" y="9368"/>
                    <a:pt x="26514" y="9447"/>
                    <a:pt x="26383" y="9473"/>
                  </a:cubicBezTo>
                  <a:cubicBezTo>
                    <a:pt x="26354" y="9478"/>
                    <a:pt x="26324" y="9481"/>
                    <a:pt x="26295" y="9481"/>
                  </a:cubicBezTo>
                  <a:cubicBezTo>
                    <a:pt x="26040" y="9481"/>
                    <a:pt x="25806" y="9284"/>
                    <a:pt x="25783" y="9003"/>
                  </a:cubicBezTo>
                  <a:lnTo>
                    <a:pt x="25078" y="5819"/>
                  </a:lnTo>
                  <a:cubicBezTo>
                    <a:pt x="25000" y="5663"/>
                    <a:pt x="25026" y="5480"/>
                    <a:pt x="25104" y="5324"/>
                  </a:cubicBezTo>
                  <a:cubicBezTo>
                    <a:pt x="25209" y="5167"/>
                    <a:pt x="25371" y="5094"/>
                    <a:pt x="25531" y="5094"/>
                  </a:cubicBezTo>
                  <a:close/>
                  <a:moveTo>
                    <a:pt x="23271" y="5594"/>
                  </a:moveTo>
                  <a:cubicBezTo>
                    <a:pt x="23518" y="5594"/>
                    <a:pt x="23751" y="5786"/>
                    <a:pt x="23774" y="6054"/>
                  </a:cubicBezTo>
                  <a:lnTo>
                    <a:pt x="24478" y="9290"/>
                  </a:lnTo>
                  <a:cubicBezTo>
                    <a:pt x="24530" y="9447"/>
                    <a:pt x="24504" y="9603"/>
                    <a:pt x="24426" y="9760"/>
                  </a:cubicBezTo>
                  <a:cubicBezTo>
                    <a:pt x="24348" y="9864"/>
                    <a:pt x="24243" y="9943"/>
                    <a:pt x="24113" y="9969"/>
                  </a:cubicBezTo>
                  <a:cubicBezTo>
                    <a:pt x="24071" y="9979"/>
                    <a:pt x="24030" y="9984"/>
                    <a:pt x="23990" y="9984"/>
                  </a:cubicBezTo>
                  <a:cubicBezTo>
                    <a:pt x="23728" y="9984"/>
                    <a:pt x="23509" y="9774"/>
                    <a:pt x="23486" y="9525"/>
                  </a:cubicBezTo>
                  <a:lnTo>
                    <a:pt x="22782" y="6315"/>
                  </a:lnTo>
                  <a:cubicBezTo>
                    <a:pt x="22730" y="6159"/>
                    <a:pt x="22730" y="5976"/>
                    <a:pt x="22808" y="5819"/>
                  </a:cubicBezTo>
                  <a:cubicBezTo>
                    <a:pt x="22886" y="5715"/>
                    <a:pt x="22991" y="5637"/>
                    <a:pt x="23147" y="5611"/>
                  </a:cubicBezTo>
                  <a:cubicBezTo>
                    <a:pt x="23188" y="5599"/>
                    <a:pt x="23230" y="5594"/>
                    <a:pt x="23271" y="5594"/>
                  </a:cubicBezTo>
                  <a:close/>
                  <a:moveTo>
                    <a:pt x="18662" y="6612"/>
                  </a:moveTo>
                  <a:cubicBezTo>
                    <a:pt x="18925" y="6612"/>
                    <a:pt x="19158" y="6804"/>
                    <a:pt x="19181" y="7072"/>
                  </a:cubicBezTo>
                  <a:lnTo>
                    <a:pt x="19885" y="10308"/>
                  </a:lnTo>
                  <a:cubicBezTo>
                    <a:pt x="19937" y="10464"/>
                    <a:pt x="19911" y="10621"/>
                    <a:pt x="19833" y="10778"/>
                  </a:cubicBezTo>
                  <a:cubicBezTo>
                    <a:pt x="19755" y="10882"/>
                    <a:pt x="19624" y="10960"/>
                    <a:pt x="19494" y="10986"/>
                  </a:cubicBezTo>
                  <a:cubicBezTo>
                    <a:pt x="19454" y="10993"/>
                    <a:pt x="19417" y="10996"/>
                    <a:pt x="19380" y="10996"/>
                  </a:cubicBezTo>
                  <a:cubicBezTo>
                    <a:pt x="19130" y="10996"/>
                    <a:pt x="18962" y="10839"/>
                    <a:pt x="18894" y="10543"/>
                  </a:cubicBezTo>
                  <a:lnTo>
                    <a:pt x="18189" y="7333"/>
                  </a:lnTo>
                  <a:cubicBezTo>
                    <a:pt x="18111" y="7176"/>
                    <a:pt x="18137" y="6994"/>
                    <a:pt x="18215" y="6837"/>
                  </a:cubicBezTo>
                  <a:cubicBezTo>
                    <a:pt x="18293" y="6733"/>
                    <a:pt x="18398" y="6654"/>
                    <a:pt x="18528" y="6628"/>
                  </a:cubicBezTo>
                  <a:cubicBezTo>
                    <a:pt x="18573" y="6617"/>
                    <a:pt x="18618" y="6612"/>
                    <a:pt x="18662" y="6612"/>
                  </a:cubicBezTo>
                  <a:close/>
                  <a:moveTo>
                    <a:pt x="39170" y="2036"/>
                  </a:moveTo>
                  <a:cubicBezTo>
                    <a:pt x="39301" y="2036"/>
                    <a:pt x="39457" y="2062"/>
                    <a:pt x="39562" y="2140"/>
                  </a:cubicBezTo>
                  <a:cubicBezTo>
                    <a:pt x="39692" y="2244"/>
                    <a:pt x="39770" y="2401"/>
                    <a:pt x="39770" y="2557"/>
                  </a:cubicBezTo>
                  <a:lnTo>
                    <a:pt x="41519" y="10438"/>
                  </a:lnTo>
                  <a:cubicBezTo>
                    <a:pt x="41623" y="10725"/>
                    <a:pt x="41467" y="11039"/>
                    <a:pt x="41179" y="11117"/>
                  </a:cubicBezTo>
                  <a:cubicBezTo>
                    <a:pt x="41134" y="11129"/>
                    <a:pt x="41088" y="11135"/>
                    <a:pt x="41044" y="11135"/>
                  </a:cubicBezTo>
                  <a:cubicBezTo>
                    <a:pt x="40807" y="11135"/>
                    <a:pt x="40597" y="10971"/>
                    <a:pt x="40553" y="10752"/>
                  </a:cubicBezTo>
                  <a:lnTo>
                    <a:pt x="38753" y="2636"/>
                  </a:lnTo>
                  <a:cubicBezTo>
                    <a:pt x="38726" y="2479"/>
                    <a:pt x="38753" y="2349"/>
                    <a:pt x="38857" y="2244"/>
                  </a:cubicBezTo>
                  <a:cubicBezTo>
                    <a:pt x="38935" y="2140"/>
                    <a:pt x="39040" y="2062"/>
                    <a:pt x="39170" y="2036"/>
                  </a:cubicBezTo>
                  <a:close/>
                  <a:moveTo>
                    <a:pt x="16390" y="7108"/>
                  </a:moveTo>
                  <a:cubicBezTo>
                    <a:pt x="16648" y="7108"/>
                    <a:pt x="16866" y="7299"/>
                    <a:pt x="16910" y="7568"/>
                  </a:cubicBezTo>
                  <a:lnTo>
                    <a:pt x="17615" y="10804"/>
                  </a:lnTo>
                  <a:cubicBezTo>
                    <a:pt x="17667" y="10960"/>
                    <a:pt x="17641" y="11143"/>
                    <a:pt x="17563" y="11273"/>
                  </a:cubicBezTo>
                  <a:cubicBezTo>
                    <a:pt x="17484" y="11378"/>
                    <a:pt x="17354" y="11456"/>
                    <a:pt x="17223" y="11482"/>
                  </a:cubicBezTo>
                  <a:cubicBezTo>
                    <a:pt x="17182" y="11493"/>
                    <a:pt x="17141" y="11499"/>
                    <a:pt x="17101" y="11499"/>
                  </a:cubicBezTo>
                  <a:cubicBezTo>
                    <a:pt x="16860" y="11499"/>
                    <a:pt x="16646" y="11307"/>
                    <a:pt x="16623" y="11039"/>
                  </a:cubicBezTo>
                  <a:lnTo>
                    <a:pt x="15919" y="7855"/>
                  </a:lnTo>
                  <a:cubicBezTo>
                    <a:pt x="15840" y="7672"/>
                    <a:pt x="15867" y="7516"/>
                    <a:pt x="15945" y="7359"/>
                  </a:cubicBezTo>
                  <a:cubicBezTo>
                    <a:pt x="16023" y="7229"/>
                    <a:pt x="16127" y="7150"/>
                    <a:pt x="16258" y="7124"/>
                  </a:cubicBezTo>
                  <a:cubicBezTo>
                    <a:pt x="16303" y="7113"/>
                    <a:pt x="16347" y="7108"/>
                    <a:pt x="16390" y="7108"/>
                  </a:cubicBezTo>
                  <a:close/>
                  <a:moveTo>
                    <a:pt x="14111" y="7630"/>
                  </a:moveTo>
                  <a:cubicBezTo>
                    <a:pt x="14358" y="7630"/>
                    <a:pt x="14592" y="7821"/>
                    <a:pt x="14614" y="8090"/>
                  </a:cubicBezTo>
                  <a:lnTo>
                    <a:pt x="15318" y="11300"/>
                  </a:lnTo>
                  <a:cubicBezTo>
                    <a:pt x="15371" y="11456"/>
                    <a:pt x="15371" y="11639"/>
                    <a:pt x="15266" y="11795"/>
                  </a:cubicBezTo>
                  <a:cubicBezTo>
                    <a:pt x="15188" y="11900"/>
                    <a:pt x="15084" y="11978"/>
                    <a:pt x="14953" y="12004"/>
                  </a:cubicBezTo>
                  <a:cubicBezTo>
                    <a:pt x="14921" y="12010"/>
                    <a:pt x="14889" y="12012"/>
                    <a:pt x="14857" y="12012"/>
                  </a:cubicBezTo>
                  <a:cubicBezTo>
                    <a:pt x="14584" y="12012"/>
                    <a:pt x="14350" y="11815"/>
                    <a:pt x="14327" y="11534"/>
                  </a:cubicBezTo>
                  <a:lnTo>
                    <a:pt x="13622" y="8351"/>
                  </a:lnTo>
                  <a:cubicBezTo>
                    <a:pt x="13570" y="8194"/>
                    <a:pt x="13570" y="8011"/>
                    <a:pt x="13648" y="7855"/>
                  </a:cubicBezTo>
                  <a:cubicBezTo>
                    <a:pt x="13727" y="7751"/>
                    <a:pt x="13857" y="7672"/>
                    <a:pt x="13988" y="7646"/>
                  </a:cubicBezTo>
                  <a:cubicBezTo>
                    <a:pt x="14029" y="7635"/>
                    <a:pt x="14070" y="7630"/>
                    <a:pt x="14111" y="7630"/>
                  </a:cubicBezTo>
                  <a:close/>
                  <a:moveTo>
                    <a:pt x="9527" y="8647"/>
                  </a:moveTo>
                  <a:cubicBezTo>
                    <a:pt x="9785" y="8647"/>
                    <a:pt x="9999" y="8839"/>
                    <a:pt x="10021" y="9108"/>
                  </a:cubicBezTo>
                  <a:lnTo>
                    <a:pt x="10726" y="12317"/>
                  </a:lnTo>
                  <a:cubicBezTo>
                    <a:pt x="10804" y="12474"/>
                    <a:pt x="10778" y="12657"/>
                    <a:pt x="10700" y="12787"/>
                  </a:cubicBezTo>
                  <a:cubicBezTo>
                    <a:pt x="10621" y="12918"/>
                    <a:pt x="10491" y="12996"/>
                    <a:pt x="10360" y="13022"/>
                  </a:cubicBezTo>
                  <a:cubicBezTo>
                    <a:pt x="10331" y="13027"/>
                    <a:pt x="10301" y="13030"/>
                    <a:pt x="10272" y="13030"/>
                  </a:cubicBezTo>
                  <a:cubicBezTo>
                    <a:pt x="10017" y="13030"/>
                    <a:pt x="9783" y="12833"/>
                    <a:pt x="9760" y="12552"/>
                  </a:cubicBezTo>
                  <a:lnTo>
                    <a:pt x="9055" y="9368"/>
                  </a:lnTo>
                  <a:cubicBezTo>
                    <a:pt x="8977" y="9212"/>
                    <a:pt x="9003" y="9029"/>
                    <a:pt x="9082" y="8873"/>
                  </a:cubicBezTo>
                  <a:cubicBezTo>
                    <a:pt x="9134" y="8768"/>
                    <a:pt x="9264" y="8690"/>
                    <a:pt x="9395" y="8664"/>
                  </a:cubicBezTo>
                  <a:cubicBezTo>
                    <a:pt x="9439" y="8653"/>
                    <a:pt x="9484" y="8647"/>
                    <a:pt x="9527" y="8647"/>
                  </a:cubicBezTo>
                  <a:close/>
                  <a:moveTo>
                    <a:pt x="30037" y="4071"/>
                  </a:moveTo>
                  <a:cubicBezTo>
                    <a:pt x="30167" y="4071"/>
                    <a:pt x="30298" y="4097"/>
                    <a:pt x="30402" y="4175"/>
                  </a:cubicBezTo>
                  <a:cubicBezTo>
                    <a:pt x="30532" y="4280"/>
                    <a:pt x="30611" y="4410"/>
                    <a:pt x="30611" y="4593"/>
                  </a:cubicBezTo>
                  <a:lnTo>
                    <a:pt x="32385" y="12474"/>
                  </a:lnTo>
                  <a:cubicBezTo>
                    <a:pt x="32490" y="12735"/>
                    <a:pt x="32307" y="13048"/>
                    <a:pt x="32020" y="13126"/>
                  </a:cubicBezTo>
                  <a:cubicBezTo>
                    <a:pt x="31974" y="13140"/>
                    <a:pt x="31928" y="13146"/>
                    <a:pt x="31882" y="13146"/>
                  </a:cubicBezTo>
                  <a:cubicBezTo>
                    <a:pt x="31665" y="13146"/>
                    <a:pt x="31458" y="13002"/>
                    <a:pt x="31394" y="12787"/>
                  </a:cubicBezTo>
                  <a:lnTo>
                    <a:pt x="29619" y="4671"/>
                  </a:lnTo>
                  <a:cubicBezTo>
                    <a:pt x="29567" y="4515"/>
                    <a:pt x="29619" y="4384"/>
                    <a:pt x="29697" y="4254"/>
                  </a:cubicBezTo>
                  <a:cubicBezTo>
                    <a:pt x="29776" y="4149"/>
                    <a:pt x="29906" y="4097"/>
                    <a:pt x="30037" y="4071"/>
                  </a:cubicBezTo>
                  <a:close/>
                  <a:moveTo>
                    <a:pt x="7248" y="9143"/>
                  </a:moveTo>
                  <a:cubicBezTo>
                    <a:pt x="7495" y="9143"/>
                    <a:pt x="7728" y="9335"/>
                    <a:pt x="7751" y="9603"/>
                  </a:cubicBezTo>
                  <a:lnTo>
                    <a:pt x="8455" y="12839"/>
                  </a:lnTo>
                  <a:cubicBezTo>
                    <a:pt x="8507" y="12996"/>
                    <a:pt x="8481" y="13178"/>
                    <a:pt x="8403" y="13309"/>
                  </a:cubicBezTo>
                  <a:cubicBezTo>
                    <a:pt x="8325" y="13413"/>
                    <a:pt x="8220" y="13492"/>
                    <a:pt x="8090" y="13518"/>
                  </a:cubicBezTo>
                  <a:cubicBezTo>
                    <a:pt x="8050" y="13524"/>
                    <a:pt x="8012" y="13528"/>
                    <a:pt x="7975" y="13528"/>
                  </a:cubicBezTo>
                  <a:cubicBezTo>
                    <a:pt x="7720" y="13528"/>
                    <a:pt x="7532" y="13371"/>
                    <a:pt x="7464" y="13074"/>
                  </a:cubicBezTo>
                  <a:lnTo>
                    <a:pt x="6759" y="9864"/>
                  </a:lnTo>
                  <a:cubicBezTo>
                    <a:pt x="6707" y="9708"/>
                    <a:pt x="6707" y="9525"/>
                    <a:pt x="6785" y="9368"/>
                  </a:cubicBezTo>
                  <a:cubicBezTo>
                    <a:pt x="6863" y="9264"/>
                    <a:pt x="6968" y="9186"/>
                    <a:pt x="7124" y="9160"/>
                  </a:cubicBezTo>
                  <a:cubicBezTo>
                    <a:pt x="7165" y="9149"/>
                    <a:pt x="7207" y="9143"/>
                    <a:pt x="7248" y="9143"/>
                  </a:cubicBezTo>
                  <a:close/>
                  <a:moveTo>
                    <a:pt x="4924" y="9648"/>
                  </a:moveTo>
                  <a:cubicBezTo>
                    <a:pt x="5198" y="9648"/>
                    <a:pt x="5431" y="9844"/>
                    <a:pt x="5454" y="10125"/>
                  </a:cubicBezTo>
                  <a:lnTo>
                    <a:pt x="6185" y="13335"/>
                  </a:lnTo>
                  <a:cubicBezTo>
                    <a:pt x="6237" y="13492"/>
                    <a:pt x="6211" y="13674"/>
                    <a:pt x="6133" y="13805"/>
                  </a:cubicBezTo>
                  <a:cubicBezTo>
                    <a:pt x="6054" y="13935"/>
                    <a:pt x="5924" y="14014"/>
                    <a:pt x="5794" y="14040"/>
                  </a:cubicBezTo>
                  <a:cubicBezTo>
                    <a:pt x="5764" y="14045"/>
                    <a:pt x="5734" y="14048"/>
                    <a:pt x="5705" y="14048"/>
                  </a:cubicBezTo>
                  <a:cubicBezTo>
                    <a:pt x="5450" y="14048"/>
                    <a:pt x="5217" y="13851"/>
                    <a:pt x="5193" y="13570"/>
                  </a:cubicBezTo>
                  <a:lnTo>
                    <a:pt x="4489" y="10386"/>
                  </a:lnTo>
                  <a:cubicBezTo>
                    <a:pt x="4410" y="10230"/>
                    <a:pt x="4437" y="10047"/>
                    <a:pt x="4515" y="9890"/>
                  </a:cubicBezTo>
                  <a:cubicBezTo>
                    <a:pt x="4593" y="9786"/>
                    <a:pt x="4697" y="9708"/>
                    <a:pt x="4828" y="9656"/>
                  </a:cubicBezTo>
                  <a:cubicBezTo>
                    <a:pt x="4860" y="9650"/>
                    <a:pt x="4892" y="9648"/>
                    <a:pt x="4924" y="9648"/>
                  </a:cubicBezTo>
                  <a:close/>
                  <a:moveTo>
                    <a:pt x="20972" y="6100"/>
                  </a:moveTo>
                  <a:cubicBezTo>
                    <a:pt x="21079" y="6100"/>
                    <a:pt x="21182" y="6146"/>
                    <a:pt x="21268" y="6211"/>
                  </a:cubicBezTo>
                  <a:cubicBezTo>
                    <a:pt x="21399" y="6315"/>
                    <a:pt x="21477" y="6446"/>
                    <a:pt x="21477" y="6602"/>
                  </a:cubicBezTo>
                  <a:lnTo>
                    <a:pt x="23252" y="14483"/>
                  </a:lnTo>
                  <a:cubicBezTo>
                    <a:pt x="23330" y="14770"/>
                    <a:pt x="23173" y="15083"/>
                    <a:pt x="22886" y="15162"/>
                  </a:cubicBezTo>
                  <a:cubicBezTo>
                    <a:pt x="22841" y="15175"/>
                    <a:pt x="22794" y="15182"/>
                    <a:pt x="22748" y="15182"/>
                  </a:cubicBezTo>
                  <a:cubicBezTo>
                    <a:pt x="22531" y="15182"/>
                    <a:pt x="22325" y="15038"/>
                    <a:pt x="22260" y="14823"/>
                  </a:cubicBezTo>
                  <a:lnTo>
                    <a:pt x="20459" y="6707"/>
                  </a:lnTo>
                  <a:cubicBezTo>
                    <a:pt x="20433" y="6550"/>
                    <a:pt x="20485" y="6420"/>
                    <a:pt x="20564" y="6289"/>
                  </a:cubicBezTo>
                  <a:cubicBezTo>
                    <a:pt x="20642" y="6185"/>
                    <a:pt x="20773" y="6133"/>
                    <a:pt x="20903" y="6106"/>
                  </a:cubicBezTo>
                  <a:cubicBezTo>
                    <a:pt x="20926" y="6102"/>
                    <a:pt x="20949" y="6100"/>
                    <a:pt x="20972" y="6100"/>
                  </a:cubicBezTo>
                  <a:close/>
                  <a:moveTo>
                    <a:pt x="11841" y="8132"/>
                  </a:moveTo>
                  <a:cubicBezTo>
                    <a:pt x="11939" y="8132"/>
                    <a:pt x="12037" y="8162"/>
                    <a:pt x="12135" y="8220"/>
                  </a:cubicBezTo>
                  <a:cubicBezTo>
                    <a:pt x="12239" y="8325"/>
                    <a:pt x="12317" y="8481"/>
                    <a:pt x="12344" y="8638"/>
                  </a:cubicBezTo>
                  <a:lnTo>
                    <a:pt x="14092" y="16519"/>
                  </a:lnTo>
                  <a:cubicBezTo>
                    <a:pt x="14196" y="16806"/>
                    <a:pt x="14014" y="17119"/>
                    <a:pt x="13727" y="17197"/>
                  </a:cubicBezTo>
                  <a:cubicBezTo>
                    <a:pt x="13681" y="17211"/>
                    <a:pt x="13635" y="17217"/>
                    <a:pt x="13590" y="17217"/>
                  </a:cubicBezTo>
                  <a:cubicBezTo>
                    <a:pt x="13373" y="17217"/>
                    <a:pt x="13170" y="17069"/>
                    <a:pt x="13126" y="16832"/>
                  </a:cubicBezTo>
                  <a:lnTo>
                    <a:pt x="11326" y="8716"/>
                  </a:lnTo>
                  <a:cubicBezTo>
                    <a:pt x="11300" y="8586"/>
                    <a:pt x="11326" y="8429"/>
                    <a:pt x="11404" y="8325"/>
                  </a:cubicBezTo>
                  <a:cubicBezTo>
                    <a:pt x="11482" y="8220"/>
                    <a:pt x="11613" y="8142"/>
                    <a:pt x="11743" y="8142"/>
                  </a:cubicBezTo>
                  <a:cubicBezTo>
                    <a:pt x="11776" y="8135"/>
                    <a:pt x="11809" y="8132"/>
                    <a:pt x="11841" y="8132"/>
                  </a:cubicBezTo>
                  <a:close/>
                  <a:moveTo>
                    <a:pt x="41232" y="0"/>
                  </a:moveTo>
                  <a:cubicBezTo>
                    <a:pt x="36613" y="1148"/>
                    <a:pt x="31915" y="2166"/>
                    <a:pt x="27349" y="3184"/>
                  </a:cubicBezTo>
                  <a:lnTo>
                    <a:pt x="23982" y="3914"/>
                  </a:lnTo>
                  <a:lnTo>
                    <a:pt x="19990" y="4802"/>
                  </a:lnTo>
                  <a:cubicBezTo>
                    <a:pt x="16519" y="5585"/>
                    <a:pt x="12918" y="6367"/>
                    <a:pt x="9395" y="7176"/>
                  </a:cubicBezTo>
                  <a:lnTo>
                    <a:pt x="8925" y="7281"/>
                  </a:lnTo>
                  <a:cubicBezTo>
                    <a:pt x="7620" y="7568"/>
                    <a:pt x="6263" y="7881"/>
                    <a:pt x="4932" y="8194"/>
                  </a:cubicBezTo>
                  <a:lnTo>
                    <a:pt x="4750" y="8246"/>
                  </a:lnTo>
                  <a:cubicBezTo>
                    <a:pt x="3628" y="8299"/>
                    <a:pt x="2688" y="9108"/>
                    <a:pt x="2401" y="10204"/>
                  </a:cubicBezTo>
                  <a:cubicBezTo>
                    <a:pt x="2349" y="10308"/>
                    <a:pt x="2323" y="10386"/>
                    <a:pt x="2271" y="10543"/>
                  </a:cubicBezTo>
                  <a:cubicBezTo>
                    <a:pt x="2192" y="10699"/>
                    <a:pt x="2114" y="10882"/>
                    <a:pt x="2062" y="11039"/>
                  </a:cubicBezTo>
                  <a:cubicBezTo>
                    <a:pt x="1879" y="11561"/>
                    <a:pt x="1644" y="12004"/>
                    <a:pt x="1331" y="12422"/>
                  </a:cubicBezTo>
                  <a:cubicBezTo>
                    <a:pt x="992" y="12761"/>
                    <a:pt x="548" y="12970"/>
                    <a:pt x="52" y="12996"/>
                  </a:cubicBezTo>
                  <a:lnTo>
                    <a:pt x="26" y="12996"/>
                  </a:lnTo>
                  <a:lnTo>
                    <a:pt x="0" y="13022"/>
                  </a:lnTo>
                  <a:cubicBezTo>
                    <a:pt x="0" y="13022"/>
                    <a:pt x="0" y="13048"/>
                    <a:pt x="0" y="13048"/>
                  </a:cubicBezTo>
                  <a:lnTo>
                    <a:pt x="809" y="16754"/>
                  </a:lnTo>
                  <a:cubicBezTo>
                    <a:pt x="835" y="16884"/>
                    <a:pt x="888" y="17015"/>
                    <a:pt x="914" y="17145"/>
                  </a:cubicBezTo>
                  <a:cubicBezTo>
                    <a:pt x="966" y="17276"/>
                    <a:pt x="992" y="17406"/>
                    <a:pt x="1018" y="17536"/>
                  </a:cubicBezTo>
                  <a:cubicBezTo>
                    <a:pt x="1044" y="17615"/>
                    <a:pt x="1044" y="17667"/>
                    <a:pt x="1044" y="17719"/>
                  </a:cubicBezTo>
                  <a:cubicBezTo>
                    <a:pt x="1070" y="17719"/>
                    <a:pt x="1070" y="17719"/>
                    <a:pt x="1070" y="17745"/>
                  </a:cubicBezTo>
                  <a:lnTo>
                    <a:pt x="1096" y="17745"/>
                  </a:lnTo>
                  <a:cubicBezTo>
                    <a:pt x="1392" y="17671"/>
                    <a:pt x="1658" y="17619"/>
                    <a:pt x="1913" y="17619"/>
                  </a:cubicBezTo>
                  <a:cubicBezTo>
                    <a:pt x="2288" y="17619"/>
                    <a:pt x="2639" y="17732"/>
                    <a:pt x="3027" y="18058"/>
                  </a:cubicBezTo>
                  <a:cubicBezTo>
                    <a:pt x="3262" y="18267"/>
                    <a:pt x="3497" y="18502"/>
                    <a:pt x="3732" y="18711"/>
                  </a:cubicBezTo>
                  <a:cubicBezTo>
                    <a:pt x="4176" y="19181"/>
                    <a:pt x="4671" y="19572"/>
                    <a:pt x="5219" y="19937"/>
                  </a:cubicBezTo>
                  <a:cubicBezTo>
                    <a:pt x="5568" y="20145"/>
                    <a:pt x="5963" y="20220"/>
                    <a:pt x="6375" y="20220"/>
                  </a:cubicBezTo>
                  <a:cubicBezTo>
                    <a:pt x="6948" y="20220"/>
                    <a:pt x="7554" y="20074"/>
                    <a:pt x="8116" y="19937"/>
                  </a:cubicBezTo>
                  <a:cubicBezTo>
                    <a:pt x="8325" y="19885"/>
                    <a:pt x="8507" y="19833"/>
                    <a:pt x="8690" y="19807"/>
                  </a:cubicBezTo>
                  <a:cubicBezTo>
                    <a:pt x="10987" y="19311"/>
                    <a:pt x="13309" y="18815"/>
                    <a:pt x="15579" y="18319"/>
                  </a:cubicBezTo>
                  <a:lnTo>
                    <a:pt x="16023" y="18215"/>
                  </a:lnTo>
                  <a:cubicBezTo>
                    <a:pt x="18685" y="17615"/>
                    <a:pt x="21373" y="17015"/>
                    <a:pt x="23982" y="16440"/>
                  </a:cubicBezTo>
                  <a:cubicBezTo>
                    <a:pt x="30506" y="14953"/>
                    <a:pt x="37265" y="13439"/>
                    <a:pt x="43920" y="12135"/>
                  </a:cubicBezTo>
                  <a:lnTo>
                    <a:pt x="43946" y="12135"/>
                  </a:lnTo>
                  <a:cubicBezTo>
                    <a:pt x="43946" y="12135"/>
                    <a:pt x="43946" y="12109"/>
                    <a:pt x="43946" y="12109"/>
                  </a:cubicBezTo>
                  <a:lnTo>
                    <a:pt x="41284" y="26"/>
                  </a:lnTo>
                  <a:cubicBezTo>
                    <a:pt x="41258" y="26"/>
                    <a:pt x="41258" y="26"/>
                    <a:pt x="412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0"/>
            <p:cNvSpPr/>
            <p:nvPr/>
          </p:nvSpPr>
          <p:spPr>
            <a:xfrm rot="5239021">
              <a:off x="4380982" y="2400091"/>
              <a:ext cx="55954" cy="148941"/>
            </a:xfrm>
            <a:custGeom>
              <a:rect b="b" l="l" r="r" t="t"/>
              <a:pathLst>
                <a:path extrusionOk="0" h="4030" w="1514">
                  <a:moveTo>
                    <a:pt x="410" y="0"/>
                  </a:moveTo>
                  <a:cubicBezTo>
                    <a:pt x="378" y="0"/>
                    <a:pt x="346" y="6"/>
                    <a:pt x="313" y="17"/>
                  </a:cubicBezTo>
                  <a:cubicBezTo>
                    <a:pt x="0" y="96"/>
                    <a:pt x="52" y="357"/>
                    <a:pt x="104" y="513"/>
                  </a:cubicBezTo>
                  <a:lnTo>
                    <a:pt x="809" y="3723"/>
                  </a:lnTo>
                  <a:cubicBezTo>
                    <a:pt x="809" y="3827"/>
                    <a:pt x="887" y="3932"/>
                    <a:pt x="966" y="4010"/>
                  </a:cubicBezTo>
                  <a:cubicBezTo>
                    <a:pt x="1005" y="4023"/>
                    <a:pt x="1050" y="4030"/>
                    <a:pt x="1096" y="4030"/>
                  </a:cubicBezTo>
                  <a:cubicBezTo>
                    <a:pt x="1142" y="4030"/>
                    <a:pt x="1187" y="4023"/>
                    <a:pt x="1227" y="4010"/>
                  </a:cubicBezTo>
                  <a:cubicBezTo>
                    <a:pt x="1409" y="3932"/>
                    <a:pt x="1514" y="3723"/>
                    <a:pt x="1435" y="3540"/>
                  </a:cubicBezTo>
                  <a:lnTo>
                    <a:pt x="731" y="304"/>
                  </a:lnTo>
                  <a:cubicBezTo>
                    <a:pt x="705" y="200"/>
                    <a:pt x="652" y="96"/>
                    <a:pt x="548" y="43"/>
                  </a:cubicBezTo>
                  <a:cubicBezTo>
                    <a:pt x="502" y="13"/>
                    <a:pt x="456" y="0"/>
                    <a:pt x="41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0"/>
            <p:cNvSpPr/>
            <p:nvPr/>
          </p:nvSpPr>
          <p:spPr>
            <a:xfrm rot="5239021">
              <a:off x="4173801" y="2019854"/>
              <a:ext cx="75283" cy="58874"/>
            </a:xfrm>
            <a:custGeom>
              <a:rect b="b" l="l" r="r" t="t"/>
              <a:pathLst>
                <a:path extrusionOk="0" h="1593" w="2037">
                  <a:moveTo>
                    <a:pt x="1880" y="0"/>
                  </a:moveTo>
                  <a:lnTo>
                    <a:pt x="679" y="392"/>
                  </a:lnTo>
                  <a:lnTo>
                    <a:pt x="549" y="418"/>
                  </a:lnTo>
                  <a:cubicBezTo>
                    <a:pt x="340" y="470"/>
                    <a:pt x="79" y="548"/>
                    <a:pt x="27" y="757"/>
                  </a:cubicBezTo>
                  <a:cubicBezTo>
                    <a:pt x="1" y="914"/>
                    <a:pt x="1" y="1096"/>
                    <a:pt x="27" y="1279"/>
                  </a:cubicBezTo>
                  <a:cubicBezTo>
                    <a:pt x="53" y="1383"/>
                    <a:pt x="79" y="1488"/>
                    <a:pt x="131" y="1592"/>
                  </a:cubicBezTo>
                  <a:cubicBezTo>
                    <a:pt x="210" y="1488"/>
                    <a:pt x="288" y="1383"/>
                    <a:pt x="392" y="1305"/>
                  </a:cubicBezTo>
                  <a:cubicBezTo>
                    <a:pt x="791" y="953"/>
                    <a:pt x="1316" y="749"/>
                    <a:pt x="1854" y="749"/>
                  </a:cubicBezTo>
                  <a:cubicBezTo>
                    <a:pt x="1915" y="749"/>
                    <a:pt x="1975" y="752"/>
                    <a:pt x="2036" y="757"/>
                  </a:cubicBezTo>
                  <a:cubicBezTo>
                    <a:pt x="2036" y="731"/>
                    <a:pt x="2036" y="705"/>
                    <a:pt x="2036" y="679"/>
                  </a:cubicBezTo>
                  <a:lnTo>
                    <a:pt x="2010" y="548"/>
                  </a:lnTo>
                  <a:cubicBezTo>
                    <a:pt x="1958" y="392"/>
                    <a:pt x="1932" y="209"/>
                    <a:pt x="1932" y="26"/>
                  </a:cubicBezTo>
                  <a:cubicBezTo>
                    <a:pt x="1932" y="26"/>
                    <a:pt x="1932" y="0"/>
                    <a:pt x="1906" y="0"/>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0"/>
            <p:cNvSpPr/>
            <p:nvPr/>
          </p:nvSpPr>
          <p:spPr>
            <a:xfrm rot="5239021">
              <a:off x="4225405" y="2158450"/>
              <a:ext cx="76207" cy="223892"/>
            </a:xfrm>
            <a:custGeom>
              <a:rect b="b" l="l" r="r" t="t"/>
              <a:pathLst>
                <a:path extrusionOk="0" h="6058" w="2062">
                  <a:moveTo>
                    <a:pt x="590" y="0"/>
                  </a:moveTo>
                  <a:cubicBezTo>
                    <a:pt x="455" y="0"/>
                    <a:pt x="325" y="54"/>
                    <a:pt x="209" y="151"/>
                  </a:cubicBezTo>
                  <a:cubicBezTo>
                    <a:pt x="52" y="333"/>
                    <a:pt x="0" y="594"/>
                    <a:pt x="78" y="829"/>
                  </a:cubicBezTo>
                  <a:cubicBezTo>
                    <a:pt x="78" y="829"/>
                    <a:pt x="104" y="881"/>
                    <a:pt x="104" y="881"/>
                  </a:cubicBezTo>
                  <a:lnTo>
                    <a:pt x="131" y="986"/>
                  </a:lnTo>
                  <a:lnTo>
                    <a:pt x="157" y="1142"/>
                  </a:lnTo>
                  <a:lnTo>
                    <a:pt x="1148" y="5631"/>
                  </a:lnTo>
                  <a:cubicBezTo>
                    <a:pt x="1227" y="5839"/>
                    <a:pt x="1383" y="5996"/>
                    <a:pt x="1592" y="6048"/>
                  </a:cubicBezTo>
                  <a:cubicBezTo>
                    <a:pt x="1627" y="6054"/>
                    <a:pt x="1664" y="6057"/>
                    <a:pt x="1701" y="6057"/>
                  </a:cubicBezTo>
                  <a:cubicBezTo>
                    <a:pt x="1828" y="6057"/>
                    <a:pt x="1960" y="6019"/>
                    <a:pt x="2062" y="5918"/>
                  </a:cubicBezTo>
                  <a:cubicBezTo>
                    <a:pt x="1931" y="5813"/>
                    <a:pt x="1827" y="5657"/>
                    <a:pt x="1775" y="5500"/>
                  </a:cubicBezTo>
                  <a:cubicBezTo>
                    <a:pt x="1514" y="4822"/>
                    <a:pt x="1331" y="4091"/>
                    <a:pt x="1227" y="3360"/>
                  </a:cubicBezTo>
                  <a:cubicBezTo>
                    <a:pt x="1070" y="2630"/>
                    <a:pt x="913" y="1873"/>
                    <a:pt x="783" y="1142"/>
                  </a:cubicBezTo>
                  <a:cubicBezTo>
                    <a:pt x="731" y="933"/>
                    <a:pt x="679" y="751"/>
                    <a:pt x="652" y="568"/>
                  </a:cubicBezTo>
                  <a:cubicBezTo>
                    <a:pt x="600" y="385"/>
                    <a:pt x="652" y="177"/>
                    <a:pt x="783" y="46"/>
                  </a:cubicBezTo>
                  <a:cubicBezTo>
                    <a:pt x="783" y="46"/>
                    <a:pt x="757" y="20"/>
                    <a:pt x="731" y="20"/>
                  </a:cubicBezTo>
                  <a:cubicBezTo>
                    <a:pt x="684" y="7"/>
                    <a:pt x="636" y="0"/>
                    <a:pt x="590" y="0"/>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0"/>
            <p:cNvSpPr/>
            <p:nvPr/>
          </p:nvSpPr>
          <p:spPr>
            <a:xfrm rot="5239021">
              <a:off x="4606261" y="3569982"/>
              <a:ext cx="186158" cy="617790"/>
            </a:xfrm>
            <a:custGeom>
              <a:rect b="b" l="l" r="r" t="t"/>
              <a:pathLst>
                <a:path extrusionOk="0" h="16716" w="5037">
                  <a:moveTo>
                    <a:pt x="1096" y="1"/>
                  </a:moveTo>
                  <a:cubicBezTo>
                    <a:pt x="865" y="1"/>
                    <a:pt x="642" y="59"/>
                    <a:pt x="444" y="167"/>
                  </a:cubicBezTo>
                  <a:cubicBezTo>
                    <a:pt x="183" y="272"/>
                    <a:pt x="26" y="533"/>
                    <a:pt x="0" y="820"/>
                  </a:cubicBezTo>
                  <a:cubicBezTo>
                    <a:pt x="0" y="1107"/>
                    <a:pt x="26" y="1368"/>
                    <a:pt x="105" y="1629"/>
                  </a:cubicBezTo>
                  <a:cubicBezTo>
                    <a:pt x="131" y="1811"/>
                    <a:pt x="183" y="1994"/>
                    <a:pt x="235" y="2151"/>
                  </a:cubicBezTo>
                  <a:cubicBezTo>
                    <a:pt x="287" y="2333"/>
                    <a:pt x="313" y="2490"/>
                    <a:pt x="366" y="2646"/>
                  </a:cubicBezTo>
                  <a:lnTo>
                    <a:pt x="3288" y="15981"/>
                  </a:lnTo>
                  <a:cubicBezTo>
                    <a:pt x="3367" y="16399"/>
                    <a:pt x="3732" y="16712"/>
                    <a:pt x="4176" y="16712"/>
                  </a:cubicBezTo>
                  <a:cubicBezTo>
                    <a:pt x="4202" y="16714"/>
                    <a:pt x="4229" y="16715"/>
                    <a:pt x="4256" y="16715"/>
                  </a:cubicBezTo>
                  <a:cubicBezTo>
                    <a:pt x="4542" y="16715"/>
                    <a:pt x="4822" y="16590"/>
                    <a:pt x="5037" y="16399"/>
                  </a:cubicBezTo>
                  <a:cubicBezTo>
                    <a:pt x="4932" y="16399"/>
                    <a:pt x="4828" y="16399"/>
                    <a:pt x="4750" y="16373"/>
                  </a:cubicBezTo>
                  <a:cubicBezTo>
                    <a:pt x="4228" y="16216"/>
                    <a:pt x="3993" y="15564"/>
                    <a:pt x="3810" y="15120"/>
                  </a:cubicBezTo>
                  <a:cubicBezTo>
                    <a:pt x="3654" y="14729"/>
                    <a:pt x="3549" y="14337"/>
                    <a:pt x="3445" y="13920"/>
                  </a:cubicBezTo>
                  <a:cubicBezTo>
                    <a:pt x="3053" y="12328"/>
                    <a:pt x="2688" y="10736"/>
                    <a:pt x="2349" y="9144"/>
                  </a:cubicBezTo>
                  <a:cubicBezTo>
                    <a:pt x="1931" y="7265"/>
                    <a:pt x="1514" y="5386"/>
                    <a:pt x="1175" y="3507"/>
                  </a:cubicBezTo>
                  <a:cubicBezTo>
                    <a:pt x="1044" y="2829"/>
                    <a:pt x="914" y="2151"/>
                    <a:pt x="835" y="1472"/>
                  </a:cubicBezTo>
                  <a:cubicBezTo>
                    <a:pt x="809" y="1263"/>
                    <a:pt x="809" y="1081"/>
                    <a:pt x="809" y="872"/>
                  </a:cubicBezTo>
                  <a:cubicBezTo>
                    <a:pt x="809" y="506"/>
                    <a:pt x="1044" y="193"/>
                    <a:pt x="1409" y="37"/>
                  </a:cubicBezTo>
                  <a:cubicBezTo>
                    <a:pt x="1304" y="12"/>
                    <a:pt x="1199" y="1"/>
                    <a:pt x="1096" y="1"/>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0"/>
            <p:cNvSpPr/>
            <p:nvPr/>
          </p:nvSpPr>
          <p:spPr>
            <a:xfrm rot="5239021">
              <a:off x="4753400" y="4130513"/>
              <a:ext cx="156258" cy="477904"/>
            </a:xfrm>
            <a:custGeom>
              <a:rect b="b" l="l" r="r" t="t"/>
              <a:pathLst>
                <a:path extrusionOk="0" h="12931" w="4228">
                  <a:moveTo>
                    <a:pt x="913" y="1"/>
                  </a:moveTo>
                  <a:cubicBezTo>
                    <a:pt x="826" y="1"/>
                    <a:pt x="739" y="9"/>
                    <a:pt x="652" y="27"/>
                  </a:cubicBezTo>
                  <a:cubicBezTo>
                    <a:pt x="261" y="131"/>
                    <a:pt x="0" y="470"/>
                    <a:pt x="26" y="888"/>
                  </a:cubicBezTo>
                  <a:cubicBezTo>
                    <a:pt x="26" y="1123"/>
                    <a:pt x="78" y="1384"/>
                    <a:pt x="131" y="1619"/>
                  </a:cubicBezTo>
                  <a:cubicBezTo>
                    <a:pt x="183" y="1827"/>
                    <a:pt x="235" y="2010"/>
                    <a:pt x="287" y="2219"/>
                  </a:cubicBezTo>
                  <a:cubicBezTo>
                    <a:pt x="313" y="2402"/>
                    <a:pt x="365" y="2584"/>
                    <a:pt x="418" y="2767"/>
                  </a:cubicBezTo>
                  <a:lnTo>
                    <a:pt x="2505" y="12240"/>
                  </a:lnTo>
                  <a:cubicBezTo>
                    <a:pt x="2645" y="12658"/>
                    <a:pt x="3032" y="12931"/>
                    <a:pt x="3465" y="12931"/>
                  </a:cubicBezTo>
                  <a:cubicBezTo>
                    <a:pt x="3518" y="12931"/>
                    <a:pt x="3573" y="12927"/>
                    <a:pt x="3627" y="12918"/>
                  </a:cubicBezTo>
                  <a:cubicBezTo>
                    <a:pt x="3862" y="12892"/>
                    <a:pt x="4071" y="12814"/>
                    <a:pt x="4228" y="12657"/>
                  </a:cubicBezTo>
                  <a:cubicBezTo>
                    <a:pt x="3967" y="12605"/>
                    <a:pt x="3732" y="12475"/>
                    <a:pt x="3575" y="12292"/>
                  </a:cubicBezTo>
                  <a:cubicBezTo>
                    <a:pt x="3236" y="11848"/>
                    <a:pt x="3001" y="11326"/>
                    <a:pt x="2923" y="10778"/>
                  </a:cubicBezTo>
                  <a:cubicBezTo>
                    <a:pt x="2584" y="9474"/>
                    <a:pt x="2323" y="8169"/>
                    <a:pt x="2062" y="6864"/>
                  </a:cubicBezTo>
                  <a:cubicBezTo>
                    <a:pt x="1775" y="5611"/>
                    <a:pt x="1461" y="4385"/>
                    <a:pt x="1200" y="3106"/>
                  </a:cubicBezTo>
                  <a:cubicBezTo>
                    <a:pt x="1044" y="2402"/>
                    <a:pt x="887" y="1697"/>
                    <a:pt x="731" y="992"/>
                  </a:cubicBezTo>
                  <a:cubicBezTo>
                    <a:pt x="600" y="392"/>
                    <a:pt x="966" y="157"/>
                    <a:pt x="1435" y="105"/>
                  </a:cubicBezTo>
                  <a:cubicBezTo>
                    <a:pt x="1261" y="36"/>
                    <a:pt x="1087" y="1"/>
                    <a:pt x="913" y="1"/>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0"/>
            <p:cNvSpPr/>
            <p:nvPr/>
          </p:nvSpPr>
          <p:spPr>
            <a:xfrm rot="5239021">
              <a:off x="4554176" y="2853983"/>
              <a:ext cx="33780" cy="51519"/>
            </a:xfrm>
            <a:custGeom>
              <a:rect b="b" l="l" r="r" t="t"/>
              <a:pathLst>
                <a:path extrusionOk="0" h="1394" w="914">
                  <a:moveTo>
                    <a:pt x="382" y="0"/>
                  </a:moveTo>
                  <a:cubicBezTo>
                    <a:pt x="359" y="0"/>
                    <a:pt x="336" y="3"/>
                    <a:pt x="313" y="11"/>
                  </a:cubicBezTo>
                  <a:cubicBezTo>
                    <a:pt x="0" y="89"/>
                    <a:pt x="52" y="350"/>
                    <a:pt x="104" y="507"/>
                  </a:cubicBezTo>
                  <a:lnTo>
                    <a:pt x="287" y="1394"/>
                  </a:lnTo>
                  <a:lnTo>
                    <a:pt x="913" y="1237"/>
                  </a:lnTo>
                  <a:lnTo>
                    <a:pt x="731" y="324"/>
                  </a:lnTo>
                  <a:cubicBezTo>
                    <a:pt x="705" y="220"/>
                    <a:pt x="652" y="115"/>
                    <a:pt x="548" y="37"/>
                  </a:cubicBezTo>
                  <a:cubicBezTo>
                    <a:pt x="493" y="19"/>
                    <a:pt x="437" y="0"/>
                    <a:pt x="38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0"/>
            <p:cNvSpPr/>
            <p:nvPr/>
          </p:nvSpPr>
          <p:spPr>
            <a:xfrm rot="5239021">
              <a:off x="4577543" y="2938673"/>
              <a:ext cx="33780" cy="49856"/>
            </a:xfrm>
            <a:custGeom>
              <a:rect b="b" l="l" r="r" t="t"/>
              <a:pathLst>
                <a:path extrusionOk="0" h="1349" w="914">
                  <a:moveTo>
                    <a:pt x="406" y="1"/>
                  </a:moveTo>
                  <a:cubicBezTo>
                    <a:pt x="370" y="1"/>
                    <a:pt x="331" y="7"/>
                    <a:pt x="288" y="18"/>
                  </a:cubicBezTo>
                  <a:cubicBezTo>
                    <a:pt x="1" y="96"/>
                    <a:pt x="53" y="357"/>
                    <a:pt x="79" y="514"/>
                  </a:cubicBezTo>
                  <a:lnTo>
                    <a:pt x="288" y="1349"/>
                  </a:lnTo>
                  <a:lnTo>
                    <a:pt x="914" y="1218"/>
                  </a:lnTo>
                  <a:lnTo>
                    <a:pt x="705" y="331"/>
                  </a:lnTo>
                  <a:cubicBezTo>
                    <a:pt x="705" y="201"/>
                    <a:pt x="627" y="96"/>
                    <a:pt x="549" y="44"/>
                  </a:cubicBezTo>
                  <a:cubicBezTo>
                    <a:pt x="503" y="14"/>
                    <a:pt x="457" y="1"/>
                    <a:pt x="4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0"/>
            <p:cNvSpPr/>
            <p:nvPr/>
          </p:nvSpPr>
          <p:spPr>
            <a:xfrm rot="5239021">
              <a:off x="4647047" y="3190440"/>
              <a:ext cx="33817" cy="47713"/>
            </a:xfrm>
            <a:custGeom>
              <a:rect b="b" l="l" r="r" t="t"/>
              <a:pathLst>
                <a:path extrusionOk="0" h="1291" w="915">
                  <a:moveTo>
                    <a:pt x="383" y="1"/>
                  </a:moveTo>
                  <a:cubicBezTo>
                    <a:pt x="360" y="1"/>
                    <a:pt x="337" y="4"/>
                    <a:pt x="314" y="11"/>
                  </a:cubicBezTo>
                  <a:cubicBezTo>
                    <a:pt x="1" y="116"/>
                    <a:pt x="79" y="351"/>
                    <a:pt x="105" y="533"/>
                  </a:cubicBezTo>
                  <a:lnTo>
                    <a:pt x="262" y="1290"/>
                  </a:lnTo>
                  <a:lnTo>
                    <a:pt x="914" y="1134"/>
                  </a:lnTo>
                  <a:lnTo>
                    <a:pt x="731" y="325"/>
                  </a:lnTo>
                  <a:cubicBezTo>
                    <a:pt x="705" y="220"/>
                    <a:pt x="653" y="116"/>
                    <a:pt x="549" y="38"/>
                  </a:cubicBezTo>
                  <a:cubicBezTo>
                    <a:pt x="493" y="19"/>
                    <a:pt x="438" y="1"/>
                    <a:pt x="38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0"/>
            <p:cNvSpPr/>
            <p:nvPr/>
          </p:nvSpPr>
          <p:spPr>
            <a:xfrm rot="5239021">
              <a:off x="4530590" y="2770445"/>
              <a:ext cx="34777" cy="51778"/>
            </a:xfrm>
            <a:custGeom>
              <a:rect b="b" l="l" r="r" t="t"/>
              <a:pathLst>
                <a:path extrusionOk="0" h="1401" w="941">
                  <a:moveTo>
                    <a:pt x="411" y="1"/>
                  </a:moveTo>
                  <a:cubicBezTo>
                    <a:pt x="379" y="1"/>
                    <a:pt x="346" y="7"/>
                    <a:pt x="314" y="18"/>
                  </a:cubicBezTo>
                  <a:cubicBezTo>
                    <a:pt x="1" y="96"/>
                    <a:pt x="79" y="357"/>
                    <a:pt x="105" y="514"/>
                  </a:cubicBezTo>
                  <a:lnTo>
                    <a:pt x="314" y="1401"/>
                  </a:lnTo>
                  <a:lnTo>
                    <a:pt x="940" y="1270"/>
                  </a:lnTo>
                  <a:lnTo>
                    <a:pt x="731" y="305"/>
                  </a:lnTo>
                  <a:cubicBezTo>
                    <a:pt x="705" y="200"/>
                    <a:pt x="653" y="96"/>
                    <a:pt x="549" y="44"/>
                  </a:cubicBezTo>
                  <a:cubicBezTo>
                    <a:pt x="503" y="13"/>
                    <a:pt x="457" y="1"/>
                    <a:pt x="41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0"/>
            <p:cNvSpPr/>
            <p:nvPr/>
          </p:nvSpPr>
          <p:spPr>
            <a:xfrm rot="5239021">
              <a:off x="4623961" y="3106463"/>
              <a:ext cx="32819" cy="48895"/>
            </a:xfrm>
            <a:custGeom>
              <a:rect b="b" l="l" r="r" t="t"/>
              <a:pathLst>
                <a:path extrusionOk="0" h="1323" w="888">
                  <a:moveTo>
                    <a:pt x="393" y="0"/>
                  </a:moveTo>
                  <a:cubicBezTo>
                    <a:pt x="357" y="0"/>
                    <a:pt x="320" y="7"/>
                    <a:pt x="287" y="17"/>
                  </a:cubicBezTo>
                  <a:cubicBezTo>
                    <a:pt x="0" y="96"/>
                    <a:pt x="53" y="357"/>
                    <a:pt x="79" y="513"/>
                  </a:cubicBezTo>
                  <a:lnTo>
                    <a:pt x="261" y="1322"/>
                  </a:lnTo>
                  <a:lnTo>
                    <a:pt x="888" y="1166"/>
                  </a:lnTo>
                  <a:lnTo>
                    <a:pt x="705" y="330"/>
                  </a:lnTo>
                  <a:cubicBezTo>
                    <a:pt x="679" y="200"/>
                    <a:pt x="627" y="96"/>
                    <a:pt x="522" y="43"/>
                  </a:cubicBezTo>
                  <a:cubicBezTo>
                    <a:pt x="492" y="13"/>
                    <a:pt x="443" y="0"/>
                    <a:pt x="3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0"/>
            <p:cNvSpPr/>
            <p:nvPr/>
          </p:nvSpPr>
          <p:spPr>
            <a:xfrm rot="5239021">
              <a:off x="4507693" y="2686316"/>
              <a:ext cx="32819" cy="54254"/>
            </a:xfrm>
            <a:custGeom>
              <a:rect b="b" l="l" r="r" t="t"/>
              <a:pathLst>
                <a:path extrusionOk="0" h="1468" w="888">
                  <a:moveTo>
                    <a:pt x="379" y="0"/>
                  </a:moveTo>
                  <a:cubicBezTo>
                    <a:pt x="359" y="0"/>
                    <a:pt x="337" y="2"/>
                    <a:pt x="314" y="7"/>
                  </a:cubicBezTo>
                  <a:cubicBezTo>
                    <a:pt x="209" y="7"/>
                    <a:pt x="131" y="59"/>
                    <a:pt x="79" y="137"/>
                  </a:cubicBezTo>
                  <a:cubicBezTo>
                    <a:pt x="27" y="215"/>
                    <a:pt x="0" y="294"/>
                    <a:pt x="27" y="372"/>
                  </a:cubicBezTo>
                  <a:lnTo>
                    <a:pt x="261" y="1468"/>
                  </a:lnTo>
                  <a:lnTo>
                    <a:pt x="888" y="1311"/>
                  </a:lnTo>
                  <a:lnTo>
                    <a:pt x="679" y="372"/>
                  </a:lnTo>
                  <a:cubicBezTo>
                    <a:pt x="655" y="252"/>
                    <a:pt x="609" y="0"/>
                    <a:pt x="3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0"/>
            <p:cNvSpPr/>
            <p:nvPr/>
          </p:nvSpPr>
          <p:spPr>
            <a:xfrm rot="5239021">
              <a:off x="4669455" y="3274251"/>
              <a:ext cx="33780" cy="47935"/>
            </a:xfrm>
            <a:custGeom>
              <a:rect b="b" l="l" r="r" t="t"/>
              <a:pathLst>
                <a:path extrusionOk="0" h="1297" w="914">
                  <a:moveTo>
                    <a:pt x="420" y="0"/>
                  </a:moveTo>
                  <a:cubicBezTo>
                    <a:pt x="383" y="0"/>
                    <a:pt x="346" y="7"/>
                    <a:pt x="313" y="18"/>
                  </a:cubicBezTo>
                  <a:cubicBezTo>
                    <a:pt x="0" y="96"/>
                    <a:pt x="52" y="357"/>
                    <a:pt x="105" y="513"/>
                  </a:cubicBezTo>
                  <a:lnTo>
                    <a:pt x="261" y="1296"/>
                  </a:lnTo>
                  <a:lnTo>
                    <a:pt x="914" y="1166"/>
                  </a:lnTo>
                  <a:lnTo>
                    <a:pt x="731" y="331"/>
                  </a:lnTo>
                  <a:cubicBezTo>
                    <a:pt x="731" y="226"/>
                    <a:pt x="653" y="122"/>
                    <a:pt x="574" y="44"/>
                  </a:cubicBezTo>
                  <a:cubicBezTo>
                    <a:pt x="528" y="13"/>
                    <a:pt x="474" y="0"/>
                    <a:pt x="42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0"/>
            <p:cNvSpPr/>
            <p:nvPr/>
          </p:nvSpPr>
          <p:spPr>
            <a:xfrm rot="5239021">
              <a:off x="4741887" y="3669144"/>
              <a:ext cx="48267" cy="116787"/>
            </a:xfrm>
            <a:custGeom>
              <a:rect b="b" l="l" r="r" t="t"/>
              <a:pathLst>
                <a:path extrusionOk="0" h="3160" w="1306">
                  <a:moveTo>
                    <a:pt x="349" y="1"/>
                  </a:moveTo>
                  <a:cubicBezTo>
                    <a:pt x="338" y="1"/>
                    <a:pt x="326" y="1"/>
                    <a:pt x="314" y="2"/>
                  </a:cubicBezTo>
                  <a:cubicBezTo>
                    <a:pt x="209" y="28"/>
                    <a:pt x="131" y="80"/>
                    <a:pt x="53" y="159"/>
                  </a:cubicBezTo>
                  <a:cubicBezTo>
                    <a:pt x="0" y="211"/>
                    <a:pt x="0" y="289"/>
                    <a:pt x="27" y="368"/>
                  </a:cubicBezTo>
                  <a:lnTo>
                    <a:pt x="575" y="2951"/>
                  </a:lnTo>
                  <a:cubicBezTo>
                    <a:pt x="835" y="3029"/>
                    <a:pt x="1070" y="3082"/>
                    <a:pt x="1305" y="3160"/>
                  </a:cubicBezTo>
                  <a:lnTo>
                    <a:pt x="679" y="368"/>
                  </a:lnTo>
                  <a:cubicBezTo>
                    <a:pt x="654" y="268"/>
                    <a:pt x="605" y="1"/>
                    <a:pt x="34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0"/>
            <p:cNvSpPr/>
            <p:nvPr/>
          </p:nvSpPr>
          <p:spPr>
            <a:xfrm rot="5239021">
              <a:off x="4600491" y="3022888"/>
              <a:ext cx="32819" cy="50263"/>
            </a:xfrm>
            <a:custGeom>
              <a:rect b="b" l="l" r="r" t="t"/>
              <a:pathLst>
                <a:path extrusionOk="0" h="1360" w="888">
                  <a:moveTo>
                    <a:pt x="375" y="0"/>
                  </a:moveTo>
                  <a:cubicBezTo>
                    <a:pt x="363" y="0"/>
                    <a:pt x="352" y="1"/>
                    <a:pt x="339" y="2"/>
                  </a:cubicBezTo>
                  <a:cubicBezTo>
                    <a:pt x="235" y="2"/>
                    <a:pt x="131" y="54"/>
                    <a:pt x="78" y="133"/>
                  </a:cubicBezTo>
                  <a:cubicBezTo>
                    <a:pt x="26" y="211"/>
                    <a:pt x="0" y="289"/>
                    <a:pt x="26" y="367"/>
                  </a:cubicBezTo>
                  <a:lnTo>
                    <a:pt x="235" y="1359"/>
                  </a:lnTo>
                  <a:lnTo>
                    <a:pt x="887" y="1203"/>
                  </a:lnTo>
                  <a:lnTo>
                    <a:pt x="705" y="367"/>
                  </a:lnTo>
                  <a:cubicBezTo>
                    <a:pt x="680" y="243"/>
                    <a:pt x="608" y="0"/>
                    <a:pt x="3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0"/>
            <p:cNvSpPr/>
            <p:nvPr/>
          </p:nvSpPr>
          <p:spPr>
            <a:xfrm rot="5239021">
              <a:off x="4415229" y="2419897"/>
              <a:ext cx="42465" cy="93245"/>
            </a:xfrm>
            <a:custGeom>
              <a:rect b="b" l="l" r="r" t="t"/>
              <a:pathLst>
                <a:path extrusionOk="0" h="2523" w="1149">
                  <a:moveTo>
                    <a:pt x="410" y="0"/>
                  </a:moveTo>
                  <a:cubicBezTo>
                    <a:pt x="378" y="0"/>
                    <a:pt x="346" y="6"/>
                    <a:pt x="313" y="17"/>
                  </a:cubicBezTo>
                  <a:cubicBezTo>
                    <a:pt x="0" y="96"/>
                    <a:pt x="52" y="357"/>
                    <a:pt x="104" y="513"/>
                  </a:cubicBezTo>
                  <a:lnTo>
                    <a:pt x="548" y="2522"/>
                  </a:lnTo>
                  <a:lnTo>
                    <a:pt x="1148" y="2183"/>
                  </a:lnTo>
                  <a:lnTo>
                    <a:pt x="731" y="304"/>
                  </a:lnTo>
                  <a:cubicBezTo>
                    <a:pt x="705" y="200"/>
                    <a:pt x="652" y="96"/>
                    <a:pt x="548" y="43"/>
                  </a:cubicBezTo>
                  <a:cubicBezTo>
                    <a:pt x="502" y="13"/>
                    <a:pt x="456" y="0"/>
                    <a:pt x="41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0"/>
            <p:cNvSpPr/>
            <p:nvPr/>
          </p:nvSpPr>
          <p:spPr>
            <a:xfrm rot="5239021">
              <a:off x="4181833" y="2097202"/>
              <a:ext cx="160139" cy="140847"/>
            </a:xfrm>
            <a:custGeom>
              <a:rect b="b" l="l" r="r" t="t"/>
              <a:pathLst>
                <a:path extrusionOk="0" h="3811" w="4333">
                  <a:moveTo>
                    <a:pt x="3785" y="1"/>
                  </a:moveTo>
                  <a:lnTo>
                    <a:pt x="2532" y="575"/>
                  </a:lnTo>
                  <a:lnTo>
                    <a:pt x="1097" y="1227"/>
                  </a:lnTo>
                  <a:cubicBezTo>
                    <a:pt x="1018" y="1280"/>
                    <a:pt x="940" y="1306"/>
                    <a:pt x="836" y="1332"/>
                  </a:cubicBezTo>
                  <a:cubicBezTo>
                    <a:pt x="470" y="1462"/>
                    <a:pt x="27" y="1645"/>
                    <a:pt x="27" y="2062"/>
                  </a:cubicBezTo>
                  <a:cubicBezTo>
                    <a:pt x="1" y="2402"/>
                    <a:pt x="53" y="2767"/>
                    <a:pt x="131" y="3106"/>
                  </a:cubicBezTo>
                  <a:lnTo>
                    <a:pt x="157" y="3211"/>
                  </a:lnTo>
                  <a:cubicBezTo>
                    <a:pt x="183" y="3419"/>
                    <a:pt x="262" y="3628"/>
                    <a:pt x="314" y="3811"/>
                  </a:cubicBezTo>
                  <a:cubicBezTo>
                    <a:pt x="627" y="3002"/>
                    <a:pt x="1305" y="2349"/>
                    <a:pt x="2141" y="2115"/>
                  </a:cubicBezTo>
                  <a:cubicBezTo>
                    <a:pt x="2506" y="1984"/>
                    <a:pt x="2878" y="1919"/>
                    <a:pt x="3246" y="1919"/>
                  </a:cubicBezTo>
                  <a:cubicBezTo>
                    <a:pt x="3615" y="1919"/>
                    <a:pt x="3980" y="1984"/>
                    <a:pt x="4333" y="2115"/>
                  </a:cubicBezTo>
                  <a:lnTo>
                    <a:pt x="4046" y="758"/>
                  </a:lnTo>
                  <a:cubicBezTo>
                    <a:pt x="4019" y="653"/>
                    <a:pt x="3993" y="523"/>
                    <a:pt x="3941" y="392"/>
                  </a:cubicBezTo>
                  <a:cubicBezTo>
                    <a:pt x="3915" y="262"/>
                    <a:pt x="3889" y="157"/>
                    <a:pt x="3837" y="27"/>
                  </a:cubicBezTo>
                  <a:cubicBezTo>
                    <a:pt x="3837" y="27"/>
                    <a:pt x="3837" y="1"/>
                    <a:pt x="383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0"/>
            <p:cNvSpPr/>
            <p:nvPr/>
          </p:nvSpPr>
          <p:spPr>
            <a:xfrm rot="5239021">
              <a:off x="4481740" y="2600371"/>
              <a:ext cx="34777" cy="58541"/>
            </a:xfrm>
            <a:custGeom>
              <a:rect b="b" l="l" r="r" t="t"/>
              <a:pathLst>
                <a:path extrusionOk="0" h="1584" w="941">
                  <a:moveTo>
                    <a:pt x="395" y="0"/>
                  </a:moveTo>
                  <a:cubicBezTo>
                    <a:pt x="357" y="0"/>
                    <a:pt x="320" y="7"/>
                    <a:pt x="288" y="18"/>
                  </a:cubicBezTo>
                  <a:cubicBezTo>
                    <a:pt x="1" y="96"/>
                    <a:pt x="53" y="331"/>
                    <a:pt x="79" y="513"/>
                  </a:cubicBezTo>
                  <a:lnTo>
                    <a:pt x="314" y="1583"/>
                  </a:lnTo>
                  <a:cubicBezTo>
                    <a:pt x="523" y="1505"/>
                    <a:pt x="732" y="1453"/>
                    <a:pt x="940" y="1375"/>
                  </a:cubicBezTo>
                  <a:lnTo>
                    <a:pt x="705" y="305"/>
                  </a:lnTo>
                  <a:cubicBezTo>
                    <a:pt x="679" y="200"/>
                    <a:pt x="627" y="96"/>
                    <a:pt x="549" y="44"/>
                  </a:cubicBezTo>
                  <a:cubicBezTo>
                    <a:pt x="503" y="13"/>
                    <a:pt x="448" y="0"/>
                    <a:pt x="39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0"/>
            <p:cNvSpPr/>
            <p:nvPr/>
          </p:nvSpPr>
          <p:spPr>
            <a:xfrm rot="5239021">
              <a:off x="4728142" y="3520066"/>
              <a:ext cx="36699" cy="63383"/>
            </a:xfrm>
            <a:custGeom>
              <a:rect b="b" l="l" r="r" t="t"/>
              <a:pathLst>
                <a:path extrusionOk="0" h="1715" w="993">
                  <a:moveTo>
                    <a:pt x="385" y="1"/>
                  </a:moveTo>
                  <a:cubicBezTo>
                    <a:pt x="352" y="1"/>
                    <a:pt x="320" y="7"/>
                    <a:pt x="288" y="18"/>
                  </a:cubicBezTo>
                  <a:cubicBezTo>
                    <a:pt x="0" y="96"/>
                    <a:pt x="53" y="357"/>
                    <a:pt x="79" y="514"/>
                  </a:cubicBezTo>
                  <a:lnTo>
                    <a:pt x="340" y="1714"/>
                  </a:lnTo>
                  <a:cubicBezTo>
                    <a:pt x="575" y="1688"/>
                    <a:pt x="783" y="1688"/>
                    <a:pt x="992" y="1688"/>
                  </a:cubicBezTo>
                  <a:lnTo>
                    <a:pt x="705" y="331"/>
                  </a:lnTo>
                  <a:cubicBezTo>
                    <a:pt x="679" y="201"/>
                    <a:pt x="627" y="96"/>
                    <a:pt x="522" y="44"/>
                  </a:cubicBezTo>
                  <a:cubicBezTo>
                    <a:pt x="477" y="14"/>
                    <a:pt x="431" y="1"/>
                    <a:pt x="38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0"/>
            <p:cNvSpPr/>
            <p:nvPr/>
          </p:nvSpPr>
          <p:spPr>
            <a:xfrm rot="5239021">
              <a:off x="4710176" y="3439363"/>
              <a:ext cx="34741" cy="54698"/>
            </a:xfrm>
            <a:custGeom>
              <a:rect b="b" l="l" r="r" t="t"/>
              <a:pathLst>
                <a:path extrusionOk="0" h="1480" w="940">
                  <a:moveTo>
                    <a:pt x="405" y="1"/>
                  </a:moveTo>
                  <a:cubicBezTo>
                    <a:pt x="369" y="1"/>
                    <a:pt x="330" y="7"/>
                    <a:pt x="287" y="18"/>
                  </a:cubicBezTo>
                  <a:cubicBezTo>
                    <a:pt x="0" y="70"/>
                    <a:pt x="52" y="331"/>
                    <a:pt x="78" y="488"/>
                  </a:cubicBezTo>
                  <a:lnTo>
                    <a:pt x="287" y="1479"/>
                  </a:lnTo>
                  <a:lnTo>
                    <a:pt x="939" y="1375"/>
                  </a:lnTo>
                  <a:lnTo>
                    <a:pt x="705" y="305"/>
                  </a:lnTo>
                  <a:cubicBezTo>
                    <a:pt x="705" y="201"/>
                    <a:pt x="626" y="96"/>
                    <a:pt x="548" y="44"/>
                  </a:cubicBezTo>
                  <a:cubicBezTo>
                    <a:pt x="502" y="13"/>
                    <a:pt x="456" y="1"/>
                    <a:pt x="40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0"/>
            <p:cNvSpPr/>
            <p:nvPr/>
          </p:nvSpPr>
          <p:spPr>
            <a:xfrm rot="5239021">
              <a:off x="4739302" y="3597249"/>
              <a:ext cx="42465" cy="81455"/>
            </a:xfrm>
            <a:custGeom>
              <a:rect b="b" l="l" r="r" t="t"/>
              <a:pathLst>
                <a:path extrusionOk="0" h="2204" w="1149">
                  <a:moveTo>
                    <a:pt x="383" y="0"/>
                  </a:moveTo>
                  <a:cubicBezTo>
                    <a:pt x="360" y="0"/>
                    <a:pt x="337" y="3"/>
                    <a:pt x="314" y="11"/>
                  </a:cubicBezTo>
                  <a:cubicBezTo>
                    <a:pt x="1" y="89"/>
                    <a:pt x="79" y="350"/>
                    <a:pt x="105" y="507"/>
                  </a:cubicBezTo>
                  <a:lnTo>
                    <a:pt x="471" y="2151"/>
                  </a:lnTo>
                  <a:cubicBezTo>
                    <a:pt x="705" y="2151"/>
                    <a:pt x="914" y="2177"/>
                    <a:pt x="1149" y="2203"/>
                  </a:cubicBezTo>
                  <a:lnTo>
                    <a:pt x="731" y="324"/>
                  </a:lnTo>
                  <a:cubicBezTo>
                    <a:pt x="705" y="220"/>
                    <a:pt x="653" y="115"/>
                    <a:pt x="549" y="37"/>
                  </a:cubicBezTo>
                  <a:cubicBezTo>
                    <a:pt x="493" y="19"/>
                    <a:pt x="438" y="0"/>
                    <a:pt x="38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0"/>
            <p:cNvSpPr/>
            <p:nvPr/>
          </p:nvSpPr>
          <p:spPr>
            <a:xfrm rot="5239021">
              <a:off x="4691506" y="3358490"/>
              <a:ext cx="32856" cy="50263"/>
            </a:xfrm>
            <a:custGeom>
              <a:rect b="b" l="l" r="r" t="t"/>
              <a:pathLst>
                <a:path extrusionOk="0" h="1360" w="889">
                  <a:moveTo>
                    <a:pt x="347" y="1"/>
                  </a:moveTo>
                  <a:cubicBezTo>
                    <a:pt x="336" y="1"/>
                    <a:pt x="325" y="2"/>
                    <a:pt x="314" y="3"/>
                  </a:cubicBezTo>
                  <a:cubicBezTo>
                    <a:pt x="210" y="3"/>
                    <a:pt x="105" y="55"/>
                    <a:pt x="53" y="159"/>
                  </a:cubicBezTo>
                  <a:cubicBezTo>
                    <a:pt x="1" y="211"/>
                    <a:pt x="1" y="290"/>
                    <a:pt x="1" y="368"/>
                  </a:cubicBezTo>
                  <a:lnTo>
                    <a:pt x="236" y="1360"/>
                  </a:lnTo>
                  <a:lnTo>
                    <a:pt x="888" y="1255"/>
                  </a:lnTo>
                  <a:lnTo>
                    <a:pt x="679" y="394"/>
                  </a:lnTo>
                  <a:cubicBezTo>
                    <a:pt x="654" y="269"/>
                    <a:pt x="582" y="1"/>
                    <a:pt x="34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0"/>
            <p:cNvSpPr/>
            <p:nvPr/>
          </p:nvSpPr>
          <p:spPr>
            <a:xfrm rot="5239021">
              <a:off x="4452658" y="2512025"/>
              <a:ext cx="36699" cy="69888"/>
            </a:xfrm>
            <a:custGeom>
              <a:rect b="b" l="l" r="r" t="t"/>
              <a:pathLst>
                <a:path extrusionOk="0" h="1891" w="993">
                  <a:moveTo>
                    <a:pt x="361" y="1"/>
                  </a:moveTo>
                  <a:cubicBezTo>
                    <a:pt x="336" y="1"/>
                    <a:pt x="310" y="4"/>
                    <a:pt x="288" y="11"/>
                  </a:cubicBezTo>
                  <a:cubicBezTo>
                    <a:pt x="0" y="90"/>
                    <a:pt x="53" y="351"/>
                    <a:pt x="79" y="507"/>
                  </a:cubicBezTo>
                  <a:lnTo>
                    <a:pt x="392" y="1890"/>
                  </a:lnTo>
                  <a:lnTo>
                    <a:pt x="522" y="1838"/>
                  </a:lnTo>
                  <a:cubicBezTo>
                    <a:pt x="679" y="1760"/>
                    <a:pt x="836" y="1708"/>
                    <a:pt x="992" y="1655"/>
                  </a:cubicBezTo>
                  <a:lnTo>
                    <a:pt x="705" y="325"/>
                  </a:lnTo>
                  <a:cubicBezTo>
                    <a:pt x="679" y="220"/>
                    <a:pt x="627" y="116"/>
                    <a:pt x="522" y="37"/>
                  </a:cubicBezTo>
                  <a:cubicBezTo>
                    <a:pt x="485" y="19"/>
                    <a:pt x="422" y="1"/>
                    <a:pt x="3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0"/>
            <p:cNvSpPr/>
            <p:nvPr/>
          </p:nvSpPr>
          <p:spPr>
            <a:xfrm rot="5239021">
              <a:off x="3734709" y="2667325"/>
              <a:ext cx="1533499" cy="747069"/>
            </a:xfrm>
            <a:custGeom>
              <a:rect b="b" l="l" r="r" t="t"/>
              <a:pathLst>
                <a:path extrusionOk="0" h="20214" w="41493">
                  <a:moveTo>
                    <a:pt x="41232" y="1"/>
                  </a:moveTo>
                  <a:cubicBezTo>
                    <a:pt x="36639" y="1149"/>
                    <a:pt x="31915" y="2193"/>
                    <a:pt x="27375" y="3185"/>
                  </a:cubicBezTo>
                  <a:lnTo>
                    <a:pt x="23982" y="3941"/>
                  </a:lnTo>
                  <a:lnTo>
                    <a:pt x="19990" y="4829"/>
                  </a:lnTo>
                  <a:cubicBezTo>
                    <a:pt x="16519" y="5585"/>
                    <a:pt x="12918" y="6368"/>
                    <a:pt x="9395" y="7177"/>
                  </a:cubicBezTo>
                  <a:lnTo>
                    <a:pt x="8951" y="7282"/>
                  </a:lnTo>
                  <a:cubicBezTo>
                    <a:pt x="7646" y="7569"/>
                    <a:pt x="6289" y="7882"/>
                    <a:pt x="4958" y="8195"/>
                  </a:cubicBezTo>
                  <a:lnTo>
                    <a:pt x="4776" y="8247"/>
                  </a:lnTo>
                  <a:cubicBezTo>
                    <a:pt x="3628" y="8299"/>
                    <a:pt x="2688" y="9108"/>
                    <a:pt x="2427" y="10204"/>
                  </a:cubicBezTo>
                  <a:cubicBezTo>
                    <a:pt x="2375" y="10309"/>
                    <a:pt x="2323" y="10439"/>
                    <a:pt x="2271" y="10544"/>
                  </a:cubicBezTo>
                  <a:cubicBezTo>
                    <a:pt x="2218" y="10674"/>
                    <a:pt x="2140" y="10883"/>
                    <a:pt x="2062" y="11066"/>
                  </a:cubicBezTo>
                  <a:cubicBezTo>
                    <a:pt x="1905" y="11561"/>
                    <a:pt x="1644" y="12005"/>
                    <a:pt x="1331" y="12423"/>
                  </a:cubicBezTo>
                  <a:cubicBezTo>
                    <a:pt x="992" y="12762"/>
                    <a:pt x="548" y="12971"/>
                    <a:pt x="79" y="12997"/>
                  </a:cubicBezTo>
                  <a:lnTo>
                    <a:pt x="26" y="12997"/>
                  </a:lnTo>
                  <a:lnTo>
                    <a:pt x="0" y="13023"/>
                  </a:lnTo>
                  <a:cubicBezTo>
                    <a:pt x="0" y="13023"/>
                    <a:pt x="0" y="13049"/>
                    <a:pt x="0" y="13049"/>
                  </a:cubicBezTo>
                  <a:lnTo>
                    <a:pt x="835" y="16755"/>
                  </a:lnTo>
                  <a:cubicBezTo>
                    <a:pt x="861" y="16859"/>
                    <a:pt x="888" y="16989"/>
                    <a:pt x="914" y="17120"/>
                  </a:cubicBezTo>
                  <a:cubicBezTo>
                    <a:pt x="966" y="17250"/>
                    <a:pt x="992" y="17407"/>
                    <a:pt x="1044" y="17537"/>
                  </a:cubicBezTo>
                  <a:cubicBezTo>
                    <a:pt x="1044" y="17590"/>
                    <a:pt x="1044" y="17642"/>
                    <a:pt x="1070" y="17694"/>
                  </a:cubicBezTo>
                  <a:cubicBezTo>
                    <a:pt x="1070" y="17694"/>
                    <a:pt x="1070" y="17720"/>
                    <a:pt x="1070" y="17720"/>
                  </a:cubicBezTo>
                  <a:lnTo>
                    <a:pt x="1122" y="17720"/>
                  </a:lnTo>
                  <a:cubicBezTo>
                    <a:pt x="1397" y="17659"/>
                    <a:pt x="1648" y="17614"/>
                    <a:pt x="1890" y="17614"/>
                  </a:cubicBezTo>
                  <a:cubicBezTo>
                    <a:pt x="2270" y="17614"/>
                    <a:pt x="2629" y="17725"/>
                    <a:pt x="3027" y="18059"/>
                  </a:cubicBezTo>
                  <a:cubicBezTo>
                    <a:pt x="3262" y="18242"/>
                    <a:pt x="3497" y="18477"/>
                    <a:pt x="3732" y="18712"/>
                  </a:cubicBezTo>
                  <a:cubicBezTo>
                    <a:pt x="4202" y="19155"/>
                    <a:pt x="4697" y="19573"/>
                    <a:pt x="5219" y="19912"/>
                  </a:cubicBezTo>
                  <a:cubicBezTo>
                    <a:pt x="5572" y="20133"/>
                    <a:pt x="5972" y="20213"/>
                    <a:pt x="6390" y="20213"/>
                  </a:cubicBezTo>
                  <a:cubicBezTo>
                    <a:pt x="6962" y="20213"/>
                    <a:pt x="7570" y="20063"/>
                    <a:pt x="8142" y="19912"/>
                  </a:cubicBezTo>
                  <a:cubicBezTo>
                    <a:pt x="8325" y="19886"/>
                    <a:pt x="8507" y="19834"/>
                    <a:pt x="8690" y="19782"/>
                  </a:cubicBezTo>
                  <a:cubicBezTo>
                    <a:pt x="10621" y="19390"/>
                    <a:pt x="12552" y="18973"/>
                    <a:pt x="14483" y="18555"/>
                  </a:cubicBezTo>
                  <a:lnTo>
                    <a:pt x="14483" y="18555"/>
                  </a:lnTo>
                  <a:cubicBezTo>
                    <a:pt x="13674" y="18633"/>
                    <a:pt x="12892" y="18686"/>
                    <a:pt x="12109" y="18764"/>
                  </a:cubicBezTo>
                  <a:cubicBezTo>
                    <a:pt x="10804" y="18868"/>
                    <a:pt x="9525" y="18973"/>
                    <a:pt x="8247" y="18999"/>
                  </a:cubicBezTo>
                  <a:cubicBezTo>
                    <a:pt x="7072" y="18999"/>
                    <a:pt x="6185" y="18894"/>
                    <a:pt x="5193" y="18242"/>
                  </a:cubicBezTo>
                  <a:cubicBezTo>
                    <a:pt x="3836" y="17381"/>
                    <a:pt x="2845" y="16076"/>
                    <a:pt x="2401" y="14562"/>
                  </a:cubicBezTo>
                  <a:cubicBezTo>
                    <a:pt x="2218" y="13884"/>
                    <a:pt x="2244" y="13153"/>
                    <a:pt x="2532" y="12501"/>
                  </a:cubicBezTo>
                  <a:cubicBezTo>
                    <a:pt x="2793" y="11692"/>
                    <a:pt x="3132" y="10909"/>
                    <a:pt x="3549" y="10178"/>
                  </a:cubicBezTo>
                  <a:cubicBezTo>
                    <a:pt x="4489" y="8691"/>
                    <a:pt x="6655" y="8560"/>
                    <a:pt x="8220" y="8143"/>
                  </a:cubicBezTo>
                  <a:cubicBezTo>
                    <a:pt x="8586" y="8065"/>
                    <a:pt x="8951" y="7986"/>
                    <a:pt x="9316" y="7908"/>
                  </a:cubicBezTo>
                  <a:cubicBezTo>
                    <a:pt x="17276" y="6133"/>
                    <a:pt x="25287" y="4489"/>
                    <a:pt x="33246" y="2793"/>
                  </a:cubicBezTo>
                  <a:lnTo>
                    <a:pt x="38022" y="1775"/>
                  </a:lnTo>
                  <a:lnTo>
                    <a:pt x="39405" y="1462"/>
                  </a:lnTo>
                  <a:cubicBezTo>
                    <a:pt x="40083" y="1280"/>
                    <a:pt x="40788" y="1123"/>
                    <a:pt x="41493" y="1019"/>
                  </a:cubicBezTo>
                  <a:lnTo>
                    <a:pt x="41284" y="27"/>
                  </a:lnTo>
                  <a:cubicBezTo>
                    <a:pt x="41284" y="27"/>
                    <a:pt x="41258" y="27"/>
                    <a:pt x="41258"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0"/>
            <p:cNvSpPr/>
            <p:nvPr/>
          </p:nvSpPr>
          <p:spPr>
            <a:xfrm rot="5239021">
              <a:off x="4505299" y="4091237"/>
              <a:ext cx="411860" cy="109026"/>
            </a:xfrm>
            <a:custGeom>
              <a:rect b="b" l="l" r="r" t="t"/>
              <a:pathLst>
                <a:path extrusionOk="0" h="2950" w="11144">
                  <a:moveTo>
                    <a:pt x="10987" y="1"/>
                  </a:moveTo>
                  <a:lnTo>
                    <a:pt x="27" y="2428"/>
                  </a:lnTo>
                  <a:cubicBezTo>
                    <a:pt x="1" y="2428"/>
                    <a:pt x="1" y="2454"/>
                    <a:pt x="1" y="2480"/>
                  </a:cubicBezTo>
                  <a:lnTo>
                    <a:pt x="105" y="2950"/>
                  </a:lnTo>
                  <a:cubicBezTo>
                    <a:pt x="2193" y="2506"/>
                    <a:pt x="4280" y="2036"/>
                    <a:pt x="6368" y="1567"/>
                  </a:cubicBezTo>
                  <a:cubicBezTo>
                    <a:pt x="7934" y="1201"/>
                    <a:pt x="9578" y="914"/>
                    <a:pt x="11144" y="497"/>
                  </a:cubicBezTo>
                  <a:lnTo>
                    <a:pt x="11039" y="27"/>
                  </a:lnTo>
                  <a:cubicBezTo>
                    <a:pt x="11039" y="1"/>
                    <a:pt x="11013" y="1"/>
                    <a:pt x="10987"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0"/>
            <p:cNvSpPr/>
            <p:nvPr/>
          </p:nvSpPr>
          <p:spPr>
            <a:xfrm rot="5239021">
              <a:off x="2982272" y="2448726"/>
              <a:ext cx="3134483" cy="924837"/>
            </a:xfrm>
            <a:custGeom>
              <a:rect b="b" l="l" r="r" t="t"/>
              <a:pathLst>
                <a:path extrusionOk="0" h="25024" w="84812">
                  <a:moveTo>
                    <a:pt x="80375" y="3658"/>
                  </a:moveTo>
                  <a:cubicBezTo>
                    <a:pt x="80714" y="5093"/>
                    <a:pt x="81028" y="6555"/>
                    <a:pt x="81367" y="8016"/>
                  </a:cubicBezTo>
                  <a:lnTo>
                    <a:pt x="70407" y="10443"/>
                  </a:lnTo>
                  <a:lnTo>
                    <a:pt x="69545" y="6529"/>
                  </a:lnTo>
                  <a:lnTo>
                    <a:pt x="69441" y="6085"/>
                  </a:lnTo>
                  <a:lnTo>
                    <a:pt x="80375" y="3658"/>
                  </a:lnTo>
                  <a:close/>
                  <a:moveTo>
                    <a:pt x="81419" y="8277"/>
                  </a:moveTo>
                  <a:lnTo>
                    <a:pt x="81576" y="9060"/>
                  </a:lnTo>
                  <a:lnTo>
                    <a:pt x="70615" y="11487"/>
                  </a:lnTo>
                  <a:lnTo>
                    <a:pt x="70433" y="10704"/>
                  </a:lnTo>
                  <a:lnTo>
                    <a:pt x="81419" y="8277"/>
                  </a:lnTo>
                  <a:close/>
                  <a:moveTo>
                    <a:pt x="81628" y="9321"/>
                  </a:moveTo>
                  <a:cubicBezTo>
                    <a:pt x="81706" y="9660"/>
                    <a:pt x="81784" y="9973"/>
                    <a:pt x="81863" y="10313"/>
                  </a:cubicBezTo>
                  <a:lnTo>
                    <a:pt x="70902" y="12740"/>
                  </a:lnTo>
                  <a:cubicBezTo>
                    <a:pt x="70824" y="12400"/>
                    <a:pt x="70746" y="12087"/>
                    <a:pt x="70668" y="11748"/>
                  </a:cubicBezTo>
                  <a:lnTo>
                    <a:pt x="81628" y="9321"/>
                  </a:lnTo>
                  <a:close/>
                  <a:moveTo>
                    <a:pt x="81048" y="301"/>
                  </a:moveTo>
                  <a:cubicBezTo>
                    <a:pt x="81408" y="301"/>
                    <a:pt x="81773" y="463"/>
                    <a:pt x="81941" y="788"/>
                  </a:cubicBezTo>
                  <a:cubicBezTo>
                    <a:pt x="82228" y="1310"/>
                    <a:pt x="82280" y="2119"/>
                    <a:pt x="82411" y="2693"/>
                  </a:cubicBezTo>
                  <a:cubicBezTo>
                    <a:pt x="82541" y="3345"/>
                    <a:pt x="82698" y="3997"/>
                    <a:pt x="82828" y="4650"/>
                  </a:cubicBezTo>
                  <a:cubicBezTo>
                    <a:pt x="83115" y="5981"/>
                    <a:pt x="83428" y="7286"/>
                    <a:pt x="83715" y="8590"/>
                  </a:cubicBezTo>
                  <a:cubicBezTo>
                    <a:pt x="83846" y="9243"/>
                    <a:pt x="84003" y="9895"/>
                    <a:pt x="84133" y="10547"/>
                  </a:cubicBezTo>
                  <a:cubicBezTo>
                    <a:pt x="84263" y="11122"/>
                    <a:pt x="84524" y="11774"/>
                    <a:pt x="84498" y="12348"/>
                  </a:cubicBezTo>
                  <a:cubicBezTo>
                    <a:pt x="84458" y="12874"/>
                    <a:pt x="84020" y="13129"/>
                    <a:pt x="83573" y="13129"/>
                  </a:cubicBezTo>
                  <a:cubicBezTo>
                    <a:pt x="83157" y="13129"/>
                    <a:pt x="82733" y="12907"/>
                    <a:pt x="82619" y="12479"/>
                  </a:cubicBezTo>
                  <a:lnTo>
                    <a:pt x="80949" y="4963"/>
                  </a:lnTo>
                  <a:cubicBezTo>
                    <a:pt x="80819" y="4311"/>
                    <a:pt x="80662" y="3684"/>
                    <a:pt x="80532" y="3032"/>
                  </a:cubicBezTo>
                  <a:cubicBezTo>
                    <a:pt x="80349" y="2406"/>
                    <a:pt x="80193" y="1779"/>
                    <a:pt x="80114" y="1153"/>
                  </a:cubicBezTo>
                  <a:cubicBezTo>
                    <a:pt x="80099" y="587"/>
                    <a:pt x="80569" y="301"/>
                    <a:pt x="81048" y="301"/>
                  </a:cubicBezTo>
                  <a:close/>
                  <a:moveTo>
                    <a:pt x="67325" y="1378"/>
                  </a:moveTo>
                  <a:cubicBezTo>
                    <a:pt x="67533" y="1378"/>
                    <a:pt x="67738" y="1425"/>
                    <a:pt x="67901" y="1518"/>
                  </a:cubicBezTo>
                  <a:cubicBezTo>
                    <a:pt x="68423" y="1805"/>
                    <a:pt x="68423" y="2745"/>
                    <a:pt x="68554" y="3267"/>
                  </a:cubicBezTo>
                  <a:cubicBezTo>
                    <a:pt x="68710" y="3997"/>
                    <a:pt x="68867" y="4728"/>
                    <a:pt x="69024" y="5459"/>
                  </a:cubicBezTo>
                  <a:lnTo>
                    <a:pt x="70093" y="10234"/>
                  </a:lnTo>
                  <a:lnTo>
                    <a:pt x="71111" y="14827"/>
                  </a:lnTo>
                  <a:cubicBezTo>
                    <a:pt x="71242" y="15427"/>
                    <a:pt x="71372" y="16054"/>
                    <a:pt x="71503" y="16654"/>
                  </a:cubicBezTo>
                  <a:cubicBezTo>
                    <a:pt x="71725" y="17347"/>
                    <a:pt x="71220" y="18017"/>
                    <a:pt x="70521" y="18017"/>
                  </a:cubicBezTo>
                  <a:cubicBezTo>
                    <a:pt x="70484" y="18017"/>
                    <a:pt x="70445" y="18015"/>
                    <a:pt x="70407" y="18011"/>
                  </a:cubicBezTo>
                  <a:cubicBezTo>
                    <a:pt x="69989" y="17985"/>
                    <a:pt x="69650" y="17698"/>
                    <a:pt x="69572" y="17280"/>
                  </a:cubicBezTo>
                  <a:cubicBezTo>
                    <a:pt x="68919" y="14331"/>
                    <a:pt x="68267" y="11409"/>
                    <a:pt x="67614" y="8460"/>
                  </a:cubicBezTo>
                  <a:cubicBezTo>
                    <a:pt x="67301" y="6946"/>
                    <a:pt x="66962" y="5459"/>
                    <a:pt x="66649" y="3971"/>
                  </a:cubicBezTo>
                  <a:cubicBezTo>
                    <a:pt x="66518" y="3397"/>
                    <a:pt x="66257" y="2745"/>
                    <a:pt x="66283" y="2171"/>
                  </a:cubicBezTo>
                  <a:cubicBezTo>
                    <a:pt x="66320" y="1639"/>
                    <a:pt x="66833" y="1378"/>
                    <a:pt x="67325" y="1378"/>
                  </a:cubicBezTo>
                  <a:close/>
                  <a:moveTo>
                    <a:pt x="19546" y="19785"/>
                  </a:moveTo>
                  <a:cubicBezTo>
                    <a:pt x="19572" y="20020"/>
                    <a:pt x="19624" y="20229"/>
                    <a:pt x="19650" y="20438"/>
                  </a:cubicBezTo>
                  <a:cubicBezTo>
                    <a:pt x="19702" y="20751"/>
                    <a:pt x="19781" y="21064"/>
                    <a:pt x="19885" y="21377"/>
                  </a:cubicBezTo>
                  <a:lnTo>
                    <a:pt x="18711" y="21508"/>
                  </a:lnTo>
                  <a:cubicBezTo>
                    <a:pt x="18580" y="21522"/>
                    <a:pt x="18409" y="21561"/>
                    <a:pt x="18251" y="21561"/>
                  </a:cubicBezTo>
                  <a:cubicBezTo>
                    <a:pt x="18126" y="21561"/>
                    <a:pt x="18009" y="21537"/>
                    <a:pt x="17928" y="21456"/>
                  </a:cubicBezTo>
                  <a:cubicBezTo>
                    <a:pt x="17824" y="21351"/>
                    <a:pt x="17745" y="21195"/>
                    <a:pt x="17745" y="21012"/>
                  </a:cubicBezTo>
                  <a:cubicBezTo>
                    <a:pt x="17693" y="20855"/>
                    <a:pt x="17693" y="20673"/>
                    <a:pt x="17745" y="20516"/>
                  </a:cubicBezTo>
                  <a:cubicBezTo>
                    <a:pt x="17797" y="20307"/>
                    <a:pt x="18163" y="20255"/>
                    <a:pt x="18345" y="20203"/>
                  </a:cubicBezTo>
                  <a:lnTo>
                    <a:pt x="19546" y="19785"/>
                  </a:lnTo>
                  <a:close/>
                  <a:moveTo>
                    <a:pt x="23591" y="17489"/>
                  </a:moveTo>
                  <a:cubicBezTo>
                    <a:pt x="23643" y="17724"/>
                    <a:pt x="23721" y="17985"/>
                    <a:pt x="23773" y="18220"/>
                  </a:cubicBezTo>
                  <a:cubicBezTo>
                    <a:pt x="23852" y="18611"/>
                    <a:pt x="23956" y="19003"/>
                    <a:pt x="24034" y="19394"/>
                  </a:cubicBezTo>
                  <a:cubicBezTo>
                    <a:pt x="24217" y="20177"/>
                    <a:pt x="24374" y="20960"/>
                    <a:pt x="24556" y="21743"/>
                  </a:cubicBezTo>
                  <a:cubicBezTo>
                    <a:pt x="23591" y="21743"/>
                    <a:pt x="22625" y="21769"/>
                    <a:pt x="21660" y="21769"/>
                  </a:cubicBezTo>
                  <a:lnTo>
                    <a:pt x="21634" y="21795"/>
                  </a:lnTo>
                  <a:cubicBezTo>
                    <a:pt x="21433" y="21795"/>
                    <a:pt x="21185" y="21832"/>
                    <a:pt x="20949" y="21832"/>
                  </a:cubicBezTo>
                  <a:cubicBezTo>
                    <a:pt x="20662" y="21832"/>
                    <a:pt x="20394" y="21777"/>
                    <a:pt x="20250" y="21534"/>
                  </a:cubicBezTo>
                  <a:cubicBezTo>
                    <a:pt x="20094" y="21221"/>
                    <a:pt x="19989" y="20881"/>
                    <a:pt x="19937" y="20516"/>
                  </a:cubicBezTo>
                  <a:cubicBezTo>
                    <a:pt x="19859" y="20177"/>
                    <a:pt x="19833" y="19838"/>
                    <a:pt x="19833" y="19472"/>
                  </a:cubicBezTo>
                  <a:cubicBezTo>
                    <a:pt x="19833" y="19003"/>
                    <a:pt x="20511" y="18872"/>
                    <a:pt x="20877" y="18689"/>
                  </a:cubicBezTo>
                  <a:cubicBezTo>
                    <a:pt x="21790" y="18272"/>
                    <a:pt x="22677" y="17880"/>
                    <a:pt x="23591" y="17489"/>
                  </a:cubicBezTo>
                  <a:close/>
                  <a:moveTo>
                    <a:pt x="24338" y="16454"/>
                  </a:moveTo>
                  <a:cubicBezTo>
                    <a:pt x="24570" y="16454"/>
                    <a:pt x="24802" y="16609"/>
                    <a:pt x="24869" y="16863"/>
                  </a:cubicBezTo>
                  <a:cubicBezTo>
                    <a:pt x="25183" y="17828"/>
                    <a:pt x="25313" y="18846"/>
                    <a:pt x="25522" y="19838"/>
                  </a:cubicBezTo>
                  <a:lnTo>
                    <a:pt x="25861" y="21299"/>
                  </a:lnTo>
                  <a:cubicBezTo>
                    <a:pt x="25913" y="21638"/>
                    <a:pt x="26070" y="21977"/>
                    <a:pt x="25783" y="22265"/>
                  </a:cubicBezTo>
                  <a:cubicBezTo>
                    <a:pt x="25677" y="22371"/>
                    <a:pt x="25542" y="22420"/>
                    <a:pt x="25410" y="22420"/>
                  </a:cubicBezTo>
                  <a:cubicBezTo>
                    <a:pt x="25183" y="22420"/>
                    <a:pt x="24961" y="22277"/>
                    <a:pt x="24895" y="22030"/>
                  </a:cubicBezTo>
                  <a:lnTo>
                    <a:pt x="24243" y="19029"/>
                  </a:lnTo>
                  <a:cubicBezTo>
                    <a:pt x="24113" y="18533"/>
                    <a:pt x="24008" y="18037"/>
                    <a:pt x="23904" y="17541"/>
                  </a:cubicBezTo>
                  <a:cubicBezTo>
                    <a:pt x="23904" y="17463"/>
                    <a:pt x="23878" y="17385"/>
                    <a:pt x="23852" y="17306"/>
                  </a:cubicBezTo>
                  <a:cubicBezTo>
                    <a:pt x="23852" y="17280"/>
                    <a:pt x="23852" y="17254"/>
                    <a:pt x="23852" y="17254"/>
                  </a:cubicBezTo>
                  <a:cubicBezTo>
                    <a:pt x="23747" y="17019"/>
                    <a:pt x="23799" y="16758"/>
                    <a:pt x="23982" y="16602"/>
                  </a:cubicBezTo>
                  <a:cubicBezTo>
                    <a:pt x="24083" y="16500"/>
                    <a:pt x="24211" y="16454"/>
                    <a:pt x="24338" y="16454"/>
                  </a:cubicBezTo>
                  <a:close/>
                  <a:moveTo>
                    <a:pt x="66336" y="3919"/>
                  </a:moveTo>
                  <a:cubicBezTo>
                    <a:pt x="66597" y="5120"/>
                    <a:pt x="66884" y="6320"/>
                    <a:pt x="67145" y="7546"/>
                  </a:cubicBezTo>
                  <a:lnTo>
                    <a:pt x="69024" y="16002"/>
                  </a:lnTo>
                  <a:cubicBezTo>
                    <a:pt x="59681" y="17828"/>
                    <a:pt x="50417" y="20020"/>
                    <a:pt x="41127" y="22056"/>
                  </a:cubicBezTo>
                  <a:lnTo>
                    <a:pt x="41127" y="22082"/>
                  </a:lnTo>
                  <a:cubicBezTo>
                    <a:pt x="38674" y="22604"/>
                    <a:pt x="36221" y="23152"/>
                    <a:pt x="33794" y="23674"/>
                  </a:cubicBezTo>
                  <a:cubicBezTo>
                    <a:pt x="33100" y="23809"/>
                    <a:pt x="32274" y="24076"/>
                    <a:pt x="31509" y="24076"/>
                  </a:cubicBezTo>
                  <a:cubicBezTo>
                    <a:pt x="31094" y="24076"/>
                    <a:pt x="30698" y="23998"/>
                    <a:pt x="30350" y="23778"/>
                  </a:cubicBezTo>
                  <a:cubicBezTo>
                    <a:pt x="29541" y="23308"/>
                    <a:pt x="28862" y="22526"/>
                    <a:pt x="28157" y="21925"/>
                  </a:cubicBezTo>
                  <a:cubicBezTo>
                    <a:pt x="27759" y="21591"/>
                    <a:pt x="27400" y="21480"/>
                    <a:pt x="27008" y="21480"/>
                  </a:cubicBezTo>
                  <a:cubicBezTo>
                    <a:pt x="26758" y="21480"/>
                    <a:pt x="26495" y="21525"/>
                    <a:pt x="26200" y="21586"/>
                  </a:cubicBezTo>
                  <a:cubicBezTo>
                    <a:pt x="26148" y="21247"/>
                    <a:pt x="26018" y="20934"/>
                    <a:pt x="25939" y="20647"/>
                  </a:cubicBezTo>
                  <a:lnTo>
                    <a:pt x="25704" y="19498"/>
                  </a:lnTo>
                  <a:cubicBezTo>
                    <a:pt x="25522" y="18637"/>
                    <a:pt x="25313" y="17802"/>
                    <a:pt x="25130" y="16941"/>
                  </a:cubicBezTo>
                  <a:cubicBezTo>
                    <a:pt x="25626" y="16837"/>
                    <a:pt x="26122" y="16732"/>
                    <a:pt x="26461" y="16341"/>
                  </a:cubicBezTo>
                  <a:cubicBezTo>
                    <a:pt x="26905" y="15845"/>
                    <a:pt x="27140" y="15036"/>
                    <a:pt x="27401" y="14462"/>
                  </a:cubicBezTo>
                  <a:cubicBezTo>
                    <a:pt x="27662" y="13862"/>
                    <a:pt x="27844" y="13209"/>
                    <a:pt x="28340" y="12792"/>
                  </a:cubicBezTo>
                  <a:cubicBezTo>
                    <a:pt x="28810" y="12374"/>
                    <a:pt x="29462" y="12244"/>
                    <a:pt x="30062" y="12113"/>
                  </a:cubicBezTo>
                  <a:cubicBezTo>
                    <a:pt x="31524" y="11748"/>
                    <a:pt x="33011" y="11409"/>
                    <a:pt x="34499" y="11096"/>
                  </a:cubicBezTo>
                  <a:cubicBezTo>
                    <a:pt x="39353" y="9999"/>
                    <a:pt x="44232" y="8930"/>
                    <a:pt x="49086" y="7834"/>
                  </a:cubicBezTo>
                  <a:cubicBezTo>
                    <a:pt x="54853" y="6555"/>
                    <a:pt x="60621" y="5302"/>
                    <a:pt x="66336" y="3919"/>
                  </a:cubicBezTo>
                  <a:close/>
                  <a:moveTo>
                    <a:pt x="17458" y="20934"/>
                  </a:moveTo>
                  <a:lnTo>
                    <a:pt x="17458" y="20986"/>
                  </a:lnTo>
                  <a:cubicBezTo>
                    <a:pt x="17484" y="21064"/>
                    <a:pt x="17484" y="21142"/>
                    <a:pt x="17510" y="21195"/>
                  </a:cubicBezTo>
                  <a:lnTo>
                    <a:pt x="1670" y="24718"/>
                  </a:lnTo>
                  <a:cubicBezTo>
                    <a:pt x="1517" y="24750"/>
                    <a:pt x="1364" y="24765"/>
                    <a:pt x="1213" y="24765"/>
                  </a:cubicBezTo>
                  <a:cubicBezTo>
                    <a:pt x="1003" y="24765"/>
                    <a:pt x="797" y="24737"/>
                    <a:pt x="600" y="24691"/>
                  </a:cubicBezTo>
                  <a:lnTo>
                    <a:pt x="17458" y="20934"/>
                  </a:lnTo>
                  <a:close/>
                  <a:moveTo>
                    <a:pt x="81084" y="1"/>
                  </a:moveTo>
                  <a:cubicBezTo>
                    <a:pt x="80962" y="1"/>
                    <a:pt x="80838" y="19"/>
                    <a:pt x="80714" y="57"/>
                  </a:cubicBezTo>
                  <a:cubicBezTo>
                    <a:pt x="79801" y="292"/>
                    <a:pt x="79827" y="1153"/>
                    <a:pt x="79984" y="1884"/>
                  </a:cubicBezTo>
                  <a:lnTo>
                    <a:pt x="80323" y="3397"/>
                  </a:lnTo>
                  <a:lnTo>
                    <a:pt x="69363" y="5824"/>
                  </a:lnTo>
                  <a:lnTo>
                    <a:pt x="68580" y="2327"/>
                  </a:lnTo>
                  <a:cubicBezTo>
                    <a:pt x="68430" y="1619"/>
                    <a:pt x="67997" y="1104"/>
                    <a:pt x="67324" y="1104"/>
                  </a:cubicBezTo>
                  <a:cubicBezTo>
                    <a:pt x="67180" y="1104"/>
                    <a:pt x="67024" y="1128"/>
                    <a:pt x="66858" y="1179"/>
                  </a:cubicBezTo>
                  <a:cubicBezTo>
                    <a:pt x="65840" y="1466"/>
                    <a:pt x="66023" y="2458"/>
                    <a:pt x="66205" y="3267"/>
                  </a:cubicBezTo>
                  <a:lnTo>
                    <a:pt x="66310" y="3658"/>
                  </a:lnTo>
                  <a:cubicBezTo>
                    <a:pt x="57072" y="5955"/>
                    <a:pt x="47729" y="7860"/>
                    <a:pt x="38439" y="9947"/>
                  </a:cubicBezTo>
                  <a:cubicBezTo>
                    <a:pt x="36012" y="10469"/>
                    <a:pt x="33559" y="11017"/>
                    <a:pt x="31132" y="11591"/>
                  </a:cubicBezTo>
                  <a:cubicBezTo>
                    <a:pt x="30141" y="11826"/>
                    <a:pt x="28993" y="11957"/>
                    <a:pt x="28184" y="12609"/>
                  </a:cubicBezTo>
                  <a:cubicBezTo>
                    <a:pt x="27662" y="13001"/>
                    <a:pt x="27427" y="13783"/>
                    <a:pt x="27166" y="14357"/>
                  </a:cubicBezTo>
                  <a:cubicBezTo>
                    <a:pt x="26957" y="14879"/>
                    <a:pt x="26722" y="15375"/>
                    <a:pt x="26487" y="15871"/>
                  </a:cubicBezTo>
                  <a:cubicBezTo>
                    <a:pt x="26174" y="16445"/>
                    <a:pt x="25652" y="16550"/>
                    <a:pt x="25078" y="16680"/>
                  </a:cubicBezTo>
                  <a:cubicBezTo>
                    <a:pt x="24957" y="16360"/>
                    <a:pt x="24667" y="16212"/>
                    <a:pt x="24371" y="16212"/>
                  </a:cubicBezTo>
                  <a:cubicBezTo>
                    <a:pt x="23968" y="16212"/>
                    <a:pt x="23554" y="16486"/>
                    <a:pt x="23539" y="16967"/>
                  </a:cubicBezTo>
                  <a:cubicBezTo>
                    <a:pt x="23539" y="17045"/>
                    <a:pt x="23539" y="17124"/>
                    <a:pt x="23539" y="17228"/>
                  </a:cubicBezTo>
                  <a:cubicBezTo>
                    <a:pt x="22364" y="17750"/>
                    <a:pt x="21164" y="18272"/>
                    <a:pt x="19989" y="18820"/>
                  </a:cubicBezTo>
                  <a:cubicBezTo>
                    <a:pt x="19729" y="18950"/>
                    <a:pt x="19546" y="19211"/>
                    <a:pt x="19546" y="19524"/>
                  </a:cubicBezTo>
                  <a:cubicBezTo>
                    <a:pt x="18920" y="19681"/>
                    <a:pt x="18319" y="19890"/>
                    <a:pt x="17719" y="20125"/>
                  </a:cubicBezTo>
                  <a:cubicBezTo>
                    <a:pt x="17536" y="20255"/>
                    <a:pt x="17432" y="20464"/>
                    <a:pt x="17458" y="20673"/>
                  </a:cubicBezTo>
                  <a:lnTo>
                    <a:pt x="131" y="24509"/>
                  </a:lnTo>
                  <a:cubicBezTo>
                    <a:pt x="26" y="24535"/>
                    <a:pt x="0" y="24691"/>
                    <a:pt x="104" y="24744"/>
                  </a:cubicBezTo>
                  <a:cubicBezTo>
                    <a:pt x="459" y="24930"/>
                    <a:pt x="853" y="25023"/>
                    <a:pt x="1249" y="25023"/>
                  </a:cubicBezTo>
                  <a:cubicBezTo>
                    <a:pt x="1407" y="25023"/>
                    <a:pt x="1566" y="25008"/>
                    <a:pt x="1722" y="24979"/>
                  </a:cubicBezTo>
                  <a:lnTo>
                    <a:pt x="17615" y="21456"/>
                  </a:lnTo>
                  <a:cubicBezTo>
                    <a:pt x="17667" y="21638"/>
                    <a:pt x="17850" y="21769"/>
                    <a:pt x="18032" y="21821"/>
                  </a:cubicBezTo>
                  <a:cubicBezTo>
                    <a:pt x="18345" y="21821"/>
                    <a:pt x="18685" y="21795"/>
                    <a:pt x="18998" y="21717"/>
                  </a:cubicBezTo>
                  <a:cubicBezTo>
                    <a:pt x="19337" y="21690"/>
                    <a:pt x="19650" y="21664"/>
                    <a:pt x="19989" y="21612"/>
                  </a:cubicBezTo>
                  <a:cubicBezTo>
                    <a:pt x="20068" y="21821"/>
                    <a:pt x="20250" y="21977"/>
                    <a:pt x="20459" y="22056"/>
                  </a:cubicBezTo>
                  <a:cubicBezTo>
                    <a:pt x="20798" y="22082"/>
                    <a:pt x="21144" y="22095"/>
                    <a:pt x="21493" y="22095"/>
                  </a:cubicBezTo>
                  <a:cubicBezTo>
                    <a:pt x="21842" y="22095"/>
                    <a:pt x="22195" y="22082"/>
                    <a:pt x="22547" y="22056"/>
                  </a:cubicBezTo>
                  <a:cubicBezTo>
                    <a:pt x="23225" y="22056"/>
                    <a:pt x="23930" y="22030"/>
                    <a:pt x="24635" y="22030"/>
                  </a:cubicBezTo>
                  <a:cubicBezTo>
                    <a:pt x="24635" y="22056"/>
                    <a:pt x="24635" y="22082"/>
                    <a:pt x="24635" y="22108"/>
                  </a:cubicBezTo>
                  <a:cubicBezTo>
                    <a:pt x="24750" y="22488"/>
                    <a:pt x="25064" y="22665"/>
                    <a:pt x="25381" y="22665"/>
                  </a:cubicBezTo>
                  <a:cubicBezTo>
                    <a:pt x="25781" y="22665"/>
                    <a:pt x="26186" y="22383"/>
                    <a:pt x="26200" y="21873"/>
                  </a:cubicBezTo>
                  <a:lnTo>
                    <a:pt x="26200" y="21847"/>
                  </a:lnTo>
                  <a:cubicBezTo>
                    <a:pt x="26513" y="21769"/>
                    <a:pt x="26827" y="21717"/>
                    <a:pt x="27140" y="21717"/>
                  </a:cubicBezTo>
                  <a:cubicBezTo>
                    <a:pt x="27609" y="21717"/>
                    <a:pt x="28001" y="22134"/>
                    <a:pt x="28314" y="22421"/>
                  </a:cubicBezTo>
                  <a:cubicBezTo>
                    <a:pt x="28888" y="22891"/>
                    <a:pt x="29436" y="23387"/>
                    <a:pt x="30010" y="23882"/>
                  </a:cubicBezTo>
                  <a:cubicBezTo>
                    <a:pt x="30421" y="24211"/>
                    <a:pt x="30889" y="24317"/>
                    <a:pt x="31378" y="24317"/>
                  </a:cubicBezTo>
                  <a:cubicBezTo>
                    <a:pt x="31820" y="24317"/>
                    <a:pt x="32278" y="24230"/>
                    <a:pt x="32724" y="24143"/>
                  </a:cubicBezTo>
                  <a:cubicBezTo>
                    <a:pt x="34212" y="23856"/>
                    <a:pt x="35699" y="23517"/>
                    <a:pt x="37187" y="23204"/>
                  </a:cubicBezTo>
                  <a:cubicBezTo>
                    <a:pt x="42040" y="22134"/>
                    <a:pt x="46920" y="21064"/>
                    <a:pt x="51774" y="19968"/>
                  </a:cubicBezTo>
                  <a:cubicBezTo>
                    <a:pt x="57541" y="18716"/>
                    <a:pt x="63282" y="17385"/>
                    <a:pt x="69076" y="16262"/>
                  </a:cubicBezTo>
                  <a:lnTo>
                    <a:pt x="69311" y="17359"/>
                  </a:lnTo>
                  <a:cubicBezTo>
                    <a:pt x="69479" y="17956"/>
                    <a:pt x="69927" y="18260"/>
                    <a:pt x="70456" y="18260"/>
                  </a:cubicBezTo>
                  <a:cubicBezTo>
                    <a:pt x="70666" y="18260"/>
                    <a:pt x="70889" y="18212"/>
                    <a:pt x="71111" y="18115"/>
                  </a:cubicBezTo>
                  <a:cubicBezTo>
                    <a:pt x="72129" y="17698"/>
                    <a:pt x="71737" y="16550"/>
                    <a:pt x="71555" y="15741"/>
                  </a:cubicBezTo>
                  <a:cubicBezTo>
                    <a:pt x="71346" y="14827"/>
                    <a:pt x="71163" y="13914"/>
                    <a:pt x="70955" y="13001"/>
                  </a:cubicBezTo>
                  <a:lnTo>
                    <a:pt x="81915" y="10547"/>
                  </a:lnTo>
                  <a:lnTo>
                    <a:pt x="82358" y="12531"/>
                  </a:lnTo>
                  <a:cubicBezTo>
                    <a:pt x="82491" y="13082"/>
                    <a:pt x="82958" y="13428"/>
                    <a:pt x="83493" y="13428"/>
                  </a:cubicBezTo>
                  <a:cubicBezTo>
                    <a:pt x="83592" y="13428"/>
                    <a:pt x="83692" y="13416"/>
                    <a:pt x="83794" y="13392"/>
                  </a:cubicBezTo>
                  <a:cubicBezTo>
                    <a:pt x="84629" y="13209"/>
                    <a:pt x="84811" y="12452"/>
                    <a:pt x="84655" y="11722"/>
                  </a:cubicBezTo>
                  <a:lnTo>
                    <a:pt x="82280" y="944"/>
                  </a:lnTo>
                  <a:cubicBezTo>
                    <a:pt x="82131" y="368"/>
                    <a:pt x="81632" y="1"/>
                    <a:pt x="810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0"/>
            <p:cNvSpPr/>
            <p:nvPr/>
          </p:nvSpPr>
          <p:spPr>
            <a:xfrm rot="5239021">
              <a:off x="4608253" y="3585241"/>
              <a:ext cx="111909" cy="338535"/>
            </a:xfrm>
            <a:custGeom>
              <a:rect b="b" l="l" r="r" t="t"/>
              <a:pathLst>
                <a:path extrusionOk="0" h="9160" w="3028">
                  <a:moveTo>
                    <a:pt x="630" y="260"/>
                  </a:moveTo>
                  <a:cubicBezTo>
                    <a:pt x="779" y="260"/>
                    <a:pt x="867" y="442"/>
                    <a:pt x="914" y="582"/>
                  </a:cubicBezTo>
                  <a:cubicBezTo>
                    <a:pt x="1488" y="3217"/>
                    <a:pt x="2062" y="5827"/>
                    <a:pt x="2662" y="8462"/>
                  </a:cubicBezTo>
                  <a:cubicBezTo>
                    <a:pt x="2688" y="8645"/>
                    <a:pt x="2688" y="8802"/>
                    <a:pt x="2480" y="8854"/>
                  </a:cubicBezTo>
                  <a:cubicBezTo>
                    <a:pt x="2445" y="8875"/>
                    <a:pt x="2406" y="8885"/>
                    <a:pt x="2367" y="8885"/>
                  </a:cubicBezTo>
                  <a:cubicBezTo>
                    <a:pt x="2261" y="8885"/>
                    <a:pt x="2152" y="8812"/>
                    <a:pt x="2114" y="8697"/>
                  </a:cubicBezTo>
                  <a:lnTo>
                    <a:pt x="2140" y="8697"/>
                  </a:lnTo>
                  <a:lnTo>
                    <a:pt x="314" y="582"/>
                  </a:lnTo>
                  <a:cubicBezTo>
                    <a:pt x="288" y="399"/>
                    <a:pt x="418" y="294"/>
                    <a:pt x="575" y="268"/>
                  </a:cubicBezTo>
                  <a:cubicBezTo>
                    <a:pt x="594" y="263"/>
                    <a:pt x="613" y="260"/>
                    <a:pt x="630" y="260"/>
                  </a:cubicBezTo>
                  <a:close/>
                  <a:moveTo>
                    <a:pt x="605" y="1"/>
                  </a:moveTo>
                  <a:cubicBezTo>
                    <a:pt x="578" y="1"/>
                    <a:pt x="550" y="3"/>
                    <a:pt x="522" y="7"/>
                  </a:cubicBezTo>
                  <a:cubicBezTo>
                    <a:pt x="235" y="34"/>
                    <a:pt x="0" y="347"/>
                    <a:pt x="79" y="634"/>
                  </a:cubicBezTo>
                  <a:cubicBezTo>
                    <a:pt x="679" y="3348"/>
                    <a:pt x="1279" y="6062"/>
                    <a:pt x="1879" y="8750"/>
                  </a:cubicBezTo>
                  <a:cubicBezTo>
                    <a:pt x="1923" y="8991"/>
                    <a:pt x="2153" y="9159"/>
                    <a:pt x="2395" y="9159"/>
                  </a:cubicBezTo>
                  <a:cubicBezTo>
                    <a:pt x="2441" y="9159"/>
                    <a:pt x="2487" y="9153"/>
                    <a:pt x="2532" y="9141"/>
                  </a:cubicBezTo>
                  <a:cubicBezTo>
                    <a:pt x="2845" y="9063"/>
                    <a:pt x="3028" y="8723"/>
                    <a:pt x="2923" y="8436"/>
                  </a:cubicBezTo>
                  <a:cubicBezTo>
                    <a:pt x="2323" y="5801"/>
                    <a:pt x="1749" y="3165"/>
                    <a:pt x="1175" y="555"/>
                  </a:cubicBezTo>
                  <a:cubicBezTo>
                    <a:pt x="1149" y="373"/>
                    <a:pt x="1070" y="216"/>
                    <a:pt x="940" y="112"/>
                  </a:cubicBezTo>
                  <a:cubicBezTo>
                    <a:pt x="854" y="47"/>
                    <a:pt x="733" y="1"/>
                    <a:pt x="6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0"/>
            <p:cNvSpPr/>
            <p:nvPr/>
          </p:nvSpPr>
          <p:spPr>
            <a:xfrm rot="5239021">
              <a:off x="4692373" y="3563913"/>
              <a:ext cx="70442" cy="165757"/>
            </a:xfrm>
            <a:custGeom>
              <a:rect b="b" l="l" r="r" t="t"/>
              <a:pathLst>
                <a:path extrusionOk="0" h="4485" w="1906">
                  <a:moveTo>
                    <a:pt x="575" y="266"/>
                  </a:moveTo>
                  <a:cubicBezTo>
                    <a:pt x="737" y="266"/>
                    <a:pt x="839" y="405"/>
                    <a:pt x="861" y="563"/>
                  </a:cubicBezTo>
                  <a:cubicBezTo>
                    <a:pt x="1096" y="1633"/>
                    <a:pt x="1357" y="2703"/>
                    <a:pt x="1592" y="3773"/>
                  </a:cubicBezTo>
                  <a:cubicBezTo>
                    <a:pt x="1618" y="3982"/>
                    <a:pt x="1618" y="4138"/>
                    <a:pt x="1409" y="4191"/>
                  </a:cubicBezTo>
                  <a:cubicBezTo>
                    <a:pt x="1371" y="4205"/>
                    <a:pt x="1336" y="4211"/>
                    <a:pt x="1303" y="4211"/>
                  </a:cubicBezTo>
                  <a:cubicBezTo>
                    <a:pt x="1156" y="4211"/>
                    <a:pt x="1061" y="4079"/>
                    <a:pt x="1018" y="3930"/>
                  </a:cubicBezTo>
                  <a:lnTo>
                    <a:pt x="313" y="720"/>
                  </a:lnTo>
                  <a:cubicBezTo>
                    <a:pt x="287" y="537"/>
                    <a:pt x="261" y="354"/>
                    <a:pt x="496" y="302"/>
                  </a:cubicBezTo>
                  <a:lnTo>
                    <a:pt x="496" y="276"/>
                  </a:lnTo>
                  <a:cubicBezTo>
                    <a:pt x="524" y="269"/>
                    <a:pt x="550" y="266"/>
                    <a:pt x="575" y="266"/>
                  </a:cubicBezTo>
                  <a:close/>
                  <a:moveTo>
                    <a:pt x="566" y="0"/>
                  </a:moveTo>
                  <a:cubicBezTo>
                    <a:pt x="526" y="0"/>
                    <a:pt x="485" y="5"/>
                    <a:pt x="444" y="15"/>
                  </a:cubicBezTo>
                  <a:cubicBezTo>
                    <a:pt x="287" y="67"/>
                    <a:pt x="183" y="146"/>
                    <a:pt x="78" y="250"/>
                  </a:cubicBezTo>
                  <a:cubicBezTo>
                    <a:pt x="0" y="433"/>
                    <a:pt x="0" y="615"/>
                    <a:pt x="52" y="798"/>
                  </a:cubicBezTo>
                  <a:cubicBezTo>
                    <a:pt x="287" y="1868"/>
                    <a:pt x="548" y="2912"/>
                    <a:pt x="783" y="3982"/>
                  </a:cubicBezTo>
                  <a:cubicBezTo>
                    <a:pt x="807" y="4265"/>
                    <a:pt x="1044" y="4485"/>
                    <a:pt x="1341" y="4485"/>
                  </a:cubicBezTo>
                  <a:cubicBezTo>
                    <a:pt x="1372" y="4485"/>
                    <a:pt x="1403" y="4483"/>
                    <a:pt x="1435" y="4478"/>
                  </a:cubicBezTo>
                  <a:cubicBezTo>
                    <a:pt x="1566" y="4425"/>
                    <a:pt x="1696" y="4347"/>
                    <a:pt x="1775" y="4243"/>
                  </a:cubicBezTo>
                  <a:cubicBezTo>
                    <a:pt x="1879" y="4086"/>
                    <a:pt x="1905" y="3904"/>
                    <a:pt x="1827" y="3721"/>
                  </a:cubicBezTo>
                  <a:lnTo>
                    <a:pt x="1122" y="511"/>
                  </a:lnTo>
                  <a:cubicBezTo>
                    <a:pt x="1077" y="216"/>
                    <a:pt x="834" y="0"/>
                    <a:pt x="5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0"/>
            <p:cNvSpPr/>
            <p:nvPr/>
          </p:nvSpPr>
          <p:spPr>
            <a:xfrm rot="5239021">
              <a:off x="4669134" y="3480011"/>
              <a:ext cx="70442" cy="165757"/>
            </a:xfrm>
            <a:custGeom>
              <a:rect b="b" l="l" r="r" t="t"/>
              <a:pathLst>
                <a:path extrusionOk="0" h="4485" w="1906">
                  <a:moveTo>
                    <a:pt x="591" y="266"/>
                  </a:moveTo>
                  <a:cubicBezTo>
                    <a:pt x="778" y="266"/>
                    <a:pt x="843" y="405"/>
                    <a:pt x="888" y="563"/>
                  </a:cubicBezTo>
                  <a:lnTo>
                    <a:pt x="1593" y="3773"/>
                  </a:lnTo>
                  <a:cubicBezTo>
                    <a:pt x="1645" y="3982"/>
                    <a:pt x="1619" y="4138"/>
                    <a:pt x="1410" y="4191"/>
                  </a:cubicBezTo>
                  <a:cubicBezTo>
                    <a:pt x="1372" y="4205"/>
                    <a:pt x="1337" y="4211"/>
                    <a:pt x="1304" y="4211"/>
                  </a:cubicBezTo>
                  <a:cubicBezTo>
                    <a:pt x="1157" y="4211"/>
                    <a:pt x="1066" y="4079"/>
                    <a:pt x="1045" y="3930"/>
                  </a:cubicBezTo>
                  <a:cubicBezTo>
                    <a:pt x="810" y="2860"/>
                    <a:pt x="575" y="1790"/>
                    <a:pt x="340" y="720"/>
                  </a:cubicBezTo>
                  <a:cubicBezTo>
                    <a:pt x="288" y="537"/>
                    <a:pt x="262" y="328"/>
                    <a:pt x="497" y="276"/>
                  </a:cubicBezTo>
                  <a:cubicBezTo>
                    <a:pt x="531" y="269"/>
                    <a:pt x="563" y="266"/>
                    <a:pt x="591" y="266"/>
                  </a:cubicBezTo>
                  <a:close/>
                  <a:moveTo>
                    <a:pt x="575" y="0"/>
                  </a:moveTo>
                  <a:cubicBezTo>
                    <a:pt x="533" y="0"/>
                    <a:pt x="489" y="5"/>
                    <a:pt x="444" y="15"/>
                  </a:cubicBezTo>
                  <a:cubicBezTo>
                    <a:pt x="314" y="67"/>
                    <a:pt x="183" y="146"/>
                    <a:pt x="105" y="250"/>
                  </a:cubicBezTo>
                  <a:cubicBezTo>
                    <a:pt x="27" y="433"/>
                    <a:pt x="1" y="615"/>
                    <a:pt x="79" y="798"/>
                  </a:cubicBezTo>
                  <a:lnTo>
                    <a:pt x="784" y="3982"/>
                  </a:lnTo>
                  <a:cubicBezTo>
                    <a:pt x="807" y="4265"/>
                    <a:pt x="1066" y="4485"/>
                    <a:pt x="1348" y="4485"/>
                  </a:cubicBezTo>
                  <a:cubicBezTo>
                    <a:pt x="1377" y="4485"/>
                    <a:pt x="1406" y="4482"/>
                    <a:pt x="1436" y="4478"/>
                  </a:cubicBezTo>
                  <a:cubicBezTo>
                    <a:pt x="1566" y="4425"/>
                    <a:pt x="1697" y="4347"/>
                    <a:pt x="1801" y="4243"/>
                  </a:cubicBezTo>
                  <a:cubicBezTo>
                    <a:pt x="1880" y="4086"/>
                    <a:pt x="1906" y="3903"/>
                    <a:pt x="1853" y="3721"/>
                  </a:cubicBezTo>
                  <a:lnTo>
                    <a:pt x="1123" y="511"/>
                  </a:lnTo>
                  <a:cubicBezTo>
                    <a:pt x="1100" y="216"/>
                    <a:pt x="861"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0"/>
            <p:cNvSpPr/>
            <p:nvPr/>
          </p:nvSpPr>
          <p:spPr>
            <a:xfrm rot="5239021">
              <a:off x="4646579" y="3396097"/>
              <a:ext cx="70442" cy="165794"/>
            </a:xfrm>
            <a:custGeom>
              <a:rect b="b" l="l" r="r" t="t"/>
              <a:pathLst>
                <a:path extrusionOk="0" h="4486" w="1906">
                  <a:moveTo>
                    <a:pt x="621" y="274"/>
                  </a:moveTo>
                  <a:cubicBezTo>
                    <a:pt x="785" y="274"/>
                    <a:pt x="845" y="406"/>
                    <a:pt x="888" y="556"/>
                  </a:cubicBezTo>
                  <a:lnTo>
                    <a:pt x="1592" y="3792"/>
                  </a:lnTo>
                  <a:cubicBezTo>
                    <a:pt x="1644" y="3975"/>
                    <a:pt x="1618" y="4131"/>
                    <a:pt x="1409" y="4209"/>
                  </a:cubicBezTo>
                  <a:cubicBezTo>
                    <a:pt x="1378" y="4217"/>
                    <a:pt x="1349" y="4221"/>
                    <a:pt x="1323" y="4221"/>
                  </a:cubicBezTo>
                  <a:cubicBezTo>
                    <a:pt x="1171" y="4221"/>
                    <a:pt x="1088" y="4100"/>
                    <a:pt x="1044" y="3922"/>
                  </a:cubicBezTo>
                  <a:lnTo>
                    <a:pt x="313" y="739"/>
                  </a:lnTo>
                  <a:cubicBezTo>
                    <a:pt x="287" y="530"/>
                    <a:pt x="261" y="347"/>
                    <a:pt x="496" y="295"/>
                  </a:cubicBezTo>
                  <a:cubicBezTo>
                    <a:pt x="543" y="281"/>
                    <a:pt x="585" y="274"/>
                    <a:pt x="621" y="274"/>
                  </a:cubicBezTo>
                  <a:close/>
                  <a:moveTo>
                    <a:pt x="547" y="0"/>
                  </a:moveTo>
                  <a:cubicBezTo>
                    <a:pt x="513" y="0"/>
                    <a:pt x="479" y="3"/>
                    <a:pt x="444" y="8"/>
                  </a:cubicBezTo>
                  <a:cubicBezTo>
                    <a:pt x="313" y="60"/>
                    <a:pt x="183" y="138"/>
                    <a:pt x="105" y="269"/>
                  </a:cubicBezTo>
                  <a:cubicBezTo>
                    <a:pt x="26" y="426"/>
                    <a:pt x="0" y="608"/>
                    <a:pt x="79" y="791"/>
                  </a:cubicBezTo>
                  <a:cubicBezTo>
                    <a:pt x="313" y="1861"/>
                    <a:pt x="548" y="2931"/>
                    <a:pt x="783" y="3975"/>
                  </a:cubicBezTo>
                  <a:cubicBezTo>
                    <a:pt x="806" y="4269"/>
                    <a:pt x="1045" y="4485"/>
                    <a:pt x="1313" y="4485"/>
                  </a:cubicBezTo>
                  <a:cubicBezTo>
                    <a:pt x="1354" y="4485"/>
                    <a:pt x="1395" y="4481"/>
                    <a:pt x="1436" y="4470"/>
                  </a:cubicBezTo>
                  <a:cubicBezTo>
                    <a:pt x="1566" y="4444"/>
                    <a:pt x="1696" y="4366"/>
                    <a:pt x="1801" y="4236"/>
                  </a:cubicBezTo>
                  <a:cubicBezTo>
                    <a:pt x="1879" y="4079"/>
                    <a:pt x="1905" y="3896"/>
                    <a:pt x="1853" y="3740"/>
                  </a:cubicBezTo>
                  <a:lnTo>
                    <a:pt x="1122" y="504"/>
                  </a:lnTo>
                  <a:cubicBezTo>
                    <a:pt x="1099" y="199"/>
                    <a:pt x="844" y="0"/>
                    <a:pt x="5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0"/>
            <p:cNvSpPr/>
            <p:nvPr/>
          </p:nvSpPr>
          <p:spPr>
            <a:xfrm rot="5239021">
              <a:off x="4517293" y="3249580"/>
              <a:ext cx="111909" cy="338609"/>
            </a:xfrm>
            <a:custGeom>
              <a:rect b="b" l="l" r="r" t="t"/>
              <a:pathLst>
                <a:path extrusionOk="0" h="9162" w="3028">
                  <a:moveTo>
                    <a:pt x="632" y="243"/>
                  </a:moveTo>
                  <a:cubicBezTo>
                    <a:pt x="795" y="243"/>
                    <a:pt x="889" y="436"/>
                    <a:pt x="914" y="584"/>
                  </a:cubicBezTo>
                  <a:cubicBezTo>
                    <a:pt x="1514" y="3194"/>
                    <a:pt x="2088" y="5829"/>
                    <a:pt x="2662" y="8465"/>
                  </a:cubicBezTo>
                  <a:cubicBezTo>
                    <a:pt x="2715" y="8622"/>
                    <a:pt x="2689" y="8778"/>
                    <a:pt x="2506" y="8856"/>
                  </a:cubicBezTo>
                  <a:cubicBezTo>
                    <a:pt x="2464" y="8877"/>
                    <a:pt x="2422" y="8887"/>
                    <a:pt x="2382" y="8887"/>
                  </a:cubicBezTo>
                  <a:cubicBezTo>
                    <a:pt x="2273" y="8887"/>
                    <a:pt x="2179" y="8814"/>
                    <a:pt x="2141" y="8700"/>
                  </a:cubicBezTo>
                  <a:cubicBezTo>
                    <a:pt x="1540" y="5986"/>
                    <a:pt x="940" y="3298"/>
                    <a:pt x="340" y="584"/>
                  </a:cubicBezTo>
                  <a:cubicBezTo>
                    <a:pt x="288" y="401"/>
                    <a:pt x="418" y="297"/>
                    <a:pt x="601" y="245"/>
                  </a:cubicBezTo>
                  <a:cubicBezTo>
                    <a:pt x="611" y="243"/>
                    <a:pt x="622" y="243"/>
                    <a:pt x="632" y="243"/>
                  </a:cubicBezTo>
                  <a:close/>
                  <a:moveTo>
                    <a:pt x="644" y="0"/>
                  </a:moveTo>
                  <a:cubicBezTo>
                    <a:pt x="612" y="0"/>
                    <a:pt x="580" y="4"/>
                    <a:pt x="549" y="10"/>
                  </a:cubicBezTo>
                  <a:cubicBezTo>
                    <a:pt x="236" y="36"/>
                    <a:pt x="1" y="323"/>
                    <a:pt x="79" y="636"/>
                  </a:cubicBezTo>
                  <a:cubicBezTo>
                    <a:pt x="679" y="3350"/>
                    <a:pt x="1279" y="6038"/>
                    <a:pt x="1880" y="8752"/>
                  </a:cubicBezTo>
                  <a:cubicBezTo>
                    <a:pt x="1924" y="8994"/>
                    <a:pt x="2153" y="9162"/>
                    <a:pt x="2396" y="9162"/>
                  </a:cubicBezTo>
                  <a:cubicBezTo>
                    <a:pt x="2441" y="9162"/>
                    <a:pt x="2487" y="9156"/>
                    <a:pt x="2532" y="9143"/>
                  </a:cubicBezTo>
                  <a:cubicBezTo>
                    <a:pt x="2845" y="9065"/>
                    <a:pt x="3028" y="8726"/>
                    <a:pt x="2923" y="8413"/>
                  </a:cubicBezTo>
                  <a:cubicBezTo>
                    <a:pt x="2349" y="5803"/>
                    <a:pt x="1749" y="3168"/>
                    <a:pt x="1175" y="532"/>
                  </a:cubicBezTo>
                  <a:cubicBezTo>
                    <a:pt x="1175" y="375"/>
                    <a:pt x="1071" y="219"/>
                    <a:pt x="940" y="114"/>
                  </a:cubicBezTo>
                  <a:cubicBezTo>
                    <a:pt x="860" y="35"/>
                    <a:pt x="750" y="0"/>
                    <a:pt x="6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0"/>
            <p:cNvSpPr/>
            <p:nvPr/>
          </p:nvSpPr>
          <p:spPr>
            <a:xfrm rot="5239021">
              <a:off x="4601528" y="3229064"/>
              <a:ext cx="69481" cy="165202"/>
            </a:xfrm>
            <a:custGeom>
              <a:rect b="b" l="l" r="r" t="t"/>
              <a:pathLst>
                <a:path extrusionOk="0" h="4470" w="1880">
                  <a:moveTo>
                    <a:pt x="575" y="250"/>
                  </a:moveTo>
                  <a:cubicBezTo>
                    <a:pt x="738" y="250"/>
                    <a:pt x="839" y="388"/>
                    <a:pt x="862" y="547"/>
                  </a:cubicBezTo>
                  <a:lnTo>
                    <a:pt x="1592" y="3783"/>
                  </a:lnTo>
                  <a:cubicBezTo>
                    <a:pt x="1618" y="3965"/>
                    <a:pt x="1618" y="4122"/>
                    <a:pt x="1384" y="4200"/>
                  </a:cubicBezTo>
                  <a:cubicBezTo>
                    <a:pt x="1356" y="4207"/>
                    <a:pt x="1330" y="4210"/>
                    <a:pt x="1306" y="4210"/>
                  </a:cubicBezTo>
                  <a:cubicBezTo>
                    <a:pt x="1148" y="4210"/>
                    <a:pt x="1063" y="4072"/>
                    <a:pt x="1018" y="3913"/>
                  </a:cubicBezTo>
                  <a:cubicBezTo>
                    <a:pt x="783" y="2843"/>
                    <a:pt x="548" y="1773"/>
                    <a:pt x="314" y="729"/>
                  </a:cubicBezTo>
                  <a:cubicBezTo>
                    <a:pt x="261" y="521"/>
                    <a:pt x="261" y="338"/>
                    <a:pt x="496" y="260"/>
                  </a:cubicBezTo>
                  <a:cubicBezTo>
                    <a:pt x="524" y="253"/>
                    <a:pt x="550" y="250"/>
                    <a:pt x="575" y="250"/>
                  </a:cubicBezTo>
                  <a:close/>
                  <a:moveTo>
                    <a:pt x="549" y="0"/>
                  </a:moveTo>
                  <a:cubicBezTo>
                    <a:pt x="372" y="0"/>
                    <a:pt x="194" y="82"/>
                    <a:pt x="79" y="260"/>
                  </a:cubicBezTo>
                  <a:cubicBezTo>
                    <a:pt x="0" y="416"/>
                    <a:pt x="0" y="599"/>
                    <a:pt x="53" y="782"/>
                  </a:cubicBezTo>
                  <a:cubicBezTo>
                    <a:pt x="288" y="1852"/>
                    <a:pt x="522" y="2921"/>
                    <a:pt x="757" y="3965"/>
                  </a:cubicBezTo>
                  <a:cubicBezTo>
                    <a:pt x="781" y="4270"/>
                    <a:pt x="1035" y="4469"/>
                    <a:pt x="1314" y="4469"/>
                  </a:cubicBezTo>
                  <a:cubicBezTo>
                    <a:pt x="1345" y="4469"/>
                    <a:pt x="1378" y="4466"/>
                    <a:pt x="1410" y="4461"/>
                  </a:cubicBezTo>
                  <a:cubicBezTo>
                    <a:pt x="1566" y="4435"/>
                    <a:pt x="1697" y="4357"/>
                    <a:pt x="1775" y="4226"/>
                  </a:cubicBezTo>
                  <a:cubicBezTo>
                    <a:pt x="1879" y="4070"/>
                    <a:pt x="1879" y="3887"/>
                    <a:pt x="1827" y="3730"/>
                  </a:cubicBezTo>
                  <a:lnTo>
                    <a:pt x="1123" y="495"/>
                  </a:lnTo>
                  <a:cubicBezTo>
                    <a:pt x="1076" y="182"/>
                    <a:pt x="813" y="0"/>
                    <a:pt x="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0"/>
            <p:cNvSpPr/>
            <p:nvPr/>
          </p:nvSpPr>
          <p:spPr>
            <a:xfrm rot="5239021">
              <a:off x="4578497" y="3145685"/>
              <a:ext cx="70442" cy="165128"/>
            </a:xfrm>
            <a:custGeom>
              <a:rect b="b" l="l" r="r" t="t"/>
              <a:pathLst>
                <a:path extrusionOk="0" h="4468" w="1906">
                  <a:moveTo>
                    <a:pt x="610" y="256"/>
                  </a:moveTo>
                  <a:cubicBezTo>
                    <a:pt x="766" y="256"/>
                    <a:pt x="840" y="392"/>
                    <a:pt x="861" y="564"/>
                  </a:cubicBezTo>
                  <a:cubicBezTo>
                    <a:pt x="1096" y="1634"/>
                    <a:pt x="1331" y="2704"/>
                    <a:pt x="1592" y="3773"/>
                  </a:cubicBezTo>
                  <a:cubicBezTo>
                    <a:pt x="1618" y="3956"/>
                    <a:pt x="1618" y="4139"/>
                    <a:pt x="1409" y="4191"/>
                  </a:cubicBezTo>
                  <a:cubicBezTo>
                    <a:pt x="1367" y="4205"/>
                    <a:pt x="1329" y="4211"/>
                    <a:pt x="1295" y="4211"/>
                  </a:cubicBezTo>
                  <a:cubicBezTo>
                    <a:pt x="1139" y="4211"/>
                    <a:pt x="1061" y="4075"/>
                    <a:pt x="1018" y="3904"/>
                  </a:cubicBezTo>
                  <a:cubicBezTo>
                    <a:pt x="783" y="2860"/>
                    <a:pt x="548" y="1790"/>
                    <a:pt x="313" y="720"/>
                  </a:cubicBezTo>
                  <a:cubicBezTo>
                    <a:pt x="287" y="511"/>
                    <a:pt x="261" y="329"/>
                    <a:pt x="496" y="277"/>
                  </a:cubicBezTo>
                  <a:cubicBezTo>
                    <a:pt x="538" y="263"/>
                    <a:pt x="576" y="256"/>
                    <a:pt x="610" y="256"/>
                  </a:cubicBezTo>
                  <a:close/>
                  <a:moveTo>
                    <a:pt x="567" y="0"/>
                  </a:moveTo>
                  <a:cubicBezTo>
                    <a:pt x="526" y="0"/>
                    <a:pt x="485" y="5"/>
                    <a:pt x="444" y="16"/>
                  </a:cubicBezTo>
                  <a:cubicBezTo>
                    <a:pt x="287" y="42"/>
                    <a:pt x="183" y="146"/>
                    <a:pt x="104" y="251"/>
                  </a:cubicBezTo>
                  <a:cubicBezTo>
                    <a:pt x="0" y="407"/>
                    <a:pt x="0" y="616"/>
                    <a:pt x="78" y="772"/>
                  </a:cubicBezTo>
                  <a:cubicBezTo>
                    <a:pt x="313" y="1842"/>
                    <a:pt x="548" y="2912"/>
                    <a:pt x="783" y="3982"/>
                  </a:cubicBezTo>
                  <a:cubicBezTo>
                    <a:pt x="806" y="4254"/>
                    <a:pt x="1025" y="4467"/>
                    <a:pt x="1305" y="4467"/>
                  </a:cubicBezTo>
                  <a:cubicBezTo>
                    <a:pt x="1347" y="4467"/>
                    <a:pt x="1391" y="4462"/>
                    <a:pt x="1435" y="4452"/>
                  </a:cubicBezTo>
                  <a:cubicBezTo>
                    <a:pt x="1566" y="4426"/>
                    <a:pt x="1696" y="4348"/>
                    <a:pt x="1775" y="4217"/>
                  </a:cubicBezTo>
                  <a:cubicBezTo>
                    <a:pt x="1879" y="4087"/>
                    <a:pt x="1905" y="3878"/>
                    <a:pt x="1827" y="3721"/>
                  </a:cubicBezTo>
                  <a:lnTo>
                    <a:pt x="1122" y="485"/>
                  </a:lnTo>
                  <a:cubicBezTo>
                    <a:pt x="1077" y="213"/>
                    <a:pt x="835" y="0"/>
                    <a:pt x="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0"/>
            <p:cNvSpPr/>
            <p:nvPr/>
          </p:nvSpPr>
          <p:spPr>
            <a:xfrm rot="5239021">
              <a:off x="4555295" y="3061782"/>
              <a:ext cx="70442" cy="165128"/>
            </a:xfrm>
            <a:custGeom>
              <a:rect b="b" l="l" r="r" t="t"/>
              <a:pathLst>
                <a:path extrusionOk="0" h="4468" w="1906">
                  <a:moveTo>
                    <a:pt x="621" y="257"/>
                  </a:moveTo>
                  <a:cubicBezTo>
                    <a:pt x="785" y="257"/>
                    <a:pt x="845" y="389"/>
                    <a:pt x="888" y="538"/>
                  </a:cubicBezTo>
                  <a:lnTo>
                    <a:pt x="1592" y="3774"/>
                  </a:lnTo>
                  <a:cubicBezTo>
                    <a:pt x="1645" y="3957"/>
                    <a:pt x="1619" y="4140"/>
                    <a:pt x="1410" y="4192"/>
                  </a:cubicBezTo>
                  <a:cubicBezTo>
                    <a:pt x="1379" y="4200"/>
                    <a:pt x="1349" y="4203"/>
                    <a:pt x="1322" y="4203"/>
                  </a:cubicBezTo>
                  <a:cubicBezTo>
                    <a:pt x="1164" y="4203"/>
                    <a:pt x="1067" y="4082"/>
                    <a:pt x="1044" y="3905"/>
                  </a:cubicBezTo>
                  <a:cubicBezTo>
                    <a:pt x="783" y="2835"/>
                    <a:pt x="549" y="1791"/>
                    <a:pt x="340" y="721"/>
                  </a:cubicBezTo>
                  <a:cubicBezTo>
                    <a:pt x="288" y="512"/>
                    <a:pt x="262" y="330"/>
                    <a:pt x="496" y="278"/>
                  </a:cubicBezTo>
                  <a:cubicBezTo>
                    <a:pt x="544" y="263"/>
                    <a:pt x="585" y="257"/>
                    <a:pt x="621" y="257"/>
                  </a:cubicBezTo>
                  <a:close/>
                  <a:moveTo>
                    <a:pt x="586" y="0"/>
                  </a:moveTo>
                  <a:cubicBezTo>
                    <a:pt x="540" y="0"/>
                    <a:pt x="492" y="5"/>
                    <a:pt x="444" y="17"/>
                  </a:cubicBezTo>
                  <a:cubicBezTo>
                    <a:pt x="314" y="43"/>
                    <a:pt x="183" y="121"/>
                    <a:pt x="105" y="251"/>
                  </a:cubicBezTo>
                  <a:cubicBezTo>
                    <a:pt x="27" y="408"/>
                    <a:pt x="1" y="617"/>
                    <a:pt x="79" y="773"/>
                  </a:cubicBezTo>
                  <a:cubicBezTo>
                    <a:pt x="314" y="1843"/>
                    <a:pt x="549" y="2913"/>
                    <a:pt x="783" y="3957"/>
                  </a:cubicBezTo>
                  <a:cubicBezTo>
                    <a:pt x="806" y="4252"/>
                    <a:pt x="1046" y="4468"/>
                    <a:pt x="1314" y="4468"/>
                  </a:cubicBezTo>
                  <a:cubicBezTo>
                    <a:pt x="1354" y="4468"/>
                    <a:pt x="1395" y="4463"/>
                    <a:pt x="1436" y="4453"/>
                  </a:cubicBezTo>
                  <a:cubicBezTo>
                    <a:pt x="1566" y="4427"/>
                    <a:pt x="1697" y="4348"/>
                    <a:pt x="1801" y="4218"/>
                  </a:cubicBezTo>
                  <a:cubicBezTo>
                    <a:pt x="1880" y="4061"/>
                    <a:pt x="1906" y="3879"/>
                    <a:pt x="1853" y="3722"/>
                  </a:cubicBezTo>
                  <a:cubicBezTo>
                    <a:pt x="1592" y="2652"/>
                    <a:pt x="1358" y="1556"/>
                    <a:pt x="1123" y="486"/>
                  </a:cubicBezTo>
                  <a:cubicBezTo>
                    <a:pt x="1100" y="195"/>
                    <a:pt x="867" y="0"/>
                    <a:pt x="5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0"/>
            <p:cNvSpPr/>
            <p:nvPr/>
          </p:nvSpPr>
          <p:spPr>
            <a:xfrm rot="5239021">
              <a:off x="4426324" y="2914937"/>
              <a:ext cx="111909" cy="338646"/>
            </a:xfrm>
            <a:custGeom>
              <a:rect b="b" l="l" r="r" t="t"/>
              <a:pathLst>
                <a:path extrusionOk="0" h="9163" w="3028">
                  <a:moveTo>
                    <a:pt x="639" y="243"/>
                  </a:moveTo>
                  <a:cubicBezTo>
                    <a:pt x="819" y="243"/>
                    <a:pt x="889" y="414"/>
                    <a:pt x="913" y="584"/>
                  </a:cubicBezTo>
                  <a:cubicBezTo>
                    <a:pt x="1488" y="3194"/>
                    <a:pt x="2088" y="5830"/>
                    <a:pt x="2662" y="8465"/>
                  </a:cubicBezTo>
                  <a:cubicBezTo>
                    <a:pt x="2714" y="8622"/>
                    <a:pt x="2688" y="8779"/>
                    <a:pt x="2505" y="8857"/>
                  </a:cubicBezTo>
                  <a:cubicBezTo>
                    <a:pt x="2463" y="8878"/>
                    <a:pt x="2420" y="8888"/>
                    <a:pt x="2377" y="8888"/>
                  </a:cubicBezTo>
                  <a:cubicBezTo>
                    <a:pt x="2260" y="8888"/>
                    <a:pt x="2152" y="8815"/>
                    <a:pt x="2114" y="8700"/>
                  </a:cubicBezTo>
                  <a:cubicBezTo>
                    <a:pt x="1540" y="5986"/>
                    <a:pt x="940" y="3272"/>
                    <a:pt x="339" y="584"/>
                  </a:cubicBezTo>
                  <a:cubicBezTo>
                    <a:pt x="287" y="402"/>
                    <a:pt x="418" y="245"/>
                    <a:pt x="600" y="245"/>
                  </a:cubicBezTo>
                  <a:cubicBezTo>
                    <a:pt x="614" y="244"/>
                    <a:pt x="627" y="243"/>
                    <a:pt x="639" y="243"/>
                  </a:cubicBezTo>
                  <a:close/>
                  <a:moveTo>
                    <a:pt x="650" y="1"/>
                  </a:moveTo>
                  <a:cubicBezTo>
                    <a:pt x="615" y="1"/>
                    <a:pt x="581" y="4"/>
                    <a:pt x="548" y="10"/>
                  </a:cubicBezTo>
                  <a:cubicBezTo>
                    <a:pt x="235" y="36"/>
                    <a:pt x="0" y="324"/>
                    <a:pt x="78" y="637"/>
                  </a:cubicBezTo>
                  <a:lnTo>
                    <a:pt x="1879" y="8753"/>
                  </a:lnTo>
                  <a:cubicBezTo>
                    <a:pt x="1923" y="8994"/>
                    <a:pt x="2152" y="9162"/>
                    <a:pt x="2395" y="9162"/>
                  </a:cubicBezTo>
                  <a:cubicBezTo>
                    <a:pt x="2440" y="9162"/>
                    <a:pt x="2486" y="9156"/>
                    <a:pt x="2531" y="9144"/>
                  </a:cubicBezTo>
                  <a:cubicBezTo>
                    <a:pt x="2845" y="9066"/>
                    <a:pt x="3027" y="8726"/>
                    <a:pt x="2923" y="8413"/>
                  </a:cubicBezTo>
                  <a:lnTo>
                    <a:pt x="1174" y="532"/>
                  </a:lnTo>
                  <a:cubicBezTo>
                    <a:pt x="1148" y="376"/>
                    <a:pt x="1070" y="219"/>
                    <a:pt x="940" y="89"/>
                  </a:cubicBezTo>
                  <a:cubicBezTo>
                    <a:pt x="861" y="30"/>
                    <a:pt x="754" y="1"/>
                    <a:pt x="6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0"/>
            <p:cNvSpPr/>
            <p:nvPr/>
          </p:nvSpPr>
          <p:spPr>
            <a:xfrm rot="5239021">
              <a:off x="4510092" y="2893939"/>
              <a:ext cx="70442" cy="165165"/>
            </a:xfrm>
            <a:custGeom>
              <a:rect b="b" l="l" r="r" t="t"/>
              <a:pathLst>
                <a:path extrusionOk="0" h="4469" w="1906">
                  <a:moveTo>
                    <a:pt x="600" y="250"/>
                  </a:moveTo>
                  <a:cubicBezTo>
                    <a:pt x="758" y="250"/>
                    <a:pt x="843" y="389"/>
                    <a:pt x="888" y="547"/>
                  </a:cubicBezTo>
                  <a:lnTo>
                    <a:pt x="1593" y="3783"/>
                  </a:lnTo>
                  <a:cubicBezTo>
                    <a:pt x="1645" y="3966"/>
                    <a:pt x="1619" y="4122"/>
                    <a:pt x="1410" y="4201"/>
                  </a:cubicBezTo>
                  <a:cubicBezTo>
                    <a:pt x="1382" y="4208"/>
                    <a:pt x="1356" y="4211"/>
                    <a:pt x="1332" y="4211"/>
                  </a:cubicBezTo>
                  <a:cubicBezTo>
                    <a:pt x="1174" y="4211"/>
                    <a:pt x="1090" y="4072"/>
                    <a:pt x="1045" y="3914"/>
                  </a:cubicBezTo>
                  <a:cubicBezTo>
                    <a:pt x="810" y="2844"/>
                    <a:pt x="575" y="1774"/>
                    <a:pt x="340" y="730"/>
                  </a:cubicBezTo>
                  <a:cubicBezTo>
                    <a:pt x="288" y="521"/>
                    <a:pt x="288" y="338"/>
                    <a:pt x="523" y="260"/>
                  </a:cubicBezTo>
                  <a:cubicBezTo>
                    <a:pt x="550" y="253"/>
                    <a:pt x="576" y="250"/>
                    <a:pt x="600" y="250"/>
                  </a:cubicBezTo>
                  <a:close/>
                  <a:moveTo>
                    <a:pt x="575" y="1"/>
                  </a:moveTo>
                  <a:cubicBezTo>
                    <a:pt x="398" y="1"/>
                    <a:pt x="220" y="82"/>
                    <a:pt x="105" y="260"/>
                  </a:cubicBezTo>
                  <a:cubicBezTo>
                    <a:pt x="27" y="417"/>
                    <a:pt x="1" y="599"/>
                    <a:pt x="79" y="782"/>
                  </a:cubicBezTo>
                  <a:lnTo>
                    <a:pt x="784" y="3966"/>
                  </a:lnTo>
                  <a:cubicBezTo>
                    <a:pt x="807" y="4249"/>
                    <a:pt x="1066" y="4469"/>
                    <a:pt x="1348" y="4469"/>
                  </a:cubicBezTo>
                  <a:cubicBezTo>
                    <a:pt x="1377" y="4469"/>
                    <a:pt x="1407" y="4467"/>
                    <a:pt x="1436" y="4462"/>
                  </a:cubicBezTo>
                  <a:cubicBezTo>
                    <a:pt x="1593" y="4436"/>
                    <a:pt x="1723" y="4331"/>
                    <a:pt x="1801" y="4227"/>
                  </a:cubicBezTo>
                  <a:cubicBezTo>
                    <a:pt x="1880" y="4070"/>
                    <a:pt x="1906" y="3887"/>
                    <a:pt x="1854" y="3705"/>
                  </a:cubicBezTo>
                  <a:lnTo>
                    <a:pt x="1149" y="495"/>
                  </a:lnTo>
                  <a:cubicBezTo>
                    <a:pt x="1102" y="182"/>
                    <a:pt x="840"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0"/>
            <p:cNvSpPr/>
            <p:nvPr/>
          </p:nvSpPr>
          <p:spPr>
            <a:xfrm rot="5239021">
              <a:off x="4488003" y="2810543"/>
              <a:ext cx="69481" cy="165128"/>
            </a:xfrm>
            <a:custGeom>
              <a:rect b="b" l="l" r="r" t="t"/>
              <a:pathLst>
                <a:path extrusionOk="0" h="4468" w="1880">
                  <a:moveTo>
                    <a:pt x="611" y="256"/>
                  </a:moveTo>
                  <a:cubicBezTo>
                    <a:pt x="766" y="256"/>
                    <a:pt x="840" y="388"/>
                    <a:pt x="862" y="538"/>
                  </a:cubicBezTo>
                  <a:lnTo>
                    <a:pt x="1592" y="3774"/>
                  </a:lnTo>
                  <a:cubicBezTo>
                    <a:pt x="1618" y="3957"/>
                    <a:pt x="1618" y="4139"/>
                    <a:pt x="1383" y="4191"/>
                  </a:cubicBezTo>
                  <a:cubicBezTo>
                    <a:pt x="1352" y="4199"/>
                    <a:pt x="1324" y="4203"/>
                    <a:pt x="1297" y="4203"/>
                  </a:cubicBezTo>
                  <a:cubicBezTo>
                    <a:pt x="1145" y="4203"/>
                    <a:pt x="1063" y="4082"/>
                    <a:pt x="1018" y="3904"/>
                  </a:cubicBezTo>
                  <a:lnTo>
                    <a:pt x="314" y="721"/>
                  </a:lnTo>
                  <a:cubicBezTo>
                    <a:pt x="261" y="512"/>
                    <a:pt x="261" y="329"/>
                    <a:pt x="496" y="277"/>
                  </a:cubicBezTo>
                  <a:cubicBezTo>
                    <a:pt x="539" y="263"/>
                    <a:pt x="577" y="256"/>
                    <a:pt x="611" y="256"/>
                  </a:cubicBezTo>
                  <a:close/>
                  <a:moveTo>
                    <a:pt x="567" y="1"/>
                  </a:moveTo>
                  <a:cubicBezTo>
                    <a:pt x="526" y="1"/>
                    <a:pt x="485" y="6"/>
                    <a:pt x="444" y="16"/>
                  </a:cubicBezTo>
                  <a:cubicBezTo>
                    <a:pt x="287" y="42"/>
                    <a:pt x="157" y="121"/>
                    <a:pt x="79" y="251"/>
                  </a:cubicBezTo>
                  <a:cubicBezTo>
                    <a:pt x="0" y="408"/>
                    <a:pt x="0" y="616"/>
                    <a:pt x="53" y="773"/>
                  </a:cubicBezTo>
                  <a:cubicBezTo>
                    <a:pt x="287" y="1843"/>
                    <a:pt x="522" y="2913"/>
                    <a:pt x="757" y="3957"/>
                  </a:cubicBezTo>
                  <a:cubicBezTo>
                    <a:pt x="780" y="4252"/>
                    <a:pt x="1019" y="4468"/>
                    <a:pt x="1287" y="4468"/>
                  </a:cubicBezTo>
                  <a:cubicBezTo>
                    <a:pt x="1328" y="4468"/>
                    <a:pt x="1369" y="4463"/>
                    <a:pt x="1410" y="4452"/>
                  </a:cubicBezTo>
                  <a:cubicBezTo>
                    <a:pt x="1566" y="4426"/>
                    <a:pt x="1697" y="4348"/>
                    <a:pt x="1775" y="4218"/>
                  </a:cubicBezTo>
                  <a:cubicBezTo>
                    <a:pt x="1879" y="4061"/>
                    <a:pt x="1879" y="3878"/>
                    <a:pt x="1827" y="3722"/>
                  </a:cubicBezTo>
                  <a:lnTo>
                    <a:pt x="1123" y="486"/>
                  </a:lnTo>
                  <a:cubicBezTo>
                    <a:pt x="1077" y="214"/>
                    <a:pt x="835" y="1"/>
                    <a:pt x="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0"/>
            <p:cNvSpPr/>
            <p:nvPr/>
          </p:nvSpPr>
          <p:spPr>
            <a:xfrm rot="5239021">
              <a:off x="4464000" y="2727738"/>
              <a:ext cx="72401" cy="165794"/>
            </a:xfrm>
            <a:custGeom>
              <a:rect b="b" l="l" r="r" t="t"/>
              <a:pathLst>
                <a:path extrusionOk="0" h="4486" w="1959">
                  <a:moveTo>
                    <a:pt x="584" y="267"/>
                  </a:moveTo>
                  <a:cubicBezTo>
                    <a:pt x="758" y="267"/>
                    <a:pt x="840" y="406"/>
                    <a:pt x="862" y="564"/>
                  </a:cubicBezTo>
                  <a:lnTo>
                    <a:pt x="1593" y="3774"/>
                  </a:lnTo>
                  <a:cubicBezTo>
                    <a:pt x="1619" y="3983"/>
                    <a:pt x="1619" y="4139"/>
                    <a:pt x="1410" y="4191"/>
                  </a:cubicBezTo>
                  <a:cubicBezTo>
                    <a:pt x="1368" y="4205"/>
                    <a:pt x="1329" y="4212"/>
                    <a:pt x="1295" y="4212"/>
                  </a:cubicBezTo>
                  <a:cubicBezTo>
                    <a:pt x="1139" y="4212"/>
                    <a:pt x="1061" y="4080"/>
                    <a:pt x="1019" y="3930"/>
                  </a:cubicBezTo>
                  <a:cubicBezTo>
                    <a:pt x="784" y="2860"/>
                    <a:pt x="549" y="1790"/>
                    <a:pt x="314" y="747"/>
                  </a:cubicBezTo>
                  <a:cubicBezTo>
                    <a:pt x="288" y="538"/>
                    <a:pt x="262" y="355"/>
                    <a:pt x="497" y="277"/>
                  </a:cubicBezTo>
                  <a:cubicBezTo>
                    <a:pt x="528" y="270"/>
                    <a:pt x="557" y="267"/>
                    <a:pt x="584" y="267"/>
                  </a:cubicBezTo>
                  <a:close/>
                  <a:moveTo>
                    <a:pt x="568" y="1"/>
                  </a:moveTo>
                  <a:cubicBezTo>
                    <a:pt x="527" y="1"/>
                    <a:pt x="486" y="6"/>
                    <a:pt x="445" y="16"/>
                  </a:cubicBezTo>
                  <a:cubicBezTo>
                    <a:pt x="314" y="68"/>
                    <a:pt x="184" y="146"/>
                    <a:pt x="105" y="251"/>
                  </a:cubicBezTo>
                  <a:cubicBezTo>
                    <a:pt x="1" y="433"/>
                    <a:pt x="1" y="616"/>
                    <a:pt x="79" y="799"/>
                  </a:cubicBezTo>
                  <a:cubicBezTo>
                    <a:pt x="314" y="1843"/>
                    <a:pt x="549" y="2913"/>
                    <a:pt x="784" y="3983"/>
                  </a:cubicBezTo>
                  <a:cubicBezTo>
                    <a:pt x="807" y="4266"/>
                    <a:pt x="1045" y="4486"/>
                    <a:pt x="1342" y="4486"/>
                  </a:cubicBezTo>
                  <a:cubicBezTo>
                    <a:pt x="1373" y="4486"/>
                    <a:pt x="1404" y="4483"/>
                    <a:pt x="1436" y="4478"/>
                  </a:cubicBezTo>
                  <a:cubicBezTo>
                    <a:pt x="1775" y="4400"/>
                    <a:pt x="1958" y="4061"/>
                    <a:pt x="1854" y="3722"/>
                  </a:cubicBezTo>
                  <a:lnTo>
                    <a:pt x="1123" y="512"/>
                  </a:lnTo>
                  <a:cubicBezTo>
                    <a:pt x="1100" y="217"/>
                    <a:pt x="841" y="1"/>
                    <a:pt x="5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0"/>
            <p:cNvSpPr/>
            <p:nvPr/>
          </p:nvSpPr>
          <p:spPr>
            <a:xfrm rot="5239021">
              <a:off x="4335815" y="2580106"/>
              <a:ext cx="111909" cy="338942"/>
            </a:xfrm>
            <a:custGeom>
              <a:rect b="b" l="l" r="r" t="t"/>
              <a:pathLst>
                <a:path extrusionOk="0" h="9171" w="3028">
                  <a:moveTo>
                    <a:pt x="631" y="259"/>
                  </a:moveTo>
                  <a:cubicBezTo>
                    <a:pt x="774" y="259"/>
                    <a:pt x="889" y="430"/>
                    <a:pt x="914" y="601"/>
                  </a:cubicBezTo>
                  <a:cubicBezTo>
                    <a:pt x="1488" y="3211"/>
                    <a:pt x="2088" y="5846"/>
                    <a:pt x="2662" y="8456"/>
                  </a:cubicBezTo>
                  <a:cubicBezTo>
                    <a:pt x="2688" y="8639"/>
                    <a:pt x="2688" y="8795"/>
                    <a:pt x="2506" y="8873"/>
                  </a:cubicBezTo>
                  <a:cubicBezTo>
                    <a:pt x="2464" y="8894"/>
                    <a:pt x="2420" y="8904"/>
                    <a:pt x="2377" y="8904"/>
                  </a:cubicBezTo>
                  <a:cubicBezTo>
                    <a:pt x="2261" y="8904"/>
                    <a:pt x="2152" y="8831"/>
                    <a:pt x="2114" y="8717"/>
                  </a:cubicBezTo>
                  <a:lnTo>
                    <a:pt x="314" y="601"/>
                  </a:lnTo>
                  <a:cubicBezTo>
                    <a:pt x="288" y="392"/>
                    <a:pt x="418" y="288"/>
                    <a:pt x="601" y="262"/>
                  </a:cubicBezTo>
                  <a:cubicBezTo>
                    <a:pt x="611" y="260"/>
                    <a:pt x="621" y="259"/>
                    <a:pt x="631" y="259"/>
                  </a:cubicBezTo>
                  <a:close/>
                  <a:moveTo>
                    <a:pt x="522" y="1"/>
                  </a:moveTo>
                  <a:cubicBezTo>
                    <a:pt x="209" y="53"/>
                    <a:pt x="0" y="340"/>
                    <a:pt x="79" y="653"/>
                  </a:cubicBezTo>
                  <a:cubicBezTo>
                    <a:pt x="679" y="3341"/>
                    <a:pt x="1253" y="6055"/>
                    <a:pt x="1853" y="8769"/>
                  </a:cubicBezTo>
                  <a:cubicBezTo>
                    <a:pt x="1922" y="9019"/>
                    <a:pt x="2148" y="9170"/>
                    <a:pt x="2396" y="9170"/>
                  </a:cubicBezTo>
                  <a:cubicBezTo>
                    <a:pt x="2432" y="9170"/>
                    <a:pt x="2469" y="9167"/>
                    <a:pt x="2506" y="9160"/>
                  </a:cubicBezTo>
                  <a:cubicBezTo>
                    <a:pt x="2845" y="9082"/>
                    <a:pt x="3028" y="8743"/>
                    <a:pt x="2923" y="8430"/>
                  </a:cubicBezTo>
                  <a:cubicBezTo>
                    <a:pt x="2323" y="5794"/>
                    <a:pt x="1749" y="3184"/>
                    <a:pt x="1175" y="549"/>
                  </a:cubicBezTo>
                  <a:cubicBezTo>
                    <a:pt x="1149" y="392"/>
                    <a:pt x="1070" y="210"/>
                    <a:pt x="940" y="105"/>
                  </a:cubicBezTo>
                  <a:cubicBezTo>
                    <a:pt x="809" y="27"/>
                    <a:pt x="679" y="1"/>
                    <a:pt x="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0"/>
            <p:cNvSpPr/>
            <p:nvPr/>
          </p:nvSpPr>
          <p:spPr>
            <a:xfrm rot="5239021">
              <a:off x="4419418" y="2558986"/>
              <a:ext cx="70442" cy="165794"/>
            </a:xfrm>
            <a:custGeom>
              <a:rect b="b" l="l" r="r" t="t"/>
              <a:pathLst>
                <a:path extrusionOk="0" h="4486" w="1906">
                  <a:moveTo>
                    <a:pt x="608" y="266"/>
                  </a:moveTo>
                  <a:cubicBezTo>
                    <a:pt x="777" y="266"/>
                    <a:pt x="842" y="405"/>
                    <a:pt x="887" y="564"/>
                  </a:cubicBezTo>
                  <a:cubicBezTo>
                    <a:pt x="1122" y="1634"/>
                    <a:pt x="1357" y="2704"/>
                    <a:pt x="1592" y="3773"/>
                  </a:cubicBezTo>
                  <a:cubicBezTo>
                    <a:pt x="1644" y="3982"/>
                    <a:pt x="1618" y="4139"/>
                    <a:pt x="1409" y="4191"/>
                  </a:cubicBezTo>
                  <a:cubicBezTo>
                    <a:pt x="1371" y="4205"/>
                    <a:pt x="1336" y="4212"/>
                    <a:pt x="1304" y="4212"/>
                  </a:cubicBezTo>
                  <a:cubicBezTo>
                    <a:pt x="1157" y="4212"/>
                    <a:pt x="1065" y="4080"/>
                    <a:pt x="1044" y="3930"/>
                  </a:cubicBezTo>
                  <a:lnTo>
                    <a:pt x="339" y="720"/>
                  </a:lnTo>
                  <a:cubicBezTo>
                    <a:pt x="287" y="538"/>
                    <a:pt x="261" y="355"/>
                    <a:pt x="522" y="277"/>
                  </a:cubicBezTo>
                  <a:cubicBezTo>
                    <a:pt x="553" y="270"/>
                    <a:pt x="582" y="266"/>
                    <a:pt x="608" y="266"/>
                  </a:cubicBezTo>
                  <a:close/>
                  <a:moveTo>
                    <a:pt x="575" y="1"/>
                  </a:moveTo>
                  <a:cubicBezTo>
                    <a:pt x="532" y="1"/>
                    <a:pt x="488" y="5"/>
                    <a:pt x="444" y="16"/>
                  </a:cubicBezTo>
                  <a:cubicBezTo>
                    <a:pt x="313" y="42"/>
                    <a:pt x="183" y="146"/>
                    <a:pt x="104" y="251"/>
                  </a:cubicBezTo>
                  <a:cubicBezTo>
                    <a:pt x="26" y="433"/>
                    <a:pt x="0" y="616"/>
                    <a:pt x="78" y="799"/>
                  </a:cubicBezTo>
                  <a:cubicBezTo>
                    <a:pt x="313" y="1842"/>
                    <a:pt x="548" y="2912"/>
                    <a:pt x="783" y="3982"/>
                  </a:cubicBezTo>
                  <a:cubicBezTo>
                    <a:pt x="807" y="4266"/>
                    <a:pt x="1066" y="4485"/>
                    <a:pt x="1347" y="4485"/>
                  </a:cubicBezTo>
                  <a:cubicBezTo>
                    <a:pt x="1376" y="4485"/>
                    <a:pt x="1406" y="4483"/>
                    <a:pt x="1435" y="4478"/>
                  </a:cubicBezTo>
                  <a:cubicBezTo>
                    <a:pt x="1566" y="4426"/>
                    <a:pt x="1696" y="4348"/>
                    <a:pt x="1801" y="4243"/>
                  </a:cubicBezTo>
                  <a:cubicBezTo>
                    <a:pt x="1879" y="4087"/>
                    <a:pt x="1905" y="3904"/>
                    <a:pt x="1853" y="3721"/>
                  </a:cubicBezTo>
                  <a:lnTo>
                    <a:pt x="1148" y="512"/>
                  </a:lnTo>
                  <a:cubicBezTo>
                    <a:pt x="1103" y="217"/>
                    <a:pt x="860"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0"/>
            <p:cNvSpPr/>
            <p:nvPr/>
          </p:nvSpPr>
          <p:spPr>
            <a:xfrm rot="5239021">
              <a:off x="4397328" y="2475849"/>
              <a:ext cx="69481" cy="165165"/>
            </a:xfrm>
            <a:custGeom>
              <a:rect b="b" l="l" r="r" t="t"/>
              <a:pathLst>
                <a:path extrusionOk="0" h="4469" w="1880">
                  <a:moveTo>
                    <a:pt x="610" y="265"/>
                  </a:moveTo>
                  <a:cubicBezTo>
                    <a:pt x="759" y="265"/>
                    <a:pt x="819" y="397"/>
                    <a:pt x="862" y="547"/>
                  </a:cubicBezTo>
                  <a:lnTo>
                    <a:pt x="1567" y="3782"/>
                  </a:lnTo>
                  <a:cubicBezTo>
                    <a:pt x="1619" y="3965"/>
                    <a:pt x="1593" y="4122"/>
                    <a:pt x="1384" y="4200"/>
                  </a:cubicBezTo>
                  <a:cubicBezTo>
                    <a:pt x="1353" y="4208"/>
                    <a:pt x="1324" y="4211"/>
                    <a:pt x="1297" y="4211"/>
                  </a:cubicBezTo>
                  <a:cubicBezTo>
                    <a:pt x="1145" y="4211"/>
                    <a:pt x="1063" y="4090"/>
                    <a:pt x="1019" y="3913"/>
                  </a:cubicBezTo>
                  <a:cubicBezTo>
                    <a:pt x="784" y="2843"/>
                    <a:pt x="549" y="1799"/>
                    <a:pt x="314" y="729"/>
                  </a:cubicBezTo>
                  <a:cubicBezTo>
                    <a:pt x="262" y="520"/>
                    <a:pt x="262" y="338"/>
                    <a:pt x="497" y="286"/>
                  </a:cubicBezTo>
                  <a:cubicBezTo>
                    <a:pt x="539" y="271"/>
                    <a:pt x="577" y="265"/>
                    <a:pt x="610" y="265"/>
                  </a:cubicBezTo>
                  <a:close/>
                  <a:moveTo>
                    <a:pt x="549" y="0"/>
                  </a:moveTo>
                  <a:cubicBezTo>
                    <a:pt x="372" y="0"/>
                    <a:pt x="194" y="82"/>
                    <a:pt x="79" y="259"/>
                  </a:cubicBezTo>
                  <a:cubicBezTo>
                    <a:pt x="1" y="416"/>
                    <a:pt x="1" y="599"/>
                    <a:pt x="53" y="781"/>
                  </a:cubicBezTo>
                  <a:lnTo>
                    <a:pt x="758" y="3965"/>
                  </a:lnTo>
                  <a:cubicBezTo>
                    <a:pt x="781" y="4270"/>
                    <a:pt x="1036" y="4469"/>
                    <a:pt x="1314" y="4469"/>
                  </a:cubicBezTo>
                  <a:cubicBezTo>
                    <a:pt x="1346" y="4469"/>
                    <a:pt x="1378" y="4466"/>
                    <a:pt x="1410" y="4461"/>
                  </a:cubicBezTo>
                  <a:cubicBezTo>
                    <a:pt x="1567" y="4435"/>
                    <a:pt x="1697" y="4357"/>
                    <a:pt x="1775" y="4226"/>
                  </a:cubicBezTo>
                  <a:cubicBezTo>
                    <a:pt x="1854" y="4069"/>
                    <a:pt x="1880" y="3887"/>
                    <a:pt x="1827" y="3730"/>
                  </a:cubicBezTo>
                  <a:lnTo>
                    <a:pt x="1123" y="494"/>
                  </a:lnTo>
                  <a:cubicBezTo>
                    <a:pt x="1076" y="182"/>
                    <a:pt x="814" y="0"/>
                    <a:pt x="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0"/>
            <p:cNvSpPr/>
            <p:nvPr/>
          </p:nvSpPr>
          <p:spPr>
            <a:xfrm rot="5239021">
              <a:off x="4374426" y="2392594"/>
              <a:ext cx="70442" cy="164833"/>
            </a:xfrm>
            <a:custGeom>
              <a:rect b="b" l="l" r="r" t="t"/>
              <a:pathLst>
                <a:path extrusionOk="0" h="4460" w="1906">
                  <a:moveTo>
                    <a:pt x="582" y="266"/>
                  </a:moveTo>
                  <a:cubicBezTo>
                    <a:pt x="751" y="266"/>
                    <a:pt x="816" y="405"/>
                    <a:pt x="862" y="563"/>
                  </a:cubicBezTo>
                  <a:lnTo>
                    <a:pt x="1566" y="3773"/>
                  </a:lnTo>
                  <a:cubicBezTo>
                    <a:pt x="1618" y="3956"/>
                    <a:pt x="1592" y="4139"/>
                    <a:pt x="1383" y="4191"/>
                  </a:cubicBezTo>
                  <a:cubicBezTo>
                    <a:pt x="1346" y="4205"/>
                    <a:pt x="1310" y="4211"/>
                    <a:pt x="1278" y="4211"/>
                  </a:cubicBezTo>
                  <a:cubicBezTo>
                    <a:pt x="1131" y="4211"/>
                    <a:pt x="1039" y="4079"/>
                    <a:pt x="1018" y="3930"/>
                  </a:cubicBezTo>
                  <a:lnTo>
                    <a:pt x="313" y="720"/>
                  </a:lnTo>
                  <a:cubicBezTo>
                    <a:pt x="261" y="537"/>
                    <a:pt x="261" y="329"/>
                    <a:pt x="496" y="276"/>
                  </a:cubicBezTo>
                  <a:cubicBezTo>
                    <a:pt x="527" y="269"/>
                    <a:pt x="556" y="266"/>
                    <a:pt x="582" y="266"/>
                  </a:cubicBezTo>
                  <a:close/>
                  <a:moveTo>
                    <a:pt x="567" y="0"/>
                  </a:moveTo>
                  <a:cubicBezTo>
                    <a:pt x="526" y="0"/>
                    <a:pt x="485" y="5"/>
                    <a:pt x="444" y="15"/>
                  </a:cubicBezTo>
                  <a:cubicBezTo>
                    <a:pt x="287" y="42"/>
                    <a:pt x="183" y="146"/>
                    <a:pt x="79" y="250"/>
                  </a:cubicBezTo>
                  <a:cubicBezTo>
                    <a:pt x="26" y="407"/>
                    <a:pt x="0" y="616"/>
                    <a:pt x="79" y="772"/>
                  </a:cubicBezTo>
                  <a:cubicBezTo>
                    <a:pt x="313" y="1842"/>
                    <a:pt x="548" y="2886"/>
                    <a:pt x="783" y="3956"/>
                  </a:cubicBezTo>
                  <a:cubicBezTo>
                    <a:pt x="807" y="4260"/>
                    <a:pt x="1061" y="4460"/>
                    <a:pt x="1340" y="4460"/>
                  </a:cubicBezTo>
                  <a:cubicBezTo>
                    <a:pt x="1371" y="4460"/>
                    <a:pt x="1403" y="4457"/>
                    <a:pt x="1436" y="4452"/>
                  </a:cubicBezTo>
                  <a:cubicBezTo>
                    <a:pt x="1566" y="4426"/>
                    <a:pt x="1697" y="4347"/>
                    <a:pt x="1801" y="4217"/>
                  </a:cubicBezTo>
                  <a:cubicBezTo>
                    <a:pt x="1879" y="4060"/>
                    <a:pt x="1905" y="3878"/>
                    <a:pt x="1827" y="3721"/>
                  </a:cubicBezTo>
                  <a:lnTo>
                    <a:pt x="1122" y="485"/>
                  </a:lnTo>
                  <a:cubicBezTo>
                    <a:pt x="1077" y="213"/>
                    <a:pt x="835" y="0"/>
                    <a:pt x="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0"/>
            <p:cNvSpPr/>
            <p:nvPr/>
          </p:nvSpPr>
          <p:spPr>
            <a:xfrm rot="5239021">
              <a:off x="4236915" y="2148252"/>
              <a:ext cx="94539" cy="42465"/>
            </a:xfrm>
            <a:custGeom>
              <a:rect b="b" l="l" r="r" t="t"/>
              <a:pathLst>
                <a:path extrusionOk="0" h="1149" w="2558">
                  <a:moveTo>
                    <a:pt x="2558" y="0"/>
                  </a:moveTo>
                  <a:lnTo>
                    <a:pt x="2558" y="0"/>
                  </a:lnTo>
                  <a:cubicBezTo>
                    <a:pt x="1670" y="235"/>
                    <a:pt x="835" y="601"/>
                    <a:pt x="52" y="1097"/>
                  </a:cubicBezTo>
                  <a:cubicBezTo>
                    <a:pt x="0" y="1123"/>
                    <a:pt x="26" y="1149"/>
                    <a:pt x="52" y="1149"/>
                  </a:cubicBezTo>
                  <a:cubicBezTo>
                    <a:pt x="940" y="914"/>
                    <a:pt x="1801" y="522"/>
                    <a:pt x="25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0"/>
            <p:cNvSpPr/>
            <p:nvPr/>
          </p:nvSpPr>
          <p:spPr>
            <a:xfrm rot="5239021">
              <a:off x="4252843" y="2112957"/>
              <a:ext cx="8685" cy="4546"/>
            </a:xfrm>
            <a:custGeom>
              <a:rect b="b" l="l" r="r" t="t"/>
              <a:pathLst>
                <a:path extrusionOk="0" h="123" w="235">
                  <a:moveTo>
                    <a:pt x="235" y="1"/>
                  </a:moveTo>
                  <a:cubicBezTo>
                    <a:pt x="157" y="1"/>
                    <a:pt x="26" y="1"/>
                    <a:pt x="0" y="105"/>
                  </a:cubicBezTo>
                  <a:cubicBezTo>
                    <a:pt x="18" y="117"/>
                    <a:pt x="38" y="122"/>
                    <a:pt x="59" y="122"/>
                  </a:cubicBezTo>
                  <a:cubicBezTo>
                    <a:pt x="132" y="122"/>
                    <a:pt x="215" y="61"/>
                    <a:pt x="2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0"/>
            <p:cNvSpPr/>
            <p:nvPr/>
          </p:nvSpPr>
          <p:spPr>
            <a:xfrm rot="5239021">
              <a:off x="4705227" y="4079611"/>
              <a:ext cx="324676" cy="73583"/>
            </a:xfrm>
            <a:custGeom>
              <a:rect b="b" l="l" r="r" t="t"/>
              <a:pathLst>
                <a:path extrusionOk="0" h="1991" w="8785">
                  <a:moveTo>
                    <a:pt x="8785" y="0"/>
                  </a:moveTo>
                  <a:cubicBezTo>
                    <a:pt x="5862" y="548"/>
                    <a:pt x="2913" y="1148"/>
                    <a:pt x="43" y="1931"/>
                  </a:cubicBezTo>
                  <a:cubicBezTo>
                    <a:pt x="1" y="1952"/>
                    <a:pt x="10" y="1990"/>
                    <a:pt x="28" y="1990"/>
                  </a:cubicBezTo>
                  <a:cubicBezTo>
                    <a:pt x="33" y="1990"/>
                    <a:pt x="38" y="1988"/>
                    <a:pt x="43" y="1983"/>
                  </a:cubicBezTo>
                  <a:cubicBezTo>
                    <a:pt x="2992" y="1488"/>
                    <a:pt x="5914" y="783"/>
                    <a:pt x="8785" y="26"/>
                  </a:cubicBezTo>
                  <a:lnTo>
                    <a:pt x="87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0"/>
            <p:cNvSpPr/>
            <p:nvPr/>
          </p:nvSpPr>
          <p:spPr>
            <a:xfrm rot="5239021">
              <a:off x="4812696" y="3939861"/>
              <a:ext cx="12566" cy="3881"/>
            </a:xfrm>
            <a:custGeom>
              <a:rect b="b" l="l" r="r" t="t"/>
              <a:pathLst>
                <a:path extrusionOk="0" h="105" w="340">
                  <a:moveTo>
                    <a:pt x="314" y="1"/>
                  </a:moveTo>
                  <a:cubicBezTo>
                    <a:pt x="209" y="1"/>
                    <a:pt x="105" y="27"/>
                    <a:pt x="1" y="79"/>
                  </a:cubicBezTo>
                  <a:lnTo>
                    <a:pt x="1" y="105"/>
                  </a:lnTo>
                  <a:cubicBezTo>
                    <a:pt x="105" y="105"/>
                    <a:pt x="209" y="79"/>
                    <a:pt x="314" y="27"/>
                  </a:cubicBezTo>
                  <a:cubicBezTo>
                    <a:pt x="314" y="27"/>
                    <a:pt x="340"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0"/>
            <p:cNvSpPr/>
            <p:nvPr/>
          </p:nvSpPr>
          <p:spPr>
            <a:xfrm rot="5239021">
              <a:off x="4695690" y="3705727"/>
              <a:ext cx="82971" cy="378487"/>
            </a:xfrm>
            <a:custGeom>
              <a:rect b="b" l="l" r="r" t="t"/>
              <a:pathLst>
                <a:path extrusionOk="0" h="10241" w="2245">
                  <a:moveTo>
                    <a:pt x="13" y="0"/>
                  </a:moveTo>
                  <a:cubicBezTo>
                    <a:pt x="7" y="0"/>
                    <a:pt x="0" y="7"/>
                    <a:pt x="0" y="20"/>
                  </a:cubicBezTo>
                  <a:cubicBezTo>
                    <a:pt x="679" y="3412"/>
                    <a:pt x="1331" y="6857"/>
                    <a:pt x="2192" y="10223"/>
                  </a:cubicBezTo>
                  <a:cubicBezTo>
                    <a:pt x="2192" y="10234"/>
                    <a:pt x="2201" y="10241"/>
                    <a:pt x="2212" y="10241"/>
                  </a:cubicBezTo>
                  <a:cubicBezTo>
                    <a:pt x="2227" y="10241"/>
                    <a:pt x="2244" y="10228"/>
                    <a:pt x="2244" y="10197"/>
                  </a:cubicBezTo>
                  <a:cubicBezTo>
                    <a:pt x="1592" y="6805"/>
                    <a:pt x="861" y="3386"/>
                    <a:pt x="26" y="20"/>
                  </a:cubicBezTo>
                  <a:cubicBezTo>
                    <a:pt x="26" y="7"/>
                    <a:pt x="20" y="0"/>
                    <a:pt x="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0"/>
            <p:cNvSpPr/>
            <p:nvPr/>
          </p:nvSpPr>
          <p:spPr>
            <a:xfrm rot="5239021">
              <a:off x="4522606" y="3940162"/>
              <a:ext cx="7761" cy="21990"/>
            </a:xfrm>
            <a:custGeom>
              <a:rect b="b" l="l" r="r" t="t"/>
              <a:pathLst>
                <a:path extrusionOk="0" h="595" w="210">
                  <a:moveTo>
                    <a:pt x="1" y="1"/>
                  </a:moveTo>
                  <a:cubicBezTo>
                    <a:pt x="1" y="209"/>
                    <a:pt x="53" y="418"/>
                    <a:pt x="157" y="575"/>
                  </a:cubicBezTo>
                  <a:cubicBezTo>
                    <a:pt x="157" y="588"/>
                    <a:pt x="170" y="594"/>
                    <a:pt x="183" y="594"/>
                  </a:cubicBezTo>
                  <a:cubicBezTo>
                    <a:pt x="196" y="594"/>
                    <a:pt x="209" y="588"/>
                    <a:pt x="209" y="575"/>
                  </a:cubicBezTo>
                  <a:cubicBezTo>
                    <a:pt x="209" y="366"/>
                    <a:pt x="157" y="183"/>
                    <a:pt x="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0"/>
            <p:cNvSpPr/>
            <p:nvPr/>
          </p:nvSpPr>
          <p:spPr>
            <a:xfrm rot="5239021">
              <a:off x="4718228" y="4282696"/>
              <a:ext cx="43463" cy="186897"/>
            </a:xfrm>
            <a:custGeom>
              <a:rect b="b" l="l" r="r" t="t"/>
              <a:pathLst>
                <a:path extrusionOk="0" h="5057" w="1176">
                  <a:moveTo>
                    <a:pt x="1" y="0"/>
                  </a:moveTo>
                  <a:cubicBezTo>
                    <a:pt x="314" y="1697"/>
                    <a:pt x="653" y="3393"/>
                    <a:pt x="1123" y="5037"/>
                  </a:cubicBezTo>
                  <a:cubicBezTo>
                    <a:pt x="1123" y="5050"/>
                    <a:pt x="1130" y="5056"/>
                    <a:pt x="1139" y="5056"/>
                  </a:cubicBezTo>
                  <a:cubicBezTo>
                    <a:pt x="1149" y="5056"/>
                    <a:pt x="1162" y="5050"/>
                    <a:pt x="1175" y="5037"/>
                  </a:cubicBezTo>
                  <a:cubicBezTo>
                    <a:pt x="914" y="3341"/>
                    <a:pt x="549" y="1670"/>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4" name="Google Shape;1074;p30"/>
          <p:cNvGrpSpPr/>
          <p:nvPr/>
        </p:nvGrpSpPr>
        <p:grpSpPr>
          <a:xfrm>
            <a:off x="6841722" y="4140002"/>
            <a:ext cx="690794" cy="660893"/>
            <a:chOff x="4058550" y="928275"/>
            <a:chExt cx="427975" cy="409450"/>
          </a:xfrm>
        </p:grpSpPr>
        <p:sp>
          <p:nvSpPr>
            <p:cNvPr id="1075" name="Google Shape;1075;p30"/>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0"/>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0"/>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8" name="Google Shape;1078;p30"/>
          <p:cNvSpPr/>
          <p:nvPr/>
        </p:nvSpPr>
        <p:spPr>
          <a:xfrm>
            <a:off x="3556467" y="4702513"/>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0"/>
          <p:cNvSpPr/>
          <p:nvPr/>
        </p:nvSpPr>
        <p:spPr>
          <a:xfrm>
            <a:off x="8371042" y="602438"/>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0" name="Google Shape;1080;p30"/>
          <p:cNvGrpSpPr/>
          <p:nvPr/>
        </p:nvGrpSpPr>
        <p:grpSpPr>
          <a:xfrm rot="-6943873">
            <a:off x="4709087" y="3582497"/>
            <a:ext cx="563456" cy="353180"/>
            <a:chOff x="-1417750" y="-266700"/>
            <a:chExt cx="574775" cy="360275"/>
          </a:xfrm>
        </p:grpSpPr>
        <p:sp>
          <p:nvSpPr>
            <p:cNvPr id="1081" name="Google Shape;1081;p30"/>
            <p:cNvSpPr/>
            <p:nvPr/>
          </p:nvSpPr>
          <p:spPr>
            <a:xfrm>
              <a:off x="-1410575" y="-194000"/>
              <a:ext cx="335350" cy="280200"/>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0"/>
            <p:cNvSpPr/>
            <p:nvPr/>
          </p:nvSpPr>
          <p:spPr>
            <a:xfrm>
              <a:off x="-1154175" y="-259125"/>
              <a:ext cx="296850" cy="27345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0"/>
            <p:cNvSpPr/>
            <p:nvPr/>
          </p:nvSpPr>
          <p:spPr>
            <a:xfrm>
              <a:off x="-1137875" y="-190375"/>
              <a:ext cx="278600" cy="204225"/>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0"/>
            <p:cNvSpPr/>
            <p:nvPr/>
          </p:nvSpPr>
          <p:spPr>
            <a:xfrm>
              <a:off x="-1026975" y="-235575"/>
              <a:ext cx="123325" cy="82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9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0"/>
            <p:cNvSpPr/>
            <p:nvPr/>
          </p:nvSpPr>
          <p:spPr>
            <a:xfrm>
              <a:off x="-1406000" y="-142100"/>
              <a:ext cx="330775" cy="228300"/>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0"/>
            <p:cNvSpPr/>
            <p:nvPr/>
          </p:nvSpPr>
          <p:spPr>
            <a:xfrm>
              <a:off x="-1351200" y="-120750"/>
              <a:ext cx="135050" cy="89250"/>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EA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0"/>
            <p:cNvSpPr/>
            <p:nvPr/>
          </p:nvSpPr>
          <p:spPr>
            <a:xfrm>
              <a:off x="-1417750" y="-266700"/>
              <a:ext cx="574775" cy="360275"/>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0"/>
            <p:cNvSpPr/>
            <p:nvPr/>
          </p:nvSpPr>
          <p:spPr>
            <a:xfrm>
              <a:off x="-980650" y="-111225"/>
              <a:ext cx="100500" cy="74175"/>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0"/>
            <p:cNvSpPr/>
            <p:nvPr/>
          </p:nvSpPr>
          <p:spPr>
            <a:xfrm>
              <a:off x="-1388400" y="-117325"/>
              <a:ext cx="70475" cy="71150"/>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0"/>
            <p:cNvSpPr/>
            <p:nvPr/>
          </p:nvSpPr>
          <p:spPr>
            <a:xfrm>
              <a:off x="-1311425" y="-126225"/>
              <a:ext cx="13075" cy="6600"/>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0"/>
            <p:cNvSpPr/>
            <p:nvPr/>
          </p:nvSpPr>
          <p:spPr>
            <a:xfrm>
              <a:off x="-998925" y="-35275"/>
              <a:ext cx="14375" cy="5575"/>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31"/>
          <p:cNvSpPr txBox="1"/>
          <p:nvPr>
            <p:ph idx="1" type="subTitle"/>
          </p:nvPr>
        </p:nvSpPr>
        <p:spPr>
          <a:xfrm>
            <a:off x="925050" y="1255175"/>
            <a:ext cx="7430400" cy="31368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SzPts val="1700"/>
              <a:buChar char="●"/>
            </a:pPr>
            <a:r>
              <a:rPr lang="en" sz="1700"/>
              <a:t>AI tools like Noterro help with note-taking, records, and outcome prediction</a:t>
            </a:r>
            <a:endParaRPr sz="1700"/>
          </a:p>
          <a:p>
            <a:pPr indent="-336550" lvl="0" marL="457200" rtl="0" algn="l">
              <a:lnSpc>
                <a:spcPct val="150000"/>
              </a:lnSpc>
              <a:spcBef>
                <a:spcPts val="0"/>
              </a:spcBef>
              <a:spcAft>
                <a:spcPts val="0"/>
              </a:spcAft>
              <a:buSzPts val="1700"/>
              <a:buChar char="●"/>
            </a:pPr>
            <a:r>
              <a:rPr lang="en" sz="1700"/>
              <a:t>Human trust and comfort remain essential in rehabilitation</a:t>
            </a:r>
            <a:endParaRPr sz="1700"/>
          </a:p>
          <a:p>
            <a:pPr indent="-336550" lvl="0" marL="457200" rtl="0" algn="l">
              <a:lnSpc>
                <a:spcPct val="150000"/>
              </a:lnSpc>
              <a:spcBef>
                <a:spcPts val="0"/>
              </a:spcBef>
              <a:spcAft>
                <a:spcPts val="0"/>
              </a:spcAft>
              <a:buSzPts val="1700"/>
              <a:buChar char="●"/>
            </a:pPr>
            <a:r>
              <a:rPr lang="en" sz="1700"/>
              <a:t>At my internship: patients felt relaxed and safe with my mentor during table treatments (cupping, scraping, needling)</a:t>
            </a:r>
            <a:endParaRPr sz="1700"/>
          </a:p>
          <a:p>
            <a:pPr indent="0" lvl="0" marL="0" rtl="0" algn="l">
              <a:lnSpc>
                <a:spcPct val="150000"/>
              </a:lnSpc>
              <a:spcBef>
                <a:spcPts val="0"/>
              </a:spcBef>
              <a:spcAft>
                <a:spcPts val="0"/>
              </a:spcAft>
              <a:buNone/>
            </a:pPr>
            <a:r>
              <a:t/>
            </a:r>
            <a:endParaRPr sz="1700"/>
          </a:p>
        </p:txBody>
      </p:sp>
      <p:sp>
        <p:nvSpPr>
          <p:cNvPr id="1097" name="Google Shape;1097;p31"/>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Rationale</a:t>
            </a:r>
            <a:endParaRPr/>
          </a:p>
        </p:txBody>
      </p:sp>
      <p:sp>
        <p:nvSpPr>
          <p:cNvPr id="1098" name="Google Shape;1098;p31"/>
          <p:cNvSpPr/>
          <p:nvPr/>
        </p:nvSpPr>
        <p:spPr>
          <a:xfrm>
            <a:off x="5456986" y="4748482"/>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1"/>
          <p:cNvSpPr txBox="1"/>
          <p:nvPr/>
        </p:nvSpPr>
        <p:spPr>
          <a:xfrm>
            <a:off x="1857200" y="2858450"/>
            <a:ext cx="6323100" cy="16239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Font typeface="Roboto Condensed"/>
              <a:buChar char="●"/>
            </a:pPr>
            <a:r>
              <a:rPr lang="en" sz="1700">
                <a:solidFill>
                  <a:schemeClr val="dk1"/>
                </a:solidFill>
                <a:latin typeface="Roboto Condensed"/>
                <a:ea typeface="Roboto Condensed"/>
                <a:cs typeface="Roboto Condensed"/>
                <a:sym typeface="Roboto Condensed"/>
              </a:rPr>
              <a:t>Patients value conversation and reassurance from a real therapist</a:t>
            </a:r>
            <a:endParaRPr sz="1700">
              <a:solidFill>
                <a:schemeClr val="dk1"/>
              </a:solidFill>
              <a:latin typeface="Roboto Condensed"/>
              <a:ea typeface="Roboto Condensed"/>
              <a:cs typeface="Roboto Condensed"/>
              <a:sym typeface="Roboto Condensed"/>
            </a:endParaRPr>
          </a:p>
          <a:p>
            <a:pPr indent="-336550" lvl="0" marL="457200" rtl="0" algn="l">
              <a:lnSpc>
                <a:spcPct val="150000"/>
              </a:lnSpc>
              <a:spcBef>
                <a:spcPts val="0"/>
              </a:spcBef>
              <a:spcAft>
                <a:spcPts val="0"/>
              </a:spcAft>
              <a:buClr>
                <a:schemeClr val="dk1"/>
              </a:buClr>
              <a:buSzPts val="1700"/>
              <a:buFont typeface="Roboto Condensed"/>
              <a:buChar char="●"/>
            </a:pPr>
            <a:r>
              <a:rPr lang="en" sz="1700">
                <a:solidFill>
                  <a:schemeClr val="dk1"/>
                </a:solidFill>
                <a:latin typeface="Roboto Condensed"/>
                <a:ea typeface="Roboto Condensed"/>
                <a:cs typeface="Roboto Condensed"/>
                <a:sym typeface="Roboto Condensed"/>
              </a:rPr>
              <a:t>AI lacks emotional connection and trust needed for hands-on care</a:t>
            </a:r>
            <a:endParaRPr sz="1700">
              <a:solidFill>
                <a:schemeClr val="dk1"/>
              </a:solidFill>
              <a:latin typeface="Roboto Condensed"/>
              <a:ea typeface="Roboto Condensed"/>
              <a:cs typeface="Roboto Condensed"/>
              <a:sym typeface="Roboto Condensed"/>
            </a:endParaRPr>
          </a:p>
          <a:p>
            <a:pPr indent="-336550" lvl="0" marL="457200" rtl="0" algn="l">
              <a:lnSpc>
                <a:spcPct val="150000"/>
              </a:lnSpc>
              <a:spcBef>
                <a:spcPts val="0"/>
              </a:spcBef>
              <a:spcAft>
                <a:spcPts val="0"/>
              </a:spcAft>
              <a:buClr>
                <a:schemeClr val="dk1"/>
              </a:buClr>
              <a:buSzPts val="1700"/>
              <a:buFont typeface="Roboto Condensed"/>
              <a:buChar char="●"/>
            </a:pPr>
            <a:r>
              <a:rPr lang="en" sz="1700">
                <a:solidFill>
                  <a:schemeClr val="dk1"/>
                </a:solidFill>
                <a:latin typeface="Roboto Condensed"/>
                <a:ea typeface="Roboto Condensed"/>
                <a:cs typeface="Roboto Condensed"/>
                <a:sym typeface="Roboto Condensed"/>
              </a:rPr>
              <a:t>Pain or discomfort from an AI system could cause fear or escalation</a:t>
            </a:r>
            <a:endParaRPr sz="1700">
              <a:solidFill>
                <a:schemeClr val="dk1"/>
              </a:solidFill>
              <a:latin typeface="Roboto Condensed"/>
              <a:ea typeface="Roboto Condensed"/>
              <a:cs typeface="Roboto Condensed"/>
              <a:sym typeface="Roboto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32"/>
          <p:cNvSpPr txBox="1"/>
          <p:nvPr>
            <p:ph idx="1" type="subTitle"/>
          </p:nvPr>
        </p:nvSpPr>
        <p:spPr>
          <a:xfrm>
            <a:off x="1615350" y="2616125"/>
            <a:ext cx="2682600" cy="74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t>
            </a:r>
            <a:r>
              <a:rPr lang="en" sz="1700"/>
              <a:t>herapists across the county and discuss the role of AI in their respective clinic, as well as what they aspire to add.</a:t>
            </a:r>
            <a:endParaRPr sz="1700"/>
          </a:p>
        </p:txBody>
      </p:sp>
      <p:sp>
        <p:nvSpPr>
          <p:cNvPr id="1105" name="Google Shape;1105;p32"/>
          <p:cNvSpPr txBox="1"/>
          <p:nvPr>
            <p:ph type="title"/>
          </p:nvPr>
        </p:nvSpPr>
        <p:spPr>
          <a:xfrm>
            <a:off x="714300" y="430675"/>
            <a:ext cx="7715400" cy="46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Future Plans</a:t>
            </a:r>
            <a:endParaRPr/>
          </a:p>
        </p:txBody>
      </p:sp>
      <p:sp>
        <p:nvSpPr>
          <p:cNvPr id="1106" name="Google Shape;1106;p32"/>
          <p:cNvSpPr txBox="1"/>
          <p:nvPr>
            <p:ph idx="2" type="title"/>
          </p:nvPr>
        </p:nvSpPr>
        <p:spPr>
          <a:xfrm>
            <a:off x="1923450" y="2227850"/>
            <a:ext cx="2066400" cy="38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Roboto Condensed"/>
                <a:ea typeface="Roboto Condensed"/>
                <a:cs typeface="Roboto Condensed"/>
                <a:sym typeface="Roboto Condensed"/>
              </a:rPr>
              <a:t>Interview</a:t>
            </a:r>
            <a:endParaRPr b="1">
              <a:latin typeface="Roboto Condensed"/>
              <a:ea typeface="Roboto Condensed"/>
              <a:cs typeface="Roboto Condensed"/>
              <a:sym typeface="Roboto Condensed"/>
            </a:endParaRPr>
          </a:p>
        </p:txBody>
      </p:sp>
      <p:sp>
        <p:nvSpPr>
          <p:cNvPr id="1107" name="Google Shape;1107;p32"/>
          <p:cNvSpPr txBox="1"/>
          <p:nvPr>
            <p:ph idx="3" type="subTitle"/>
          </p:nvPr>
        </p:nvSpPr>
        <p:spPr>
          <a:xfrm>
            <a:off x="4846050" y="2604200"/>
            <a:ext cx="2682600" cy="74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p</a:t>
            </a:r>
            <a:r>
              <a:rPr lang="en" sz="1700"/>
              <a:t>atients at my internship site about how comfortable they would feel with different levels of AI integration.</a:t>
            </a:r>
            <a:endParaRPr sz="1700"/>
          </a:p>
        </p:txBody>
      </p:sp>
      <p:sp>
        <p:nvSpPr>
          <p:cNvPr id="1108" name="Google Shape;1108;p32"/>
          <p:cNvSpPr txBox="1"/>
          <p:nvPr>
            <p:ph idx="4" type="title"/>
          </p:nvPr>
        </p:nvSpPr>
        <p:spPr>
          <a:xfrm>
            <a:off x="5154150" y="2227850"/>
            <a:ext cx="2066400" cy="38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Roboto Condensed"/>
                <a:ea typeface="Roboto Condensed"/>
                <a:cs typeface="Roboto Condensed"/>
                <a:sym typeface="Roboto Condensed"/>
              </a:rPr>
              <a:t>Survey</a:t>
            </a:r>
            <a:endParaRPr b="1">
              <a:latin typeface="Roboto Condensed"/>
              <a:ea typeface="Roboto Condensed"/>
              <a:cs typeface="Roboto Condensed"/>
              <a:sym typeface="Roboto Condensed"/>
            </a:endParaRPr>
          </a:p>
        </p:txBody>
      </p:sp>
      <p:sp>
        <p:nvSpPr>
          <p:cNvPr id="1109" name="Google Shape;1109;p32"/>
          <p:cNvSpPr/>
          <p:nvPr/>
        </p:nvSpPr>
        <p:spPr>
          <a:xfrm>
            <a:off x="2492250" y="1207589"/>
            <a:ext cx="928800" cy="9282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2"/>
          <p:cNvSpPr/>
          <p:nvPr/>
        </p:nvSpPr>
        <p:spPr>
          <a:xfrm>
            <a:off x="5722950" y="1207589"/>
            <a:ext cx="928800" cy="9282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1" name="Google Shape;1111;p32"/>
          <p:cNvGrpSpPr/>
          <p:nvPr/>
        </p:nvGrpSpPr>
        <p:grpSpPr>
          <a:xfrm>
            <a:off x="5946371" y="1461320"/>
            <a:ext cx="481955" cy="420759"/>
            <a:chOff x="4373096" y="3744558"/>
            <a:chExt cx="481955" cy="420759"/>
          </a:xfrm>
        </p:grpSpPr>
        <p:sp>
          <p:nvSpPr>
            <p:cNvPr id="1112" name="Google Shape;1112;p32"/>
            <p:cNvSpPr/>
            <p:nvPr/>
          </p:nvSpPr>
          <p:spPr>
            <a:xfrm>
              <a:off x="4531399" y="3754207"/>
              <a:ext cx="192327" cy="164586"/>
            </a:xfrm>
            <a:custGeom>
              <a:rect b="b" l="l" r="r" t="t"/>
              <a:pathLst>
                <a:path extrusionOk="0" h="8324" w="9727">
                  <a:moveTo>
                    <a:pt x="4152" y="0"/>
                  </a:moveTo>
                  <a:cubicBezTo>
                    <a:pt x="1869" y="0"/>
                    <a:pt x="1" y="1839"/>
                    <a:pt x="1" y="4152"/>
                  </a:cubicBezTo>
                  <a:cubicBezTo>
                    <a:pt x="1" y="6658"/>
                    <a:pt x="2048" y="8324"/>
                    <a:pt x="4190" y="8324"/>
                  </a:cubicBezTo>
                  <a:cubicBezTo>
                    <a:pt x="5215" y="8324"/>
                    <a:pt x="6263" y="7942"/>
                    <a:pt x="7117" y="7087"/>
                  </a:cubicBezTo>
                  <a:cubicBezTo>
                    <a:pt x="9726" y="4478"/>
                    <a:pt x="7858" y="0"/>
                    <a:pt x="41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2"/>
            <p:cNvSpPr/>
            <p:nvPr/>
          </p:nvSpPr>
          <p:spPr>
            <a:xfrm>
              <a:off x="4382488" y="3827486"/>
              <a:ext cx="462597" cy="329054"/>
            </a:xfrm>
            <a:custGeom>
              <a:rect b="b" l="l" r="r" t="t"/>
              <a:pathLst>
                <a:path extrusionOk="0" h="16642" w="23396">
                  <a:moveTo>
                    <a:pt x="7561" y="1"/>
                  </a:moveTo>
                  <a:cubicBezTo>
                    <a:pt x="4952" y="2699"/>
                    <a:pt x="2758" y="5724"/>
                    <a:pt x="979" y="9045"/>
                  </a:cubicBezTo>
                  <a:cubicBezTo>
                    <a:pt x="237" y="10408"/>
                    <a:pt x="0" y="11090"/>
                    <a:pt x="475" y="12573"/>
                  </a:cubicBezTo>
                  <a:cubicBezTo>
                    <a:pt x="564" y="13018"/>
                    <a:pt x="831" y="13433"/>
                    <a:pt x="1216" y="13729"/>
                  </a:cubicBezTo>
                  <a:cubicBezTo>
                    <a:pt x="4537" y="15627"/>
                    <a:pt x="8807" y="16635"/>
                    <a:pt x="12632" y="16635"/>
                  </a:cubicBezTo>
                  <a:cubicBezTo>
                    <a:pt x="12808" y="16639"/>
                    <a:pt x="12984" y="16641"/>
                    <a:pt x="13161" y="16641"/>
                  </a:cubicBezTo>
                  <a:cubicBezTo>
                    <a:pt x="15623" y="16641"/>
                    <a:pt x="18078" y="16256"/>
                    <a:pt x="20430" y="15508"/>
                  </a:cubicBezTo>
                  <a:cubicBezTo>
                    <a:pt x="23395" y="14500"/>
                    <a:pt x="22950" y="11535"/>
                    <a:pt x="22950" y="8778"/>
                  </a:cubicBezTo>
                  <a:cubicBezTo>
                    <a:pt x="22950" y="6591"/>
                    <a:pt x="21360" y="5531"/>
                    <a:pt x="19488" y="5531"/>
                  </a:cubicBezTo>
                  <a:cubicBezTo>
                    <a:pt x="17576" y="5531"/>
                    <a:pt x="15371" y="6636"/>
                    <a:pt x="14263" y="8778"/>
                  </a:cubicBezTo>
                  <a:cubicBezTo>
                    <a:pt x="13610" y="8481"/>
                    <a:pt x="12899" y="8303"/>
                    <a:pt x="12187" y="8303"/>
                  </a:cubicBezTo>
                  <a:cubicBezTo>
                    <a:pt x="10971" y="8303"/>
                    <a:pt x="9340" y="8748"/>
                    <a:pt x="8451" y="9489"/>
                  </a:cubicBezTo>
                  <a:cubicBezTo>
                    <a:pt x="8421" y="8718"/>
                    <a:pt x="8332" y="7977"/>
                    <a:pt x="8214" y="7206"/>
                  </a:cubicBezTo>
                  <a:cubicBezTo>
                    <a:pt x="8065" y="6198"/>
                    <a:pt x="8243" y="5160"/>
                    <a:pt x="8688" y="4241"/>
                  </a:cubicBezTo>
                  <a:lnTo>
                    <a:pt x="8985" y="3618"/>
                  </a:lnTo>
                  <a:lnTo>
                    <a:pt x="7561" y="1"/>
                  </a:lnTo>
                  <a:close/>
                </a:path>
              </a:pathLst>
            </a:custGeom>
            <a:solidFill>
              <a:srgbClr val="FACC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2"/>
            <p:cNvSpPr/>
            <p:nvPr/>
          </p:nvSpPr>
          <p:spPr>
            <a:xfrm>
              <a:off x="4373096" y="3744558"/>
              <a:ext cx="481955" cy="420759"/>
            </a:xfrm>
            <a:custGeom>
              <a:rect b="b" l="l" r="r" t="t"/>
              <a:pathLst>
                <a:path extrusionOk="0" h="21280" w="24375">
                  <a:moveTo>
                    <a:pt x="12188" y="933"/>
                  </a:moveTo>
                  <a:cubicBezTo>
                    <a:pt x="15509" y="933"/>
                    <a:pt x="17139" y="4936"/>
                    <a:pt x="14827" y="7279"/>
                  </a:cubicBezTo>
                  <a:cubicBezTo>
                    <a:pt x="14073" y="8022"/>
                    <a:pt x="13149" y="8355"/>
                    <a:pt x="12240" y="8355"/>
                  </a:cubicBezTo>
                  <a:cubicBezTo>
                    <a:pt x="10324" y="8355"/>
                    <a:pt x="8481" y="6873"/>
                    <a:pt x="8481" y="4640"/>
                  </a:cubicBezTo>
                  <a:cubicBezTo>
                    <a:pt x="8481" y="2594"/>
                    <a:pt x="10142" y="933"/>
                    <a:pt x="12188" y="933"/>
                  </a:cubicBezTo>
                  <a:close/>
                  <a:moveTo>
                    <a:pt x="7621" y="5292"/>
                  </a:moveTo>
                  <a:cubicBezTo>
                    <a:pt x="7740" y="6270"/>
                    <a:pt x="8214" y="7190"/>
                    <a:pt x="8896" y="7872"/>
                  </a:cubicBezTo>
                  <a:lnTo>
                    <a:pt x="8748" y="8198"/>
                  </a:lnTo>
                  <a:cubicBezTo>
                    <a:pt x="8274" y="9206"/>
                    <a:pt x="8096" y="10333"/>
                    <a:pt x="8244" y="11430"/>
                  </a:cubicBezTo>
                  <a:cubicBezTo>
                    <a:pt x="8363" y="12171"/>
                    <a:pt x="8451" y="12912"/>
                    <a:pt x="8481" y="13654"/>
                  </a:cubicBezTo>
                  <a:cubicBezTo>
                    <a:pt x="8481" y="14158"/>
                    <a:pt x="8451" y="14662"/>
                    <a:pt x="8363" y="15136"/>
                  </a:cubicBezTo>
                  <a:cubicBezTo>
                    <a:pt x="8262" y="15506"/>
                    <a:pt x="8552" y="15723"/>
                    <a:pt x="8832" y="15723"/>
                  </a:cubicBezTo>
                  <a:cubicBezTo>
                    <a:pt x="9047" y="15723"/>
                    <a:pt x="9256" y="15597"/>
                    <a:pt x="9282" y="15314"/>
                  </a:cubicBezTo>
                  <a:cubicBezTo>
                    <a:pt x="9371" y="14840"/>
                    <a:pt x="9400" y="14336"/>
                    <a:pt x="9400" y="13861"/>
                  </a:cubicBezTo>
                  <a:cubicBezTo>
                    <a:pt x="10379" y="13239"/>
                    <a:pt x="11506" y="12912"/>
                    <a:pt x="12662" y="12912"/>
                  </a:cubicBezTo>
                  <a:cubicBezTo>
                    <a:pt x="13611" y="12912"/>
                    <a:pt x="14530" y="13209"/>
                    <a:pt x="15331" y="13772"/>
                  </a:cubicBezTo>
                  <a:cubicBezTo>
                    <a:pt x="15402" y="13813"/>
                    <a:pt x="15480" y="13833"/>
                    <a:pt x="15558" y="13833"/>
                  </a:cubicBezTo>
                  <a:cubicBezTo>
                    <a:pt x="15707" y="13833"/>
                    <a:pt x="15856" y="13760"/>
                    <a:pt x="15953" y="13624"/>
                  </a:cubicBezTo>
                  <a:cubicBezTo>
                    <a:pt x="16102" y="13416"/>
                    <a:pt x="16042" y="13120"/>
                    <a:pt x="15835" y="13001"/>
                  </a:cubicBezTo>
                  <a:cubicBezTo>
                    <a:pt x="15686" y="12883"/>
                    <a:pt x="15538" y="12794"/>
                    <a:pt x="15390" y="12734"/>
                  </a:cubicBezTo>
                  <a:cubicBezTo>
                    <a:pt x="16498" y="10986"/>
                    <a:pt x="18383" y="10138"/>
                    <a:pt x="19992" y="10138"/>
                  </a:cubicBezTo>
                  <a:cubicBezTo>
                    <a:pt x="20321" y="10138"/>
                    <a:pt x="20638" y="10173"/>
                    <a:pt x="20935" y="10244"/>
                  </a:cubicBezTo>
                  <a:cubicBezTo>
                    <a:pt x="21676" y="10451"/>
                    <a:pt x="22981" y="11044"/>
                    <a:pt x="22981" y="12912"/>
                  </a:cubicBezTo>
                  <a:cubicBezTo>
                    <a:pt x="22981" y="15700"/>
                    <a:pt x="23396" y="18309"/>
                    <a:pt x="20757" y="19198"/>
                  </a:cubicBezTo>
                  <a:cubicBezTo>
                    <a:pt x="18460" y="19946"/>
                    <a:pt x="16034" y="20331"/>
                    <a:pt x="13624" y="20331"/>
                  </a:cubicBezTo>
                  <a:cubicBezTo>
                    <a:pt x="13452" y="20331"/>
                    <a:pt x="13279" y="20329"/>
                    <a:pt x="13107" y="20325"/>
                  </a:cubicBezTo>
                  <a:cubicBezTo>
                    <a:pt x="9193" y="20296"/>
                    <a:pt x="5338" y="19317"/>
                    <a:pt x="1899" y="17479"/>
                  </a:cubicBezTo>
                  <a:cubicBezTo>
                    <a:pt x="1632" y="17241"/>
                    <a:pt x="1454" y="16915"/>
                    <a:pt x="1365" y="16589"/>
                  </a:cubicBezTo>
                  <a:cubicBezTo>
                    <a:pt x="979" y="15255"/>
                    <a:pt x="1157" y="14691"/>
                    <a:pt x="1839" y="13387"/>
                  </a:cubicBezTo>
                  <a:lnTo>
                    <a:pt x="1869" y="13446"/>
                  </a:lnTo>
                  <a:cubicBezTo>
                    <a:pt x="3440" y="10511"/>
                    <a:pt x="5368" y="7753"/>
                    <a:pt x="7621" y="5292"/>
                  </a:cubicBezTo>
                  <a:close/>
                  <a:moveTo>
                    <a:pt x="12197" y="1"/>
                  </a:moveTo>
                  <a:cubicBezTo>
                    <a:pt x="10092" y="1"/>
                    <a:pt x="8001" y="1385"/>
                    <a:pt x="7621" y="3928"/>
                  </a:cubicBezTo>
                  <a:cubicBezTo>
                    <a:pt x="5012" y="6626"/>
                    <a:pt x="2818" y="9680"/>
                    <a:pt x="1039" y="13001"/>
                  </a:cubicBezTo>
                  <a:cubicBezTo>
                    <a:pt x="268" y="14425"/>
                    <a:pt x="1" y="15225"/>
                    <a:pt x="505" y="16886"/>
                  </a:cubicBezTo>
                  <a:cubicBezTo>
                    <a:pt x="624" y="17449"/>
                    <a:pt x="950" y="17983"/>
                    <a:pt x="1454" y="18309"/>
                  </a:cubicBezTo>
                  <a:cubicBezTo>
                    <a:pt x="4893" y="20266"/>
                    <a:pt x="9252" y="21274"/>
                    <a:pt x="13107" y="21274"/>
                  </a:cubicBezTo>
                  <a:cubicBezTo>
                    <a:pt x="13287" y="21278"/>
                    <a:pt x="13466" y="21280"/>
                    <a:pt x="13646" y="21280"/>
                  </a:cubicBezTo>
                  <a:cubicBezTo>
                    <a:pt x="16160" y="21280"/>
                    <a:pt x="18646" y="20892"/>
                    <a:pt x="21053" y="20118"/>
                  </a:cubicBezTo>
                  <a:cubicBezTo>
                    <a:pt x="24374" y="19021"/>
                    <a:pt x="23900" y="15670"/>
                    <a:pt x="23900" y="12972"/>
                  </a:cubicBezTo>
                  <a:cubicBezTo>
                    <a:pt x="23989" y="11252"/>
                    <a:pt x="22803" y="9740"/>
                    <a:pt x="21142" y="9384"/>
                  </a:cubicBezTo>
                  <a:cubicBezTo>
                    <a:pt x="20767" y="9295"/>
                    <a:pt x="20375" y="9251"/>
                    <a:pt x="19975" y="9251"/>
                  </a:cubicBezTo>
                  <a:cubicBezTo>
                    <a:pt x="17971" y="9251"/>
                    <a:pt x="15771" y="10347"/>
                    <a:pt x="14560" y="12349"/>
                  </a:cubicBezTo>
                  <a:cubicBezTo>
                    <a:pt x="13937" y="12141"/>
                    <a:pt x="13314" y="12023"/>
                    <a:pt x="12662" y="12023"/>
                  </a:cubicBezTo>
                  <a:cubicBezTo>
                    <a:pt x="11506" y="12023"/>
                    <a:pt x="10379" y="12319"/>
                    <a:pt x="9341" y="12823"/>
                  </a:cubicBezTo>
                  <a:cubicBezTo>
                    <a:pt x="9311" y="12230"/>
                    <a:pt x="9222" y="11726"/>
                    <a:pt x="9163" y="11282"/>
                  </a:cubicBezTo>
                  <a:cubicBezTo>
                    <a:pt x="9045" y="10333"/>
                    <a:pt x="9193" y="9354"/>
                    <a:pt x="9638" y="8494"/>
                  </a:cubicBezTo>
                  <a:cubicBezTo>
                    <a:pt x="10468" y="9033"/>
                    <a:pt x="11339" y="9271"/>
                    <a:pt x="12177" y="9271"/>
                  </a:cubicBezTo>
                  <a:cubicBezTo>
                    <a:pt x="15258" y="9271"/>
                    <a:pt x="17890" y="6052"/>
                    <a:pt x="16398" y="2742"/>
                  </a:cubicBezTo>
                  <a:cubicBezTo>
                    <a:pt x="15557" y="877"/>
                    <a:pt x="13873" y="1"/>
                    <a:pt x="121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2"/>
            <p:cNvSpPr/>
            <p:nvPr/>
          </p:nvSpPr>
          <p:spPr>
            <a:xfrm>
              <a:off x="4567762" y="3790550"/>
              <a:ext cx="107305" cy="91408"/>
            </a:xfrm>
            <a:custGeom>
              <a:rect b="b" l="l" r="r" t="t"/>
              <a:pathLst>
                <a:path extrusionOk="0" h="4623" w="5427">
                  <a:moveTo>
                    <a:pt x="2313" y="1"/>
                  </a:moveTo>
                  <a:cubicBezTo>
                    <a:pt x="1038" y="1"/>
                    <a:pt x="0" y="1039"/>
                    <a:pt x="0" y="2314"/>
                  </a:cubicBezTo>
                  <a:cubicBezTo>
                    <a:pt x="0" y="3699"/>
                    <a:pt x="1143" y="4623"/>
                    <a:pt x="2341" y="4623"/>
                  </a:cubicBezTo>
                  <a:cubicBezTo>
                    <a:pt x="2912" y="4623"/>
                    <a:pt x="3495" y="4413"/>
                    <a:pt x="3973" y="3944"/>
                  </a:cubicBezTo>
                  <a:cubicBezTo>
                    <a:pt x="5426" y="2492"/>
                    <a:pt x="4389" y="1"/>
                    <a:pt x="23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2"/>
            <p:cNvSpPr/>
            <p:nvPr/>
          </p:nvSpPr>
          <p:spPr>
            <a:xfrm>
              <a:off x="4772373" y="4083111"/>
              <a:ext cx="21710" cy="18210"/>
            </a:xfrm>
            <a:custGeom>
              <a:rect b="b" l="l" r="r" t="t"/>
              <a:pathLst>
                <a:path extrusionOk="0" h="921" w="1098">
                  <a:moveTo>
                    <a:pt x="489" y="0"/>
                  </a:moveTo>
                  <a:cubicBezTo>
                    <a:pt x="242" y="0"/>
                    <a:pt x="0" y="188"/>
                    <a:pt x="0" y="475"/>
                  </a:cubicBezTo>
                  <a:cubicBezTo>
                    <a:pt x="0" y="712"/>
                    <a:pt x="208" y="920"/>
                    <a:pt x="475" y="920"/>
                  </a:cubicBezTo>
                  <a:cubicBezTo>
                    <a:pt x="890" y="920"/>
                    <a:pt x="1098" y="416"/>
                    <a:pt x="801" y="119"/>
                  </a:cubicBezTo>
                  <a:cubicBezTo>
                    <a:pt x="710" y="37"/>
                    <a:pt x="599" y="0"/>
                    <a:pt x="4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2"/>
            <p:cNvSpPr/>
            <p:nvPr/>
          </p:nvSpPr>
          <p:spPr>
            <a:xfrm>
              <a:off x="4581029" y="4098119"/>
              <a:ext cx="179495" cy="30806"/>
            </a:xfrm>
            <a:custGeom>
              <a:rect b="b" l="l" r="r" t="t"/>
              <a:pathLst>
                <a:path extrusionOk="0" h="1558" w="9078">
                  <a:moveTo>
                    <a:pt x="8448" y="1"/>
                  </a:moveTo>
                  <a:cubicBezTo>
                    <a:pt x="8415" y="1"/>
                    <a:pt x="8380" y="5"/>
                    <a:pt x="8343" y="13"/>
                  </a:cubicBezTo>
                  <a:cubicBezTo>
                    <a:pt x="6564" y="430"/>
                    <a:pt x="4759" y="638"/>
                    <a:pt x="2952" y="638"/>
                  </a:cubicBezTo>
                  <a:cubicBezTo>
                    <a:pt x="2832" y="638"/>
                    <a:pt x="2711" y="637"/>
                    <a:pt x="2591" y="635"/>
                  </a:cubicBezTo>
                  <a:cubicBezTo>
                    <a:pt x="1968" y="635"/>
                    <a:pt x="1256" y="606"/>
                    <a:pt x="693" y="546"/>
                  </a:cubicBezTo>
                  <a:cubicBezTo>
                    <a:pt x="674" y="545"/>
                    <a:pt x="655" y="544"/>
                    <a:pt x="636" y="544"/>
                  </a:cubicBezTo>
                  <a:cubicBezTo>
                    <a:pt x="66" y="544"/>
                    <a:pt x="1" y="1408"/>
                    <a:pt x="604" y="1466"/>
                  </a:cubicBezTo>
                  <a:cubicBezTo>
                    <a:pt x="1197" y="1525"/>
                    <a:pt x="1938" y="1555"/>
                    <a:pt x="2591" y="1555"/>
                  </a:cubicBezTo>
                  <a:cubicBezTo>
                    <a:pt x="2716" y="1556"/>
                    <a:pt x="2842" y="1557"/>
                    <a:pt x="2967" y="1557"/>
                  </a:cubicBezTo>
                  <a:cubicBezTo>
                    <a:pt x="4858" y="1557"/>
                    <a:pt x="6745" y="1347"/>
                    <a:pt x="8580" y="902"/>
                  </a:cubicBezTo>
                  <a:cubicBezTo>
                    <a:pt x="9078" y="709"/>
                    <a:pt x="8906" y="1"/>
                    <a:pt x="8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2"/>
            <p:cNvSpPr/>
            <p:nvPr/>
          </p:nvSpPr>
          <p:spPr>
            <a:xfrm>
              <a:off x="4559536" y="3781296"/>
              <a:ext cx="127829" cy="109540"/>
            </a:xfrm>
            <a:custGeom>
              <a:rect b="b" l="l" r="r" t="t"/>
              <a:pathLst>
                <a:path extrusionOk="0" h="5540" w="6465">
                  <a:moveTo>
                    <a:pt x="2759" y="943"/>
                  </a:moveTo>
                  <a:cubicBezTo>
                    <a:pt x="4419" y="943"/>
                    <a:pt x="5249" y="2930"/>
                    <a:pt x="4063" y="4086"/>
                  </a:cubicBezTo>
                  <a:cubicBezTo>
                    <a:pt x="3687" y="4472"/>
                    <a:pt x="3223" y="4645"/>
                    <a:pt x="2768" y="4645"/>
                  </a:cubicBezTo>
                  <a:cubicBezTo>
                    <a:pt x="1825" y="4645"/>
                    <a:pt x="920" y="3902"/>
                    <a:pt x="920" y="2782"/>
                  </a:cubicBezTo>
                  <a:cubicBezTo>
                    <a:pt x="920" y="1744"/>
                    <a:pt x="1750" y="943"/>
                    <a:pt x="2759" y="943"/>
                  </a:cubicBezTo>
                  <a:close/>
                  <a:moveTo>
                    <a:pt x="2767" y="1"/>
                  </a:moveTo>
                  <a:cubicBezTo>
                    <a:pt x="1351" y="1"/>
                    <a:pt x="1" y="1101"/>
                    <a:pt x="1" y="2782"/>
                  </a:cubicBezTo>
                  <a:cubicBezTo>
                    <a:pt x="1" y="4324"/>
                    <a:pt x="1246" y="5539"/>
                    <a:pt x="2759" y="5539"/>
                  </a:cubicBezTo>
                  <a:cubicBezTo>
                    <a:pt x="5249" y="5539"/>
                    <a:pt x="6465" y="2544"/>
                    <a:pt x="4716" y="825"/>
                  </a:cubicBezTo>
                  <a:cubicBezTo>
                    <a:pt x="4147" y="256"/>
                    <a:pt x="3449" y="1"/>
                    <a:pt x="27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9" name="Google Shape;1119;p32"/>
          <p:cNvGrpSpPr/>
          <p:nvPr/>
        </p:nvGrpSpPr>
        <p:grpSpPr>
          <a:xfrm>
            <a:off x="2722722" y="1437483"/>
            <a:ext cx="467857" cy="468450"/>
            <a:chOff x="5025072" y="1152833"/>
            <a:chExt cx="467857" cy="468450"/>
          </a:xfrm>
        </p:grpSpPr>
        <p:sp>
          <p:nvSpPr>
            <p:cNvPr id="1120" name="Google Shape;1120;p32"/>
            <p:cNvSpPr/>
            <p:nvPr/>
          </p:nvSpPr>
          <p:spPr>
            <a:xfrm>
              <a:off x="5033851" y="1162206"/>
              <a:ext cx="450299" cy="352959"/>
            </a:xfrm>
            <a:custGeom>
              <a:rect b="b" l="l" r="r" t="t"/>
              <a:pathLst>
                <a:path extrusionOk="0" h="17851" w="22774">
                  <a:moveTo>
                    <a:pt x="950" y="0"/>
                  </a:moveTo>
                  <a:cubicBezTo>
                    <a:pt x="416" y="0"/>
                    <a:pt x="1" y="416"/>
                    <a:pt x="31" y="920"/>
                  </a:cubicBezTo>
                  <a:lnTo>
                    <a:pt x="31" y="16902"/>
                  </a:lnTo>
                  <a:cubicBezTo>
                    <a:pt x="1" y="17435"/>
                    <a:pt x="416" y="17850"/>
                    <a:pt x="950" y="17850"/>
                  </a:cubicBezTo>
                  <a:lnTo>
                    <a:pt x="21854" y="17850"/>
                  </a:lnTo>
                  <a:cubicBezTo>
                    <a:pt x="22358" y="17850"/>
                    <a:pt x="22773" y="17435"/>
                    <a:pt x="22773" y="16902"/>
                  </a:cubicBezTo>
                  <a:lnTo>
                    <a:pt x="22773" y="920"/>
                  </a:lnTo>
                  <a:cubicBezTo>
                    <a:pt x="22773" y="416"/>
                    <a:pt x="22358" y="0"/>
                    <a:pt x="2185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2"/>
            <p:cNvSpPr/>
            <p:nvPr/>
          </p:nvSpPr>
          <p:spPr>
            <a:xfrm>
              <a:off x="5070787" y="1198548"/>
              <a:ext cx="376429" cy="279682"/>
            </a:xfrm>
            <a:custGeom>
              <a:rect b="b" l="l" r="r" t="t"/>
              <a:pathLst>
                <a:path extrusionOk="0" h="14145" w="19038">
                  <a:moveTo>
                    <a:pt x="1" y="1"/>
                  </a:moveTo>
                  <a:lnTo>
                    <a:pt x="1" y="14144"/>
                  </a:lnTo>
                  <a:lnTo>
                    <a:pt x="19037" y="14144"/>
                  </a:lnTo>
                  <a:lnTo>
                    <a:pt x="1903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2"/>
            <p:cNvSpPr/>
            <p:nvPr/>
          </p:nvSpPr>
          <p:spPr>
            <a:xfrm>
              <a:off x="5131194" y="1575540"/>
              <a:ext cx="256212" cy="36362"/>
            </a:xfrm>
            <a:custGeom>
              <a:rect b="b" l="l" r="r" t="t"/>
              <a:pathLst>
                <a:path extrusionOk="0" h="1839" w="12958">
                  <a:moveTo>
                    <a:pt x="919" y="1"/>
                  </a:moveTo>
                  <a:cubicBezTo>
                    <a:pt x="415" y="1"/>
                    <a:pt x="0" y="386"/>
                    <a:pt x="0" y="920"/>
                  </a:cubicBezTo>
                  <a:lnTo>
                    <a:pt x="0" y="1839"/>
                  </a:lnTo>
                  <a:lnTo>
                    <a:pt x="12958" y="1839"/>
                  </a:lnTo>
                  <a:lnTo>
                    <a:pt x="12958" y="920"/>
                  </a:lnTo>
                  <a:cubicBezTo>
                    <a:pt x="12958" y="386"/>
                    <a:pt x="12543" y="1"/>
                    <a:pt x="120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2"/>
            <p:cNvSpPr/>
            <p:nvPr/>
          </p:nvSpPr>
          <p:spPr>
            <a:xfrm>
              <a:off x="5185708" y="1515153"/>
              <a:ext cx="146593" cy="60405"/>
            </a:xfrm>
            <a:custGeom>
              <a:rect b="b" l="l" r="r" t="t"/>
              <a:pathLst>
                <a:path extrusionOk="0" h="3055" w="7414">
                  <a:moveTo>
                    <a:pt x="949" y="0"/>
                  </a:moveTo>
                  <a:lnTo>
                    <a:pt x="1" y="3055"/>
                  </a:lnTo>
                  <a:lnTo>
                    <a:pt x="7413" y="3055"/>
                  </a:lnTo>
                  <a:lnTo>
                    <a:pt x="649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2"/>
            <p:cNvSpPr/>
            <p:nvPr/>
          </p:nvSpPr>
          <p:spPr>
            <a:xfrm>
              <a:off x="5246688" y="1469419"/>
              <a:ext cx="21710" cy="18033"/>
            </a:xfrm>
            <a:custGeom>
              <a:rect b="b" l="l" r="r" t="t"/>
              <a:pathLst>
                <a:path extrusionOk="0" h="912" w="1098">
                  <a:moveTo>
                    <a:pt x="623" y="1"/>
                  </a:moveTo>
                  <a:cubicBezTo>
                    <a:pt x="208" y="1"/>
                    <a:pt x="0" y="475"/>
                    <a:pt x="297" y="772"/>
                  </a:cubicBezTo>
                  <a:cubicBezTo>
                    <a:pt x="393" y="868"/>
                    <a:pt x="512" y="911"/>
                    <a:pt x="628" y="911"/>
                  </a:cubicBezTo>
                  <a:cubicBezTo>
                    <a:pt x="868" y="911"/>
                    <a:pt x="1097" y="726"/>
                    <a:pt x="1097" y="445"/>
                  </a:cubicBezTo>
                  <a:cubicBezTo>
                    <a:pt x="1097" y="208"/>
                    <a:pt x="890" y="1"/>
                    <a:pt x="6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2"/>
            <p:cNvSpPr/>
            <p:nvPr/>
          </p:nvSpPr>
          <p:spPr>
            <a:xfrm>
              <a:off x="5025072" y="1152833"/>
              <a:ext cx="467857" cy="468450"/>
            </a:xfrm>
            <a:custGeom>
              <a:rect b="b" l="l" r="r" t="t"/>
              <a:pathLst>
                <a:path extrusionOk="0" h="23692" w="23662">
                  <a:moveTo>
                    <a:pt x="22298" y="919"/>
                  </a:moveTo>
                  <a:cubicBezTo>
                    <a:pt x="22535" y="919"/>
                    <a:pt x="22743" y="1127"/>
                    <a:pt x="22743" y="1394"/>
                  </a:cubicBezTo>
                  <a:lnTo>
                    <a:pt x="22743" y="17376"/>
                  </a:lnTo>
                  <a:lnTo>
                    <a:pt x="22743" y="17405"/>
                  </a:lnTo>
                  <a:cubicBezTo>
                    <a:pt x="22743" y="17672"/>
                    <a:pt x="22535" y="17880"/>
                    <a:pt x="22298" y="17880"/>
                  </a:cubicBezTo>
                  <a:lnTo>
                    <a:pt x="1394" y="17880"/>
                  </a:lnTo>
                  <a:cubicBezTo>
                    <a:pt x="1127" y="17880"/>
                    <a:pt x="919" y="17672"/>
                    <a:pt x="919" y="17405"/>
                  </a:cubicBezTo>
                  <a:lnTo>
                    <a:pt x="919" y="1394"/>
                  </a:lnTo>
                  <a:cubicBezTo>
                    <a:pt x="919" y="1127"/>
                    <a:pt x="1127" y="919"/>
                    <a:pt x="1394" y="919"/>
                  </a:cubicBezTo>
                  <a:close/>
                  <a:moveTo>
                    <a:pt x="14262" y="18799"/>
                  </a:moveTo>
                  <a:lnTo>
                    <a:pt x="14915" y="20934"/>
                  </a:lnTo>
                  <a:lnTo>
                    <a:pt x="8777" y="20934"/>
                  </a:lnTo>
                  <a:lnTo>
                    <a:pt x="9400" y="18799"/>
                  </a:lnTo>
                  <a:close/>
                  <a:moveTo>
                    <a:pt x="17405" y="21853"/>
                  </a:moveTo>
                  <a:cubicBezTo>
                    <a:pt x="17643" y="21853"/>
                    <a:pt x="17850" y="22061"/>
                    <a:pt x="17850" y="22298"/>
                  </a:cubicBezTo>
                  <a:lnTo>
                    <a:pt x="17850" y="22772"/>
                  </a:lnTo>
                  <a:lnTo>
                    <a:pt x="5841" y="22772"/>
                  </a:lnTo>
                  <a:lnTo>
                    <a:pt x="5841" y="22298"/>
                  </a:lnTo>
                  <a:cubicBezTo>
                    <a:pt x="5841" y="22061"/>
                    <a:pt x="6049" y="21853"/>
                    <a:pt x="6286" y="21853"/>
                  </a:cubicBezTo>
                  <a:close/>
                  <a:moveTo>
                    <a:pt x="22268" y="0"/>
                  </a:moveTo>
                  <a:lnTo>
                    <a:pt x="22298" y="30"/>
                  </a:lnTo>
                  <a:lnTo>
                    <a:pt x="1394" y="30"/>
                  </a:lnTo>
                  <a:cubicBezTo>
                    <a:pt x="623" y="30"/>
                    <a:pt x="0" y="652"/>
                    <a:pt x="0" y="1423"/>
                  </a:cubicBezTo>
                  <a:lnTo>
                    <a:pt x="0" y="17405"/>
                  </a:lnTo>
                  <a:cubicBezTo>
                    <a:pt x="0" y="18176"/>
                    <a:pt x="623" y="18799"/>
                    <a:pt x="1394" y="18799"/>
                  </a:cubicBezTo>
                  <a:lnTo>
                    <a:pt x="8451" y="18799"/>
                  </a:lnTo>
                  <a:lnTo>
                    <a:pt x="7798" y="20934"/>
                  </a:lnTo>
                  <a:lnTo>
                    <a:pt x="6286" y="20934"/>
                  </a:lnTo>
                  <a:cubicBezTo>
                    <a:pt x="5515" y="20934"/>
                    <a:pt x="4893" y="21556"/>
                    <a:pt x="4893" y="22298"/>
                  </a:cubicBezTo>
                  <a:lnTo>
                    <a:pt x="4893" y="23247"/>
                  </a:lnTo>
                  <a:cubicBezTo>
                    <a:pt x="4893" y="23484"/>
                    <a:pt x="5100" y="23691"/>
                    <a:pt x="5367" y="23691"/>
                  </a:cubicBezTo>
                  <a:lnTo>
                    <a:pt x="18325" y="23691"/>
                  </a:lnTo>
                  <a:cubicBezTo>
                    <a:pt x="18562" y="23691"/>
                    <a:pt x="18769" y="23484"/>
                    <a:pt x="18769" y="23247"/>
                  </a:cubicBezTo>
                  <a:lnTo>
                    <a:pt x="18769" y="22298"/>
                  </a:lnTo>
                  <a:cubicBezTo>
                    <a:pt x="18769" y="21556"/>
                    <a:pt x="18147" y="20934"/>
                    <a:pt x="17376" y="20934"/>
                  </a:cubicBezTo>
                  <a:lnTo>
                    <a:pt x="15893" y="20934"/>
                  </a:lnTo>
                  <a:lnTo>
                    <a:pt x="15241" y="18799"/>
                  </a:lnTo>
                  <a:lnTo>
                    <a:pt x="22268" y="18799"/>
                  </a:lnTo>
                  <a:cubicBezTo>
                    <a:pt x="23039" y="18799"/>
                    <a:pt x="23662" y="18176"/>
                    <a:pt x="23662" y="17405"/>
                  </a:cubicBezTo>
                  <a:lnTo>
                    <a:pt x="23662" y="1394"/>
                  </a:lnTo>
                  <a:cubicBezTo>
                    <a:pt x="23662" y="623"/>
                    <a:pt x="23039" y="0"/>
                    <a:pt x="22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2"/>
            <p:cNvSpPr/>
            <p:nvPr/>
          </p:nvSpPr>
          <p:spPr>
            <a:xfrm>
              <a:off x="5062008" y="1189176"/>
              <a:ext cx="394580" cy="298426"/>
            </a:xfrm>
            <a:custGeom>
              <a:rect b="b" l="l" r="r" t="t"/>
              <a:pathLst>
                <a:path extrusionOk="0" h="15093" w="19956">
                  <a:moveTo>
                    <a:pt x="445" y="0"/>
                  </a:moveTo>
                  <a:cubicBezTo>
                    <a:pt x="208" y="0"/>
                    <a:pt x="0" y="208"/>
                    <a:pt x="0" y="475"/>
                  </a:cubicBezTo>
                  <a:lnTo>
                    <a:pt x="0" y="14618"/>
                  </a:lnTo>
                  <a:cubicBezTo>
                    <a:pt x="0" y="14885"/>
                    <a:pt x="208" y="15093"/>
                    <a:pt x="445" y="15093"/>
                  </a:cubicBezTo>
                  <a:lnTo>
                    <a:pt x="8125" y="15093"/>
                  </a:lnTo>
                  <a:cubicBezTo>
                    <a:pt x="8747" y="15093"/>
                    <a:pt x="8747" y="14174"/>
                    <a:pt x="8125" y="14174"/>
                  </a:cubicBezTo>
                  <a:lnTo>
                    <a:pt x="919" y="14174"/>
                  </a:lnTo>
                  <a:lnTo>
                    <a:pt x="919" y="949"/>
                  </a:lnTo>
                  <a:lnTo>
                    <a:pt x="19036" y="949"/>
                  </a:lnTo>
                  <a:lnTo>
                    <a:pt x="19036" y="14174"/>
                  </a:lnTo>
                  <a:lnTo>
                    <a:pt x="11831" y="14174"/>
                  </a:lnTo>
                  <a:cubicBezTo>
                    <a:pt x="11208" y="14174"/>
                    <a:pt x="11208" y="15093"/>
                    <a:pt x="11831" y="15093"/>
                  </a:cubicBezTo>
                  <a:lnTo>
                    <a:pt x="19511" y="15093"/>
                  </a:lnTo>
                  <a:cubicBezTo>
                    <a:pt x="19748" y="15093"/>
                    <a:pt x="19956" y="14885"/>
                    <a:pt x="19956" y="14618"/>
                  </a:cubicBezTo>
                  <a:lnTo>
                    <a:pt x="19956" y="475"/>
                  </a:lnTo>
                  <a:cubicBezTo>
                    <a:pt x="19956" y="208"/>
                    <a:pt x="19748" y="0"/>
                    <a:pt x="195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2"/>
            <p:cNvSpPr/>
            <p:nvPr/>
          </p:nvSpPr>
          <p:spPr>
            <a:xfrm>
              <a:off x="5094831" y="1267991"/>
              <a:ext cx="328342" cy="146929"/>
            </a:xfrm>
            <a:custGeom>
              <a:rect b="b" l="l" r="r" t="t"/>
              <a:pathLst>
                <a:path extrusionOk="0" h="7431" w="16606">
                  <a:moveTo>
                    <a:pt x="7367" y="1"/>
                  </a:moveTo>
                  <a:cubicBezTo>
                    <a:pt x="7194" y="1"/>
                    <a:pt x="7022" y="91"/>
                    <a:pt x="6939" y="284"/>
                  </a:cubicBezTo>
                  <a:lnTo>
                    <a:pt x="5575" y="3753"/>
                  </a:lnTo>
                  <a:lnTo>
                    <a:pt x="5041" y="2182"/>
                  </a:lnTo>
                  <a:cubicBezTo>
                    <a:pt x="4963" y="1963"/>
                    <a:pt x="4778" y="1851"/>
                    <a:pt x="4594" y="1851"/>
                  </a:cubicBezTo>
                  <a:cubicBezTo>
                    <a:pt x="4429" y="1851"/>
                    <a:pt x="4266" y="1940"/>
                    <a:pt x="4182" y="2123"/>
                  </a:cubicBezTo>
                  <a:lnTo>
                    <a:pt x="3381" y="3694"/>
                  </a:lnTo>
                  <a:lnTo>
                    <a:pt x="623" y="3694"/>
                  </a:lnTo>
                  <a:cubicBezTo>
                    <a:pt x="1" y="3694"/>
                    <a:pt x="1" y="4643"/>
                    <a:pt x="623" y="4643"/>
                  </a:cubicBezTo>
                  <a:lnTo>
                    <a:pt x="3677" y="4643"/>
                  </a:lnTo>
                  <a:cubicBezTo>
                    <a:pt x="3855" y="4643"/>
                    <a:pt x="4004" y="4524"/>
                    <a:pt x="4093" y="4376"/>
                  </a:cubicBezTo>
                  <a:lnTo>
                    <a:pt x="4508" y="3516"/>
                  </a:lnTo>
                  <a:lnTo>
                    <a:pt x="5101" y="5236"/>
                  </a:lnTo>
                  <a:cubicBezTo>
                    <a:pt x="5161" y="5447"/>
                    <a:pt x="5337" y="5551"/>
                    <a:pt x="5518" y="5551"/>
                  </a:cubicBezTo>
                  <a:cubicBezTo>
                    <a:pt x="5693" y="5551"/>
                    <a:pt x="5873" y="5455"/>
                    <a:pt x="5961" y="5266"/>
                  </a:cubicBezTo>
                  <a:lnTo>
                    <a:pt x="7295" y="1885"/>
                  </a:lnTo>
                  <a:lnTo>
                    <a:pt x="8777" y="7074"/>
                  </a:lnTo>
                  <a:cubicBezTo>
                    <a:pt x="8837" y="7282"/>
                    <a:pt x="9015" y="7400"/>
                    <a:pt x="9193" y="7430"/>
                  </a:cubicBezTo>
                  <a:lnTo>
                    <a:pt x="9222" y="7430"/>
                  </a:lnTo>
                  <a:cubicBezTo>
                    <a:pt x="9430" y="7430"/>
                    <a:pt x="9578" y="7311"/>
                    <a:pt x="9667" y="7134"/>
                  </a:cubicBezTo>
                  <a:lnTo>
                    <a:pt x="11150" y="3457"/>
                  </a:lnTo>
                  <a:lnTo>
                    <a:pt x="11594" y="4376"/>
                  </a:lnTo>
                  <a:cubicBezTo>
                    <a:pt x="11683" y="4524"/>
                    <a:pt x="11832" y="4613"/>
                    <a:pt x="12009" y="4643"/>
                  </a:cubicBezTo>
                  <a:lnTo>
                    <a:pt x="15983" y="4643"/>
                  </a:lnTo>
                  <a:cubicBezTo>
                    <a:pt x="16605" y="4643"/>
                    <a:pt x="16605" y="3694"/>
                    <a:pt x="15983" y="3694"/>
                  </a:cubicBezTo>
                  <a:lnTo>
                    <a:pt x="12276" y="3694"/>
                  </a:lnTo>
                  <a:lnTo>
                    <a:pt x="11505" y="2123"/>
                  </a:lnTo>
                  <a:cubicBezTo>
                    <a:pt x="11420" y="1937"/>
                    <a:pt x="11252" y="1848"/>
                    <a:pt x="11084" y="1848"/>
                  </a:cubicBezTo>
                  <a:cubicBezTo>
                    <a:pt x="10903" y="1848"/>
                    <a:pt x="10722" y="1952"/>
                    <a:pt x="10646" y="2152"/>
                  </a:cubicBezTo>
                  <a:lnTo>
                    <a:pt x="9311" y="5503"/>
                  </a:lnTo>
                  <a:lnTo>
                    <a:pt x="7829" y="343"/>
                  </a:lnTo>
                  <a:cubicBezTo>
                    <a:pt x="7765" y="121"/>
                    <a:pt x="7566" y="1"/>
                    <a:pt x="73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8" name="Google Shape;1128;p32"/>
          <p:cNvSpPr txBox="1"/>
          <p:nvPr>
            <p:ph idx="3" type="subTitle"/>
          </p:nvPr>
        </p:nvSpPr>
        <p:spPr>
          <a:xfrm>
            <a:off x="1531300" y="4074525"/>
            <a:ext cx="5913300" cy="748200"/>
          </a:xfrm>
          <a:prstGeom prst="rect">
            <a:avLst/>
          </a:prstGeom>
          <a:ln>
            <a:noFill/>
          </a:ln>
        </p:spPr>
        <p:txBody>
          <a:bodyPr anchorCtr="0" anchor="t" bIns="91425" lIns="91425" spcFirstLastPara="1" rIns="91425" wrap="square" tIns="91425">
            <a:noAutofit/>
          </a:bodyPr>
          <a:lstStyle/>
          <a:p>
            <a:pPr indent="0" lvl="0" marL="0" rtl="0" algn="ctr">
              <a:lnSpc>
                <a:spcPct val="135000"/>
              </a:lnSpc>
              <a:spcBef>
                <a:spcPts val="0"/>
              </a:spcBef>
              <a:spcAft>
                <a:spcPts val="0"/>
              </a:spcAft>
              <a:buNone/>
            </a:pPr>
            <a:r>
              <a:rPr lang="en" sz="1700"/>
              <a:t>This information would be crucial in supporting my hypothesis because it </a:t>
            </a:r>
            <a:r>
              <a:rPr lang="en" sz="1700"/>
              <a:t>emphasizes the need of trust and human-to-human care.</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33"/>
          <p:cNvSpPr/>
          <p:nvPr/>
        </p:nvSpPr>
        <p:spPr>
          <a:xfrm>
            <a:off x="2219275" y="1503962"/>
            <a:ext cx="4705460" cy="1541226"/>
          </a:xfrm>
          <a:custGeom>
            <a:rect b="b" l="l" r="r" t="t"/>
            <a:pathLst>
              <a:path extrusionOk="0" h="16752" w="182047">
                <a:moveTo>
                  <a:pt x="886" y="0"/>
                </a:moveTo>
                <a:lnTo>
                  <a:pt x="182047" y="0"/>
                </a:lnTo>
                <a:lnTo>
                  <a:pt x="176367" y="8898"/>
                </a:lnTo>
                <a:lnTo>
                  <a:pt x="181271" y="16752"/>
                </a:lnTo>
                <a:lnTo>
                  <a:pt x="0" y="16752"/>
                </a:lnTo>
                <a:lnTo>
                  <a:pt x="6822" y="9279"/>
                </a:lnTo>
                <a:close/>
              </a:path>
            </a:pathLst>
          </a:custGeom>
          <a:solidFill>
            <a:schemeClr val="accent5"/>
          </a:solidFill>
          <a:ln cap="flat" cmpd="sng" w="19050">
            <a:solidFill>
              <a:schemeClr val="dk1"/>
            </a:solidFill>
            <a:prstDash val="solid"/>
            <a:round/>
            <a:headEnd len="med" w="med" type="none"/>
            <a:tailEnd len="med" w="med" type="none"/>
          </a:ln>
        </p:spPr>
      </p:sp>
      <p:sp>
        <p:nvSpPr>
          <p:cNvPr id="1134" name="Google Shape;1134;p33"/>
          <p:cNvSpPr txBox="1"/>
          <p:nvPr>
            <p:ph type="title"/>
          </p:nvPr>
        </p:nvSpPr>
        <p:spPr>
          <a:xfrm>
            <a:off x="2452650" y="1703513"/>
            <a:ext cx="4238700" cy="114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000"/>
              <a:t>THANKS!</a:t>
            </a:r>
            <a:endParaRPr sz="6000"/>
          </a:p>
        </p:txBody>
      </p:sp>
      <p:grpSp>
        <p:nvGrpSpPr>
          <p:cNvPr id="1135" name="Google Shape;1135;p33"/>
          <p:cNvGrpSpPr/>
          <p:nvPr/>
        </p:nvGrpSpPr>
        <p:grpSpPr>
          <a:xfrm rot="-591087">
            <a:off x="6846209" y="2345791"/>
            <a:ext cx="2974985" cy="2566372"/>
            <a:chOff x="-4421110" y="447626"/>
            <a:chExt cx="2677553" cy="2309793"/>
          </a:xfrm>
        </p:grpSpPr>
        <p:sp>
          <p:nvSpPr>
            <p:cNvPr id="1136" name="Google Shape;1136;p33"/>
            <p:cNvSpPr/>
            <p:nvPr/>
          </p:nvSpPr>
          <p:spPr>
            <a:xfrm rot="1770609">
              <a:off x="-3925425" y="1734516"/>
              <a:ext cx="628051" cy="309027"/>
            </a:xfrm>
            <a:custGeom>
              <a:rect b="b" l="l" r="r" t="t"/>
              <a:pathLst>
                <a:path extrusionOk="0" h="9862" w="20043">
                  <a:moveTo>
                    <a:pt x="1149" y="1"/>
                  </a:moveTo>
                  <a:cubicBezTo>
                    <a:pt x="1143" y="1"/>
                    <a:pt x="1136" y="7"/>
                    <a:pt x="1123" y="20"/>
                  </a:cubicBezTo>
                  <a:cubicBezTo>
                    <a:pt x="1123" y="20"/>
                    <a:pt x="1123" y="46"/>
                    <a:pt x="1123" y="46"/>
                  </a:cubicBezTo>
                  <a:cubicBezTo>
                    <a:pt x="1488" y="907"/>
                    <a:pt x="1097" y="1769"/>
                    <a:pt x="679" y="2499"/>
                  </a:cubicBezTo>
                  <a:cubicBezTo>
                    <a:pt x="1" y="3647"/>
                    <a:pt x="27" y="4509"/>
                    <a:pt x="732" y="5292"/>
                  </a:cubicBezTo>
                  <a:cubicBezTo>
                    <a:pt x="992" y="5579"/>
                    <a:pt x="1280" y="5813"/>
                    <a:pt x="1619" y="6048"/>
                  </a:cubicBezTo>
                  <a:lnTo>
                    <a:pt x="1619" y="6074"/>
                  </a:lnTo>
                  <a:cubicBezTo>
                    <a:pt x="2219" y="6440"/>
                    <a:pt x="2871" y="6727"/>
                    <a:pt x="3550" y="6936"/>
                  </a:cubicBezTo>
                  <a:cubicBezTo>
                    <a:pt x="4594" y="7197"/>
                    <a:pt x="5690" y="7327"/>
                    <a:pt x="6760" y="7327"/>
                  </a:cubicBezTo>
                  <a:lnTo>
                    <a:pt x="7229" y="7327"/>
                  </a:lnTo>
                  <a:cubicBezTo>
                    <a:pt x="8717" y="7405"/>
                    <a:pt x="10204" y="7692"/>
                    <a:pt x="11614" y="8214"/>
                  </a:cubicBezTo>
                  <a:cubicBezTo>
                    <a:pt x="12162" y="8397"/>
                    <a:pt x="12683" y="8606"/>
                    <a:pt x="13205" y="8814"/>
                  </a:cubicBezTo>
                  <a:cubicBezTo>
                    <a:pt x="13884" y="9102"/>
                    <a:pt x="14588" y="9389"/>
                    <a:pt x="15293" y="9597"/>
                  </a:cubicBezTo>
                  <a:cubicBezTo>
                    <a:pt x="15880" y="9773"/>
                    <a:pt x="16423" y="9862"/>
                    <a:pt x="16918" y="9862"/>
                  </a:cubicBezTo>
                  <a:cubicBezTo>
                    <a:pt x="17743" y="9862"/>
                    <a:pt x="18434" y="9617"/>
                    <a:pt x="18973" y="9128"/>
                  </a:cubicBezTo>
                  <a:cubicBezTo>
                    <a:pt x="19494" y="8658"/>
                    <a:pt x="20042" y="7953"/>
                    <a:pt x="19703" y="7223"/>
                  </a:cubicBezTo>
                  <a:cubicBezTo>
                    <a:pt x="19494" y="6805"/>
                    <a:pt x="19181" y="6466"/>
                    <a:pt x="18790" y="6231"/>
                  </a:cubicBezTo>
                  <a:cubicBezTo>
                    <a:pt x="18712" y="6205"/>
                    <a:pt x="18659" y="6153"/>
                    <a:pt x="18581" y="6127"/>
                  </a:cubicBezTo>
                  <a:lnTo>
                    <a:pt x="18503" y="6127"/>
                  </a:lnTo>
                  <a:lnTo>
                    <a:pt x="18320" y="6153"/>
                  </a:lnTo>
                  <a:cubicBezTo>
                    <a:pt x="17966" y="6198"/>
                    <a:pt x="17613" y="6219"/>
                    <a:pt x="17262" y="6219"/>
                  </a:cubicBezTo>
                  <a:cubicBezTo>
                    <a:pt x="15210" y="6219"/>
                    <a:pt x="13260" y="5509"/>
                    <a:pt x="11901" y="4952"/>
                  </a:cubicBezTo>
                  <a:cubicBezTo>
                    <a:pt x="10465" y="4352"/>
                    <a:pt x="9082" y="3621"/>
                    <a:pt x="7699" y="2943"/>
                  </a:cubicBezTo>
                  <a:cubicBezTo>
                    <a:pt x="6290" y="2212"/>
                    <a:pt x="4829" y="1455"/>
                    <a:pt x="3315" y="829"/>
                  </a:cubicBezTo>
                  <a:cubicBezTo>
                    <a:pt x="2689" y="568"/>
                    <a:pt x="1984" y="307"/>
                    <a:pt x="1175" y="20"/>
                  </a:cubicBezTo>
                  <a:cubicBezTo>
                    <a:pt x="1162" y="7"/>
                    <a:pt x="1156" y="1"/>
                    <a:pt x="11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3"/>
            <p:cNvSpPr/>
            <p:nvPr/>
          </p:nvSpPr>
          <p:spPr>
            <a:xfrm rot="1770609">
              <a:off x="-4152678" y="755125"/>
              <a:ext cx="1525051" cy="1208722"/>
            </a:xfrm>
            <a:custGeom>
              <a:rect b="b" l="l" r="r" t="t"/>
              <a:pathLst>
                <a:path extrusionOk="0" h="38574" w="48669">
                  <a:moveTo>
                    <a:pt x="24297" y="0"/>
                  </a:moveTo>
                  <a:cubicBezTo>
                    <a:pt x="23304" y="0"/>
                    <a:pt x="22349" y="128"/>
                    <a:pt x="21451" y="386"/>
                  </a:cubicBezTo>
                  <a:cubicBezTo>
                    <a:pt x="19155" y="1117"/>
                    <a:pt x="17093" y="2447"/>
                    <a:pt x="15553" y="4300"/>
                  </a:cubicBezTo>
                  <a:cubicBezTo>
                    <a:pt x="13831" y="6231"/>
                    <a:pt x="12709" y="8502"/>
                    <a:pt x="11535" y="11033"/>
                  </a:cubicBezTo>
                  <a:cubicBezTo>
                    <a:pt x="10595" y="13016"/>
                    <a:pt x="9395" y="15313"/>
                    <a:pt x="7620" y="17322"/>
                  </a:cubicBezTo>
                  <a:cubicBezTo>
                    <a:pt x="6420" y="18679"/>
                    <a:pt x="5115" y="19906"/>
                    <a:pt x="3706" y="21054"/>
                  </a:cubicBezTo>
                  <a:cubicBezTo>
                    <a:pt x="2662" y="21889"/>
                    <a:pt x="1357" y="22959"/>
                    <a:pt x="653" y="24316"/>
                  </a:cubicBezTo>
                  <a:cubicBezTo>
                    <a:pt x="313" y="24968"/>
                    <a:pt x="0" y="25934"/>
                    <a:pt x="496" y="26795"/>
                  </a:cubicBezTo>
                  <a:cubicBezTo>
                    <a:pt x="783" y="27239"/>
                    <a:pt x="1149" y="27630"/>
                    <a:pt x="1618" y="27917"/>
                  </a:cubicBezTo>
                  <a:cubicBezTo>
                    <a:pt x="1827" y="28048"/>
                    <a:pt x="2062" y="28178"/>
                    <a:pt x="2297" y="28309"/>
                  </a:cubicBezTo>
                  <a:cubicBezTo>
                    <a:pt x="3941" y="29117"/>
                    <a:pt x="5820" y="29431"/>
                    <a:pt x="7620" y="29744"/>
                  </a:cubicBezTo>
                  <a:cubicBezTo>
                    <a:pt x="8325" y="29848"/>
                    <a:pt x="9056" y="29979"/>
                    <a:pt x="9786" y="30135"/>
                  </a:cubicBezTo>
                  <a:cubicBezTo>
                    <a:pt x="13518" y="30892"/>
                    <a:pt x="17171" y="32040"/>
                    <a:pt x="20668" y="33528"/>
                  </a:cubicBezTo>
                  <a:cubicBezTo>
                    <a:pt x="21921" y="34050"/>
                    <a:pt x="23121" y="34676"/>
                    <a:pt x="24296" y="35302"/>
                  </a:cubicBezTo>
                  <a:cubicBezTo>
                    <a:pt x="25835" y="36137"/>
                    <a:pt x="27427" y="36894"/>
                    <a:pt x="29045" y="37546"/>
                  </a:cubicBezTo>
                  <a:cubicBezTo>
                    <a:pt x="30396" y="38053"/>
                    <a:pt x="32030" y="38573"/>
                    <a:pt x="33735" y="38573"/>
                  </a:cubicBezTo>
                  <a:cubicBezTo>
                    <a:pt x="34401" y="38573"/>
                    <a:pt x="35077" y="38494"/>
                    <a:pt x="35752" y="38303"/>
                  </a:cubicBezTo>
                  <a:cubicBezTo>
                    <a:pt x="38126" y="37651"/>
                    <a:pt x="40423" y="35641"/>
                    <a:pt x="41884" y="32980"/>
                  </a:cubicBezTo>
                  <a:cubicBezTo>
                    <a:pt x="42693" y="31466"/>
                    <a:pt x="43137" y="29822"/>
                    <a:pt x="43554" y="28204"/>
                  </a:cubicBezTo>
                  <a:cubicBezTo>
                    <a:pt x="44128" y="26038"/>
                    <a:pt x="44702" y="23794"/>
                    <a:pt x="46242" y="21993"/>
                  </a:cubicBezTo>
                  <a:lnTo>
                    <a:pt x="46373" y="21811"/>
                  </a:lnTo>
                  <a:cubicBezTo>
                    <a:pt x="47390" y="20610"/>
                    <a:pt x="48669" y="19097"/>
                    <a:pt x="48147" y="17479"/>
                  </a:cubicBezTo>
                  <a:cubicBezTo>
                    <a:pt x="47834" y="16487"/>
                    <a:pt x="47103" y="15678"/>
                    <a:pt x="46451" y="15000"/>
                  </a:cubicBezTo>
                  <a:cubicBezTo>
                    <a:pt x="45929" y="14452"/>
                    <a:pt x="45381" y="13930"/>
                    <a:pt x="44833" y="13408"/>
                  </a:cubicBezTo>
                  <a:cubicBezTo>
                    <a:pt x="44415" y="13042"/>
                    <a:pt x="43998" y="12651"/>
                    <a:pt x="43606" y="12233"/>
                  </a:cubicBezTo>
                  <a:cubicBezTo>
                    <a:pt x="43032" y="11685"/>
                    <a:pt x="42458" y="11111"/>
                    <a:pt x="41884" y="10537"/>
                  </a:cubicBezTo>
                  <a:cubicBezTo>
                    <a:pt x="39275" y="7928"/>
                    <a:pt x="36561" y="5214"/>
                    <a:pt x="33481" y="3178"/>
                  </a:cubicBezTo>
                  <a:cubicBezTo>
                    <a:pt x="32098" y="2239"/>
                    <a:pt x="30611" y="1482"/>
                    <a:pt x="29045" y="882"/>
                  </a:cubicBezTo>
                  <a:cubicBezTo>
                    <a:pt x="27420" y="298"/>
                    <a:pt x="25814" y="0"/>
                    <a:pt x="242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3"/>
            <p:cNvSpPr/>
            <p:nvPr/>
          </p:nvSpPr>
          <p:spPr>
            <a:xfrm rot="1770609">
              <a:off x="-3158858" y="1623224"/>
              <a:ext cx="381882" cy="610064"/>
            </a:xfrm>
            <a:custGeom>
              <a:rect b="b" l="l" r="r" t="t"/>
              <a:pathLst>
                <a:path extrusionOk="0" h="19469" w="12187">
                  <a:moveTo>
                    <a:pt x="10087" y="1"/>
                  </a:moveTo>
                  <a:cubicBezTo>
                    <a:pt x="9889" y="1"/>
                    <a:pt x="9692" y="24"/>
                    <a:pt x="9499" y="71"/>
                  </a:cubicBezTo>
                  <a:cubicBezTo>
                    <a:pt x="9473" y="71"/>
                    <a:pt x="9473" y="97"/>
                    <a:pt x="9447" y="97"/>
                  </a:cubicBezTo>
                  <a:cubicBezTo>
                    <a:pt x="9212" y="1297"/>
                    <a:pt x="8273" y="2419"/>
                    <a:pt x="7542" y="3306"/>
                  </a:cubicBezTo>
                  <a:lnTo>
                    <a:pt x="7490" y="3359"/>
                  </a:lnTo>
                  <a:cubicBezTo>
                    <a:pt x="6733" y="4246"/>
                    <a:pt x="6133" y="5264"/>
                    <a:pt x="5715" y="6360"/>
                  </a:cubicBezTo>
                  <a:cubicBezTo>
                    <a:pt x="5350" y="7351"/>
                    <a:pt x="5063" y="8395"/>
                    <a:pt x="4854" y="9413"/>
                  </a:cubicBezTo>
                  <a:cubicBezTo>
                    <a:pt x="4619" y="10300"/>
                    <a:pt x="4410" y="11240"/>
                    <a:pt x="4097" y="12127"/>
                  </a:cubicBezTo>
                  <a:cubicBezTo>
                    <a:pt x="3523" y="13797"/>
                    <a:pt x="2636" y="15337"/>
                    <a:pt x="1462" y="16667"/>
                  </a:cubicBezTo>
                  <a:cubicBezTo>
                    <a:pt x="1018" y="17163"/>
                    <a:pt x="548" y="17607"/>
                    <a:pt x="26" y="18051"/>
                  </a:cubicBezTo>
                  <a:cubicBezTo>
                    <a:pt x="0" y="18051"/>
                    <a:pt x="0" y="18077"/>
                    <a:pt x="26" y="18103"/>
                  </a:cubicBezTo>
                  <a:cubicBezTo>
                    <a:pt x="261" y="18364"/>
                    <a:pt x="522" y="18625"/>
                    <a:pt x="835" y="18807"/>
                  </a:cubicBezTo>
                  <a:cubicBezTo>
                    <a:pt x="1523" y="19232"/>
                    <a:pt x="2320" y="19469"/>
                    <a:pt x="3130" y="19469"/>
                  </a:cubicBezTo>
                  <a:cubicBezTo>
                    <a:pt x="3365" y="19469"/>
                    <a:pt x="3601" y="19449"/>
                    <a:pt x="3836" y="19408"/>
                  </a:cubicBezTo>
                  <a:cubicBezTo>
                    <a:pt x="3862" y="19408"/>
                    <a:pt x="3862" y="19408"/>
                    <a:pt x="3862" y="19381"/>
                  </a:cubicBezTo>
                  <a:cubicBezTo>
                    <a:pt x="3862" y="19381"/>
                    <a:pt x="3862" y="19355"/>
                    <a:pt x="3862" y="19355"/>
                  </a:cubicBezTo>
                  <a:cubicBezTo>
                    <a:pt x="3784" y="19199"/>
                    <a:pt x="3706" y="19042"/>
                    <a:pt x="3654" y="18860"/>
                  </a:cubicBezTo>
                  <a:cubicBezTo>
                    <a:pt x="3184" y="17737"/>
                    <a:pt x="3549" y="16485"/>
                    <a:pt x="3967" y="15441"/>
                  </a:cubicBezTo>
                  <a:cubicBezTo>
                    <a:pt x="4071" y="15180"/>
                    <a:pt x="4176" y="14893"/>
                    <a:pt x="4306" y="14632"/>
                  </a:cubicBezTo>
                  <a:cubicBezTo>
                    <a:pt x="4436" y="14267"/>
                    <a:pt x="4619" y="13875"/>
                    <a:pt x="4776" y="13484"/>
                  </a:cubicBezTo>
                  <a:cubicBezTo>
                    <a:pt x="5037" y="12727"/>
                    <a:pt x="5219" y="11944"/>
                    <a:pt x="5350" y="11161"/>
                  </a:cubicBezTo>
                  <a:cubicBezTo>
                    <a:pt x="5376" y="10952"/>
                    <a:pt x="5402" y="10718"/>
                    <a:pt x="5454" y="10509"/>
                  </a:cubicBezTo>
                  <a:cubicBezTo>
                    <a:pt x="5715" y="8943"/>
                    <a:pt x="6002" y="7351"/>
                    <a:pt x="6681" y="5890"/>
                  </a:cubicBezTo>
                  <a:lnTo>
                    <a:pt x="6707" y="5864"/>
                  </a:lnTo>
                  <a:cubicBezTo>
                    <a:pt x="8090" y="3045"/>
                    <a:pt x="9917" y="1480"/>
                    <a:pt x="12161" y="1245"/>
                  </a:cubicBezTo>
                  <a:lnTo>
                    <a:pt x="12187" y="1245"/>
                  </a:lnTo>
                  <a:cubicBezTo>
                    <a:pt x="12187" y="1219"/>
                    <a:pt x="12187" y="1193"/>
                    <a:pt x="12187" y="1193"/>
                  </a:cubicBezTo>
                  <a:cubicBezTo>
                    <a:pt x="11978" y="879"/>
                    <a:pt x="11717" y="619"/>
                    <a:pt x="11430" y="410"/>
                  </a:cubicBezTo>
                  <a:cubicBezTo>
                    <a:pt x="11026" y="134"/>
                    <a:pt x="10557" y="1"/>
                    <a:pt x="100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3"/>
            <p:cNvSpPr/>
            <p:nvPr/>
          </p:nvSpPr>
          <p:spPr>
            <a:xfrm rot="1770609">
              <a:off x="-3137375" y="1850917"/>
              <a:ext cx="951053" cy="666843"/>
            </a:xfrm>
            <a:custGeom>
              <a:rect b="b" l="l" r="r" t="t"/>
              <a:pathLst>
                <a:path extrusionOk="0" h="21281" w="30351">
                  <a:moveTo>
                    <a:pt x="9355" y="1"/>
                  </a:moveTo>
                  <a:cubicBezTo>
                    <a:pt x="8951" y="1"/>
                    <a:pt x="8546" y="43"/>
                    <a:pt x="8143" y="137"/>
                  </a:cubicBezTo>
                  <a:cubicBezTo>
                    <a:pt x="6238" y="554"/>
                    <a:pt x="4698" y="2016"/>
                    <a:pt x="3445" y="4547"/>
                  </a:cubicBezTo>
                  <a:cubicBezTo>
                    <a:pt x="2950" y="5643"/>
                    <a:pt x="2610" y="6791"/>
                    <a:pt x="2428" y="7992"/>
                  </a:cubicBezTo>
                  <a:cubicBezTo>
                    <a:pt x="2349" y="8305"/>
                    <a:pt x="2297" y="8644"/>
                    <a:pt x="2245" y="8957"/>
                  </a:cubicBezTo>
                  <a:cubicBezTo>
                    <a:pt x="2062" y="10236"/>
                    <a:pt x="1749" y="11515"/>
                    <a:pt x="1306" y="12741"/>
                  </a:cubicBezTo>
                  <a:cubicBezTo>
                    <a:pt x="1227" y="12924"/>
                    <a:pt x="1123" y="13133"/>
                    <a:pt x="1045" y="13341"/>
                  </a:cubicBezTo>
                  <a:cubicBezTo>
                    <a:pt x="549" y="14437"/>
                    <a:pt x="1" y="15690"/>
                    <a:pt x="210" y="16864"/>
                  </a:cubicBezTo>
                  <a:cubicBezTo>
                    <a:pt x="288" y="17256"/>
                    <a:pt x="444" y="17647"/>
                    <a:pt x="627" y="17986"/>
                  </a:cubicBezTo>
                  <a:lnTo>
                    <a:pt x="653" y="18013"/>
                  </a:lnTo>
                  <a:cubicBezTo>
                    <a:pt x="679" y="18039"/>
                    <a:pt x="705" y="18065"/>
                    <a:pt x="705" y="18117"/>
                  </a:cubicBezTo>
                  <a:cubicBezTo>
                    <a:pt x="1149" y="18848"/>
                    <a:pt x="1775" y="19474"/>
                    <a:pt x="2506" y="19944"/>
                  </a:cubicBezTo>
                  <a:cubicBezTo>
                    <a:pt x="2819" y="20152"/>
                    <a:pt x="3132" y="20309"/>
                    <a:pt x="3472" y="20466"/>
                  </a:cubicBezTo>
                  <a:cubicBezTo>
                    <a:pt x="4868" y="20995"/>
                    <a:pt x="6331" y="21281"/>
                    <a:pt x="7820" y="21281"/>
                  </a:cubicBezTo>
                  <a:cubicBezTo>
                    <a:pt x="7945" y="21281"/>
                    <a:pt x="8070" y="21279"/>
                    <a:pt x="8195" y="21275"/>
                  </a:cubicBezTo>
                  <a:cubicBezTo>
                    <a:pt x="9552" y="21275"/>
                    <a:pt x="10935" y="21144"/>
                    <a:pt x="12266" y="21014"/>
                  </a:cubicBezTo>
                  <a:lnTo>
                    <a:pt x="12944" y="20961"/>
                  </a:lnTo>
                  <a:cubicBezTo>
                    <a:pt x="14014" y="20857"/>
                    <a:pt x="15136" y="20831"/>
                    <a:pt x="16206" y="20805"/>
                  </a:cubicBezTo>
                  <a:cubicBezTo>
                    <a:pt x="16728" y="20779"/>
                    <a:pt x="17276" y="20779"/>
                    <a:pt x="17824" y="20753"/>
                  </a:cubicBezTo>
                  <a:cubicBezTo>
                    <a:pt x="21869" y="20570"/>
                    <a:pt x="25549" y="19239"/>
                    <a:pt x="28445" y="16917"/>
                  </a:cubicBezTo>
                  <a:cubicBezTo>
                    <a:pt x="29463" y="16081"/>
                    <a:pt x="30350" y="14672"/>
                    <a:pt x="29854" y="13185"/>
                  </a:cubicBezTo>
                  <a:cubicBezTo>
                    <a:pt x="29437" y="11984"/>
                    <a:pt x="28419" y="11202"/>
                    <a:pt x="27558" y="10627"/>
                  </a:cubicBezTo>
                  <a:cubicBezTo>
                    <a:pt x="27140" y="10366"/>
                    <a:pt x="26697" y="10106"/>
                    <a:pt x="26253" y="9845"/>
                  </a:cubicBezTo>
                  <a:cubicBezTo>
                    <a:pt x="26044" y="9740"/>
                    <a:pt x="25836" y="9610"/>
                    <a:pt x="25627" y="9479"/>
                  </a:cubicBezTo>
                  <a:lnTo>
                    <a:pt x="24505" y="8827"/>
                  </a:lnTo>
                  <a:cubicBezTo>
                    <a:pt x="23487" y="8227"/>
                    <a:pt x="22443" y="7574"/>
                    <a:pt x="21425" y="6922"/>
                  </a:cubicBezTo>
                  <a:cubicBezTo>
                    <a:pt x="20982" y="6635"/>
                    <a:pt x="20590" y="6374"/>
                    <a:pt x="20199" y="6087"/>
                  </a:cubicBezTo>
                  <a:cubicBezTo>
                    <a:pt x="19494" y="5565"/>
                    <a:pt x="18816" y="5017"/>
                    <a:pt x="18137" y="4469"/>
                  </a:cubicBezTo>
                  <a:cubicBezTo>
                    <a:pt x="17250" y="3738"/>
                    <a:pt x="16311" y="2981"/>
                    <a:pt x="15319" y="2329"/>
                  </a:cubicBezTo>
                  <a:lnTo>
                    <a:pt x="15189" y="2225"/>
                  </a:lnTo>
                  <a:cubicBezTo>
                    <a:pt x="13669" y="1234"/>
                    <a:pt x="11536" y="1"/>
                    <a:pt x="935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3"/>
            <p:cNvSpPr/>
            <p:nvPr/>
          </p:nvSpPr>
          <p:spPr>
            <a:xfrm rot="1770609">
              <a:off x="-4185602" y="877088"/>
              <a:ext cx="1525866" cy="1078055"/>
            </a:xfrm>
            <a:custGeom>
              <a:rect b="b" l="l" r="r" t="t"/>
              <a:pathLst>
                <a:path extrusionOk="0" h="34404" w="48695">
                  <a:moveTo>
                    <a:pt x="15658" y="1"/>
                  </a:moveTo>
                  <a:cubicBezTo>
                    <a:pt x="15647" y="18"/>
                    <a:pt x="15637" y="34"/>
                    <a:pt x="15626" y="51"/>
                  </a:cubicBezTo>
                  <a:lnTo>
                    <a:pt x="15626" y="51"/>
                  </a:lnTo>
                  <a:cubicBezTo>
                    <a:pt x="15638" y="37"/>
                    <a:pt x="15648" y="21"/>
                    <a:pt x="15658" y="1"/>
                  </a:cubicBezTo>
                  <a:close/>
                  <a:moveTo>
                    <a:pt x="15626" y="51"/>
                  </a:moveTo>
                  <a:cubicBezTo>
                    <a:pt x="15608" y="73"/>
                    <a:pt x="15585" y="89"/>
                    <a:pt x="15553" y="105"/>
                  </a:cubicBezTo>
                  <a:cubicBezTo>
                    <a:pt x="13857" y="2062"/>
                    <a:pt x="12735" y="4307"/>
                    <a:pt x="11535" y="6838"/>
                  </a:cubicBezTo>
                  <a:cubicBezTo>
                    <a:pt x="10621" y="8821"/>
                    <a:pt x="9421" y="11118"/>
                    <a:pt x="7646" y="13153"/>
                  </a:cubicBezTo>
                  <a:cubicBezTo>
                    <a:pt x="6446" y="14510"/>
                    <a:pt x="5141" y="15737"/>
                    <a:pt x="3732" y="16859"/>
                  </a:cubicBezTo>
                  <a:cubicBezTo>
                    <a:pt x="2688" y="17720"/>
                    <a:pt x="1357" y="18790"/>
                    <a:pt x="653" y="20147"/>
                  </a:cubicBezTo>
                  <a:cubicBezTo>
                    <a:pt x="339" y="20799"/>
                    <a:pt x="0" y="21765"/>
                    <a:pt x="522" y="22626"/>
                  </a:cubicBezTo>
                  <a:cubicBezTo>
                    <a:pt x="783" y="23070"/>
                    <a:pt x="1175" y="23461"/>
                    <a:pt x="1618" y="23722"/>
                  </a:cubicBezTo>
                  <a:cubicBezTo>
                    <a:pt x="1853" y="23879"/>
                    <a:pt x="2062" y="24009"/>
                    <a:pt x="2297" y="24113"/>
                  </a:cubicBezTo>
                  <a:cubicBezTo>
                    <a:pt x="3967" y="24922"/>
                    <a:pt x="5820" y="25236"/>
                    <a:pt x="7620" y="25549"/>
                  </a:cubicBezTo>
                  <a:cubicBezTo>
                    <a:pt x="8351" y="25679"/>
                    <a:pt x="9082" y="25784"/>
                    <a:pt x="9786" y="25940"/>
                  </a:cubicBezTo>
                  <a:cubicBezTo>
                    <a:pt x="13518" y="26723"/>
                    <a:pt x="17171" y="27845"/>
                    <a:pt x="20668" y="29359"/>
                  </a:cubicBezTo>
                  <a:cubicBezTo>
                    <a:pt x="21921" y="29881"/>
                    <a:pt x="23121" y="30507"/>
                    <a:pt x="24322" y="31133"/>
                  </a:cubicBezTo>
                  <a:cubicBezTo>
                    <a:pt x="25861" y="31942"/>
                    <a:pt x="27427" y="32699"/>
                    <a:pt x="29071" y="33351"/>
                  </a:cubicBezTo>
                  <a:cubicBezTo>
                    <a:pt x="30405" y="33878"/>
                    <a:pt x="32051" y="34404"/>
                    <a:pt x="33754" y="34404"/>
                  </a:cubicBezTo>
                  <a:cubicBezTo>
                    <a:pt x="34416" y="34404"/>
                    <a:pt x="35087" y="34324"/>
                    <a:pt x="35751" y="34134"/>
                  </a:cubicBezTo>
                  <a:cubicBezTo>
                    <a:pt x="38126" y="33456"/>
                    <a:pt x="40449" y="31472"/>
                    <a:pt x="41910" y="28811"/>
                  </a:cubicBezTo>
                  <a:cubicBezTo>
                    <a:pt x="42719" y="27323"/>
                    <a:pt x="43163" y="25653"/>
                    <a:pt x="43580" y="24035"/>
                  </a:cubicBezTo>
                  <a:cubicBezTo>
                    <a:pt x="44154" y="21869"/>
                    <a:pt x="44728" y="19625"/>
                    <a:pt x="46268" y="17798"/>
                  </a:cubicBezTo>
                  <a:lnTo>
                    <a:pt x="46399" y="17642"/>
                  </a:lnTo>
                  <a:cubicBezTo>
                    <a:pt x="47416" y="16441"/>
                    <a:pt x="48695" y="14928"/>
                    <a:pt x="48173" y="13284"/>
                  </a:cubicBezTo>
                  <a:cubicBezTo>
                    <a:pt x="48043" y="12892"/>
                    <a:pt x="47860" y="12527"/>
                    <a:pt x="47625" y="12188"/>
                  </a:cubicBezTo>
                  <a:cubicBezTo>
                    <a:pt x="47625" y="12736"/>
                    <a:pt x="47573" y="13310"/>
                    <a:pt x="47469" y="13858"/>
                  </a:cubicBezTo>
                  <a:cubicBezTo>
                    <a:pt x="47077" y="15737"/>
                    <a:pt x="45094" y="17120"/>
                    <a:pt x="43893" y="18451"/>
                  </a:cubicBezTo>
                  <a:cubicBezTo>
                    <a:pt x="41362" y="21321"/>
                    <a:pt x="41310" y="25549"/>
                    <a:pt x="38492" y="28237"/>
                  </a:cubicBezTo>
                  <a:cubicBezTo>
                    <a:pt x="37051" y="29619"/>
                    <a:pt x="35165" y="30223"/>
                    <a:pt x="33251" y="30223"/>
                  </a:cubicBezTo>
                  <a:cubicBezTo>
                    <a:pt x="31698" y="30223"/>
                    <a:pt x="30126" y="29825"/>
                    <a:pt x="28758" y="29124"/>
                  </a:cubicBezTo>
                  <a:cubicBezTo>
                    <a:pt x="27088" y="28263"/>
                    <a:pt x="25600" y="27036"/>
                    <a:pt x="24034" y="25992"/>
                  </a:cubicBezTo>
                  <a:cubicBezTo>
                    <a:pt x="22417" y="24922"/>
                    <a:pt x="20616" y="24140"/>
                    <a:pt x="18711" y="23722"/>
                  </a:cubicBezTo>
                  <a:cubicBezTo>
                    <a:pt x="15240" y="22887"/>
                    <a:pt x="11561" y="23409"/>
                    <a:pt x="8142" y="22469"/>
                  </a:cubicBezTo>
                  <a:cubicBezTo>
                    <a:pt x="6837" y="22104"/>
                    <a:pt x="5272" y="21165"/>
                    <a:pt x="5298" y="19651"/>
                  </a:cubicBezTo>
                  <a:cubicBezTo>
                    <a:pt x="5298" y="18529"/>
                    <a:pt x="6263" y="17459"/>
                    <a:pt x="6942" y="16650"/>
                  </a:cubicBezTo>
                  <a:cubicBezTo>
                    <a:pt x="7829" y="15580"/>
                    <a:pt x="8821" y="14588"/>
                    <a:pt x="9630" y="13466"/>
                  </a:cubicBezTo>
                  <a:cubicBezTo>
                    <a:pt x="10699" y="11901"/>
                    <a:pt x="11535" y="10178"/>
                    <a:pt x="12109" y="8378"/>
                  </a:cubicBezTo>
                  <a:cubicBezTo>
                    <a:pt x="13042" y="5474"/>
                    <a:pt x="14027" y="2596"/>
                    <a:pt x="15626" y="5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3"/>
            <p:cNvSpPr/>
            <p:nvPr/>
          </p:nvSpPr>
          <p:spPr>
            <a:xfrm rot="1770609">
              <a:off x="-3138145" y="1850719"/>
              <a:ext cx="951053" cy="666655"/>
            </a:xfrm>
            <a:custGeom>
              <a:rect b="b" l="l" r="r" t="t"/>
              <a:pathLst>
                <a:path extrusionOk="0" h="21275" w="30351">
                  <a:moveTo>
                    <a:pt x="9247" y="0"/>
                  </a:moveTo>
                  <a:cubicBezTo>
                    <a:pt x="8882" y="0"/>
                    <a:pt x="8525" y="41"/>
                    <a:pt x="8169" y="130"/>
                  </a:cubicBezTo>
                  <a:cubicBezTo>
                    <a:pt x="6238" y="547"/>
                    <a:pt x="4698" y="2009"/>
                    <a:pt x="3445" y="4540"/>
                  </a:cubicBezTo>
                  <a:cubicBezTo>
                    <a:pt x="2976" y="5636"/>
                    <a:pt x="2636" y="6784"/>
                    <a:pt x="2428" y="7985"/>
                  </a:cubicBezTo>
                  <a:cubicBezTo>
                    <a:pt x="2375" y="8298"/>
                    <a:pt x="2323" y="8637"/>
                    <a:pt x="2271" y="8950"/>
                  </a:cubicBezTo>
                  <a:cubicBezTo>
                    <a:pt x="2088" y="10255"/>
                    <a:pt x="1775" y="11508"/>
                    <a:pt x="1306" y="12734"/>
                  </a:cubicBezTo>
                  <a:cubicBezTo>
                    <a:pt x="1227" y="12943"/>
                    <a:pt x="1149" y="13126"/>
                    <a:pt x="1045" y="13334"/>
                  </a:cubicBezTo>
                  <a:cubicBezTo>
                    <a:pt x="549" y="14430"/>
                    <a:pt x="1" y="15683"/>
                    <a:pt x="236" y="16857"/>
                  </a:cubicBezTo>
                  <a:cubicBezTo>
                    <a:pt x="314" y="17249"/>
                    <a:pt x="444" y="17640"/>
                    <a:pt x="653" y="17979"/>
                  </a:cubicBezTo>
                  <a:lnTo>
                    <a:pt x="653" y="18006"/>
                  </a:lnTo>
                  <a:cubicBezTo>
                    <a:pt x="705" y="18032"/>
                    <a:pt x="731" y="18084"/>
                    <a:pt x="705" y="18110"/>
                  </a:cubicBezTo>
                  <a:cubicBezTo>
                    <a:pt x="1175" y="18841"/>
                    <a:pt x="1775" y="19467"/>
                    <a:pt x="2506" y="19963"/>
                  </a:cubicBezTo>
                  <a:cubicBezTo>
                    <a:pt x="2819" y="20145"/>
                    <a:pt x="3158" y="20328"/>
                    <a:pt x="3498" y="20485"/>
                  </a:cubicBezTo>
                  <a:cubicBezTo>
                    <a:pt x="4861" y="21011"/>
                    <a:pt x="6312" y="21274"/>
                    <a:pt x="7791" y="21274"/>
                  </a:cubicBezTo>
                  <a:cubicBezTo>
                    <a:pt x="7925" y="21274"/>
                    <a:pt x="8060" y="21272"/>
                    <a:pt x="8195" y="21268"/>
                  </a:cubicBezTo>
                  <a:cubicBezTo>
                    <a:pt x="9552" y="21268"/>
                    <a:pt x="10909" y="21137"/>
                    <a:pt x="12240" y="21033"/>
                  </a:cubicBezTo>
                  <a:lnTo>
                    <a:pt x="12918" y="20980"/>
                  </a:lnTo>
                  <a:cubicBezTo>
                    <a:pt x="14014" y="20876"/>
                    <a:pt x="15110" y="20850"/>
                    <a:pt x="16180" y="20824"/>
                  </a:cubicBezTo>
                  <a:cubicBezTo>
                    <a:pt x="16728" y="20824"/>
                    <a:pt x="17250" y="20772"/>
                    <a:pt x="17798" y="20746"/>
                  </a:cubicBezTo>
                  <a:cubicBezTo>
                    <a:pt x="21869" y="20589"/>
                    <a:pt x="25549" y="19258"/>
                    <a:pt x="28419" y="16910"/>
                  </a:cubicBezTo>
                  <a:cubicBezTo>
                    <a:pt x="29463" y="16101"/>
                    <a:pt x="30350" y="14691"/>
                    <a:pt x="29854" y="13204"/>
                  </a:cubicBezTo>
                  <a:cubicBezTo>
                    <a:pt x="29776" y="12995"/>
                    <a:pt x="29698" y="12812"/>
                    <a:pt x="29619" y="12656"/>
                  </a:cubicBezTo>
                  <a:lnTo>
                    <a:pt x="29619" y="12656"/>
                  </a:lnTo>
                  <a:cubicBezTo>
                    <a:pt x="29646" y="13204"/>
                    <a:pt x="29515" y="13778"/>
                    <a:pt x="29228" y="14274"/>
                  </a:cubicBezTo>
                  <a:cubicBezTo>
                    <a:pt x="27923" y="16675"/>
                    <a:pt x="24661" y="17510"/>
                    <a:pt x="22182" y="17875"/>
                  </a:cubicBezTo>
                  <a:cubicBezTo>
                    <a:pt x="21258" y="18011"/>
                    <a:pt x="20329" y="18047"/>
                    <a:pt x="19398" y="18047"/>
                  </a:cubicBezTo>
                  <a:cubicBezTo>
                    <a:pt x="18311" y="18047"/>
                    <a:pt x="17222" y="17997"/>
                    <a:pt x="16135" y="17997"/>
                  </a:cubicBezTo>
                  <a:cubicBezTo>
                    <a:pt x="15286" y="17997"/>
                    <a:pt x="14439" y="18028"/>
                    <a:pt x="13597" y="18136"/>
                  </a:cubicBezTo>
                  <a:cubicBezTo>
                    <a:pt x="11637" y="18376"/>
                    <a:pt x="9795" y="18905"/>
                    <a:pt x="7904" y="18905"/>
                  </a:cubicBezTo>
                  <a:cubicBezTo>
                    <a:pt x="7126" y="18905"/>
                    <a:pt x="6339" y="18815"/>
                    <a:pt x="5533" y="18580"/>
                  </a:cubicBezTo>
                  <a:cubicBezTo>
                    <a:pt x="4228" y="18188"/>
                    <a:pt x="2897" y="17170"/>
                    <a:pt x="2845" y="15709"/>
                  </a:cubicBezTo>
                  <a:cubicBezTo>
                    <a:pt x="2793" y="14535"/>
                    <a:pt x="3628" y="13334"/>
                    <a:pt x="3915" y="12186"/>
                  </a:cubicBezTo>
                  <a:cubicBezTo>
                    <a:pt x="4489" y="9942"/>
                    <a:pt x="3941" y="7619"/>
                    <a:pt x="4698" y="5401"/>
                  </a:cubicBezTo>
                  <a:cubicBezTo>
                    <a:pt x="5951" y="1852"/>
                    <a:pt x="6890" y="600"/>
                    <a:pt x="9761" y="25"/>
                  </a:cubicBezTo>
                  <a:cubicBezTo>
                    <a:pt x="9587" y="9"/>
                    <a:pt x="9416" y="0"/>
                    <a:pt x="924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3"/>
            <p:cNvSpPr/>
            <p:nvPr/>
          </p:nvSpPr>
          <p:spPr>
            <a:xfrm rot="1770609">
              <a:off x="-3732054" y="909652"/>
              <a:ext cx="1012376" cy="672766"/>
            </a:xfrm>
            <a:custGeom>
              <a:rect b="b" l="l" r="r" t="t"/>
              <a:pathLst>
                <a:path extrusionOk="0" h="21470" w="32308">
                  <a:moveTo>
                    <a:pt x="12046" y="1"/>
                  </a:moveTo>
                  <a:cubicBezTo>
                    <a:pt x="8695" y="1"/>
                    <a:pt x="6595" y="1537"/>
                    <a:pt x="5455" y="5239"/>
                  </a:cubicBezTo>
                  <a:cubicBezTo>
                    <a:pt x="4933" y="6961"/>
                    <a:pt x="4724" y="8553"/>
                    <a:pt x="3680" y="10041"/>
                  </a:cubicBezTo>
                  <a:cubicBezTo>
                    <a:pt x="1149" y="13720"/>
                    <a:pt x="1" y="17061"/>
                    <a:pt x="6707" y="18130"/>
                  </a:cubicBezTo>
                  <a:cubicBezTo>
                    <a:pt x="8090" y="18339"/>
                    <a:pt x="9499" y="18444"/>
                    <a:pt x="10909" y="18444"/>
                  </a:cubicBezTo>
                  <a:cubicBezTo>
                    <a:pt x="12318" y="18444"/>
                    <a:pt x="13753" y="18548"/>
                    <a:pt x="15162" y="18731"/>
                  </a:cubicBezTo>
                  <a:cubicBezTo>
                    <a:pt x="17041" y="19018"/>
                    <a:pt x="18763" y="19775"/>
                    <a:pt x="20512" y="20531"/>
                  </a:cubicBezTo>
                  <a:cubicBezTo>
                    <a:pt x="21986" y="21156"/>
                    <a:pt x="23435" y="21469"/>
                    <a:pt x="24835" y="21469"/>
                  </a:cubicBezTo>
                  <a:cubicBezTo>
                    <a:pt x="26361" y="21469"/>
                    <a:pt x="27827" y="21097"/>
                    <a:pt x="29202" y="20349"/>
                  </a:cubicBezTo>
                  <a:cubicBezTo>
                    <a:pt x="30715" y="19566"/>
                    <a:pt x="31942" y="18261"/>
                    <a:pt x="32098" y="16513"/>
                  </a:cubicBezTo>
                  <a:cubicBezTo>
                    <a:pt x="32307" y="14738"/>
                    <a:pt x="31498" y="12911"/>
                    <a:pt x="30507" y="11267"/>
                  </a:cubicBezTo>
                  <a:cubicBezTo>
                    <a:pt x="28549" y="8031"/>
                    <a:pt x="25470" y="5526"/>
                    <a:pt x="22208" y="3465"/>
                  </a:cubicBezTo>
                  <a:cubicBezTo>
                    <a:pt x="19807" y="1951"/>
                    <a:pt x="17093" y="672"/>
                    <a:pt x="14353" y="203"/>
                  </a:cubicBezTo>
                  <a:cubicBezTo>
                    <a:pt x="13526" y="70"/>
                    <a:pt x="12758" y="1"/>
                    <a:pt x="12046"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3"/>
            <p:cNvSpPr/>
            <p:nvPr/>
          </p:nvSpPr>
          <p:spPr>
            <a:xfrm rot="1770609">
              <a:off x="-2935501" y="1974401"/>
              <a:ext cx="647666" cy="380346"/>
            </a:xfrm>
            <a:custGeom>
              <a:rect b="b" l="l" r="r" t="t"/>
              <a:pathLst>
                <a:path extrusionOk="0" h="12138" w="20669">
                  <a:moveTo>
                    <a:pt x="4866" y="1"/>
                  </a:moveTo>
                  <a:cubicBezTo>
                    <a:pt x="4339" y="1"/>
                    <a:pt x="3817" y="90"/>
                    <a:pt x="3315" y="295"/>
                  </a:cubicBezTo>
                  <a:cubicBezTo>
                    <a:pt x="1071" y="1183"/>
                    <a:pt x="1" y="3479"/>
                    <a:pt x="131" y="5775"/>
                  </a:cubicBezTo>
                  <a:cubicBezTo>
                    <a:pt x="288" y="8098"/>
                    <a:pt x="1592" y="9481"/>
                    <a:pt x="3654" y="10316"/>
                  </a:cubicBezTo>
                  <a:cubicBezTo>
                    <a:pt x="6211" y="11334"/>
                    <a:pt x="9004" y="11751"/>
                    <a:pt x="11718" y="11934"/>
                  </a:cubicBezTo>
                  <a:cubicBezTo>
                    <a:pt x="12731" y="12017"/>
                    <a:pt x="13870" y="12138"/>
                    <a:pt x="14993" y="12138"/>
                  </a:cubicBezTo>
                  <a:cubicBezTo>
                    <a:pt x="15981" y="12138"/>
                    <a:pt x="16957" y="12045"/>
                    <a:pt x="17824" y="11751"/>
                  </a:cubicBezTo>
                  <a:cubicBezTo>
                    <a:pt x="20668" y="10812"/>
                    <a:pt x="19677" y="9064"/>
                    <a:pt x="16154" y="6793"/>
                  </a:cubicBezTo>
                  <a:cubicBezTo>
                    <a:pt x="15006" y="6036"/>
                    <a:pt x="13936" y="5149"/>
                    <a:pt x="12840" y="4340"/>
                  </a:cubicBezTo>
                  <a:cubicBezTo>
                    <a:pt x="11300" y="3218"/>
                    <a:pt x="9839" y="1913"/>
                    <a:pt x="8169" y="974"/>
                  </a:cubicBezTo>
                  <a:cubicBezTo>
                    <a:pt x="7168" y="420"/>
                    <a:pt x="6008" y="1"/>
                    <a:pt x="4866"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3"/>
            <p:cNvSpPr/>
            <p:nvPr/>
          </p:nvSpPr>
          <p:spPr>
            <a:xfrm rot="1770609">
              <a:off x="-3547570" y="1491114"/>
              <a:ext cx="311033" cy="179550"/>
            </a:xfrm>
            <a:custGeom>
              <a:rect b="b" l="l" r="r" t="t"/>
              <a:pathLst>
                <a:path extrusionOk="0" h="5730" w="9926">
                  <a:moveTo>
                    <a:pt x="2416" y="1"/>
                  </a:moveTo>
                  <a:cubicBezTo>
                    <a:pt x="0" y="1"/>
                    <a:pt x="1222" y="2223"/>
                    <a:pt x="2332" y="3332"/>
                  </a:cubicBezTo>
                  <a:cubicBezTo>
                    <a:pt x="3088" y="4141"/>
                    <a:pt x="4002" y="4819"/>
                    <a:pt x="4993" y="5315"/>
                  </a:cubicBezTo>
                  <a:cubicBezTo>
                    <a:pt x="5521" y="5579"/>
                    <a:pt x="6082" y="5729"/>
                    <a:pt x="6643" y="5729"/>
                  </a:cubicBezTo>
                  <a:cubicBezTo>
                    <a:pt x="7191" y="5729"/>
                    <a:pt x="7739" y="5585"/>
                    <a:pt x="8255" y="5263"/>
                  </a:cubicBezTo>
                  <a:cubicBezTo>
                    <a:pt x="9090" y="4741"/>
                    <a:pt x="9925" y="3671"/>
                    <a:pt x="9273" y="2679"/>
                  </a:cubicBezTo>
                  <a:cubicBezTo>
                    <a:pt x="8934" y="2184"/>
                    <a:pt x="8229" y="1844"/>
                    <a:pt x="7707" y="1583"/>
                  </a:cubicBezTo>
                  <a:cubicBezTo>
                    <a:pt x="6872" y="1192"/>
                    <a:pt x="6037" y="853"/>
                    <a:pt x="5202" y="540"/>
                  </a:cubicBezTo>
                  <a:cubicBezTo>
                    <a:pt x="4811" y="435"/>
                    <a:pt x="4445" y="331"/>
                    <a:pt x="4054" y="226"/>
                  </a:cubicBezTo>
                  <a:cubicBezTo>
                    <a:pt x="3381" y="70"/>
                    <a:pt x="2842" y="1"/>
                    <a:pt x="2416"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3"/>
            <p:cNvSpPr/>
            <p:nvPr/>
          </p:nvSpPr>
          <p:spPr>
            <a:xfrm rot="1770609">
              <a:off x="-3275354" y="1669899"/>
              <a:ext cx="136339" cy="101119"/>
            </a:xfrm>
            <a:custGeom>
              <a:rect b="b" l="l" r="r" t="t"/>
              <a:pathLst>
                <a:path extrusionOk="0" h="3227" w="4351">
                  <a:moveTo>
                    <a:pt x="1377" y="0"/>
                  </a:moveTo>
                  <a:cubicBezTo>
                    <a:pt x="549" y="0"/>
                    <a:pt x="0" y="563"/>
                    <a:pt x="384" y="1840"/>
                  </a:cubicBezTo>
                  <a:cubicBezTo>
                    <a:pt x="610" y="2570"/>
                    <a:pt x="1127" y="3226"/>
                    <a:pt x="1865" y="3226"/>
                  </a:cubicBezTo>
                  <a:cubicBezTo>
                    <a:pt x="1893" y="3226"/>
                    <a:pt x="1921" y="3225"/>
                    <a:pt x="1949" y="3224"/>
                  </a:cubicBezTo>
                  <a:cubicBezTo>
                    <a:pt x="4350" y="3015"/>
                    <a:pt x="4324" y="1188"/>
                    <a:pt x="2550" y="301"/>
                  </a:cubicBezTo>
                  <a:cubicBezTo>
                    <a:pt x="2141" y="105"/>
                    <a:pt x="1733" y="0"/>
                    <a:pt x="1377"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3"/>
            <p:cNvSpPr/>
            <p:nvPr/>
          </p:nvSpPr>
          <p:spPr>
            <a:xfrm rot="1770609">
              <a:off x="-3012891" y="2168633"/>
              <a:ext cx="190549" cy="91937"/>
            </a:xfrm>
            <a:custGeom>
              <a:rect b="b" l="l" r="r" t="t"/>
              <a:pathLst>
                <a:path extrusionOk="0" h="2934" w="6081">
                  <a:moveTo>
                    <a:pt x="2455" y="0"/>
                  </a:moveTo>
                  <a:cubicBezTo>
                    <a:pt x="1885" y="0"/>
                    <a:pt x="1356" y="180"/>
                    <a:pt x="992" y="689"/>
                  </a:cubicBezTo>
                  <a:cubicBezTo>
                    <a:pt x="0" y="2046"/>
                    <a:pt x="1409" y="2908"/>
                    <a:pt x="2557" y="2934"/>
                  </a:cubicBezTo>
                  <a:cubicBezTo>
                    <a:pt x="3471" y="2882"/>
                    <a:pt x="4384" y="2647"/>
                    <a:pt x="5219" y="2229"/>
                  </a:cubicBezTo>
                  <a:cubicBezTo>
                    <a:pt x="5585" y="2020"/>
                    <a:pt x="6080" y="1603"/>
                    <a:pt x="5715" y="1159"/>
                  </a:cubicBezTo>
                  <a:cubicBezTo>
                    <a:pt x="5167" y="507"/>
                    <a:pt x="3967" y="246"/>
                    <a:pt x="3210" y="89"/>
                  </a:cubicBezTo>
                  <a:cubicBezTo>
                    <a:pt x="2957" y="34"/>
                    <a:pt x="2702" y="0"/>
                    <a:pt x="2455"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3"/>
            <p:cNvSpPr/>
            <p:nvPr/>
          </p:nvSpPr>
          <p:spPr>
            <a:xfrm rot="1770609">
              <a:off x="-2964780" y="2083053"/>
              <a:ext cx="64488" cy="53144"/>
            </a:xfrm>
            <a:custGeom>
              <a:rect b="b" l="l" r="r" t="t"/>
              <a:pathLst>
                <a:path extrusionOk="0" h="1696" w="2058">
                  <a:moveTo>
                    <a:pt x="717" y="1"/>
                  </a:moveTo>
                  <a:cubicBezTo>
                    <a:pt x="341" y="1"/>
                    <a:pt x="100" y="335"/>
                    <a:pt x="53" y="690"/>
                  </a:cubicBezTo>
                  <a:cubicBezTo>
                    <a:pt x="1" y="1160"/>
                    <a:pt x="288" y="1577"/>
                    <a:pt x="732" y="1655"/>
                  </a:cubicBezTo>
                  <a:cubicBezTo>
                    <a:pt x="822" y="1683"/>
                    <a:pt x="910" y="1695"/>
                    <a:pt x="994" y="1695"/>
                  </a:cubicBezTo>
                  <a:cubicBezTo>
                    <a:pt x="1638" y="1695"/>
                    <a:pt x="2057" y="963"/>
                    <a:pt x="1619" y="455"/>
                  </a:cubicBezTo>
                  <a:cubicBezTo>
                    <a:pt x="1410" y="220"/>
                    <a:pt x="1123" y="64"/>
                    <a:pt x="836" y="11"/>
                  </a:cubicBezTo>
                  <a:cubicBezTo>
                    <a:pt x="795" y="4"/>
                    <a:pt x="755" y="1"/>
                    <a:pt x="717"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3"/>
            <p:cNvSpPr/>
            <p:nvPr/>
          </p:nvSpPr>
          <p:spPr>
            <a:xfrm rot="1770609">
              <a:off x="-3153251" y="1605310"/>
              <a:ext cx="296023" cy="606774"/>
            </a:xfrm>
            <a:custGeom>
              <a:rect b="b" l="l" r="r" t="t"/>
              <a:pathLst>
                <a:path extrusionOk="0" h="19364" w="9447">
                  <a:moveTo>
                    <a:pt x="9447" y="1"/>
                  </a:moveTo>
                  <a:cubicBezTo>
                    <a:pt x="9212" y="1201"/>
                    <a:pt x="8273" y="2297"/>
                    <a:pt x="7516" y="3210"/>
                  </a:cubicBezTo>
                  <a:lnTo>
                    <a:pt x="7464" y="3263"/>
                  </a:lnTo>
                  <a:cubicBezTo>
                    <a:pt x="6707" y="4150"/>
                    <a:pt x="6107" y="5168"/>
                    <a:pt x="5715" y="6264"/>
                  </a:cubicBezTo>
                  <a:cubicBezTo>
                    <a:pt x="5350" y="7255"/>
                    <a:pt x="5063" y="8273"/>
                    <a:pt x="4828" y="9317"/>
                  </a:cubicBezTo>
                  <a:cubicBezTo>
                    <a:pt x="4619" y="10204"/>
                    <a:pt x="4384" y="11144"/>
                    <a:pt x="4097" y="12031"/>
                  </a:cubicBezTo>
                  <a:cubicBezTo>
                    <a:pt x="3523" y="13701"/>
                    <a:pt x="2610" y="15241"/>
                    <a:pt x="1436" y="16545"/>
                  </a:cubicBezTo>
                  <a:cubicBezTo>
                    <a:pt x="992" y="17041"/>
                    <a:pt x="522" y="17511"/>
                    <a:pt x="0" y="17955"/>
                  </a:cubicBezTo>
                  <a:cubicBezTo>
                    <a:pt x="0" y="17955"/>
                    <a:pt x="0" y="17981"/>
                    <a:pt x="0" y="18007"/>
                  </a:cubicBezTo>
                  <a:cubicBezTo>
                    <a:pt x="235" y="18268"/>
                    <a:pt x="496" y="18503"/>
                    <a:pt x="809" y="18711"/>
                  </a:cubicBezTo>
                  <a:cubicBezTo>
                    <a:pt x="1383" y="19103"/>
                    <a:pt x="2062" y="19312"/>
                    <a:pt x="2766" y="19364"/>
                  </a:cubicBezTo>
                  <a:cubicBezTo>
                    <a:pt x="2297" y="19233"/>
                    <a:pt x="1879" y="18920"/>
                    <a:pt x="1592" y="18503"/>
                  </a:cubicBezTo>
                  <a:cubicBezTo>
                    <a:pt x="914" y="17459"/>
                    <a:pt x="2375" y="16023"/>
                    <a:pt x="2949" y="15241"/>
                  </a:cubicBezTo>
                  <a:cubicBezTo>
                    <a:pt x="4410" y="13153"/>
                    <a:pt x="4750" y="10439"/>
                    <a:pt x="5480" y="8038"/>
                  </a:cubicBezTo>
                  <a:cubicBezTo>
                    <a:pt x="5846" y="6681"/>
                    <a:pt x="6446" y="5402"/>
                    <a:pt x="7229" y="4228"/>
                  </a:cubicBezTo>
                  <a:cubicBezTo>
                    <a:pt x="7725" y="3524"/>
                    <a:pt x="8273" y="2845"/>
                    <a:pt x="8742" y="2114"/>
                  </a:cubicBezTo>
                  <a:cubicBezTo>
                    <a:pt x="9134" y="1462"/>
                    <a:pt x="9395" y="757"/>
                    <a:pt x="94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3"/>
            <p:cNvSpPr/>
            <p:nvPr/>
          </p:nvSpPr>
          <p:spPr>
            <a:xfrm rot="1770609">
              <a:off x="-3900537" y="1725805"/>
              <a:ext cx="569987" cy="226522"/>
            </a:xfrm>
            <a:custGeom>
              <a:rect b="b" l="l" r="r" t="t"/>
              <a:pathLst>
                <a:path extrusionOk="0" h="7229" w="18190">
                  <a:moveTo>
                    <a:pt x="1123" y="0"/>
                  </a:moveTo>
                  <a:cubicBezTo>
                    <a:pt x="1097" y="26"/>
                    <a:pt x="1097" y="26"/>
                    <a:pt x="1123" y="52"/>
                  </a:cubicBezTo>
                  <a:cubicBezTo>
                    <a:pt x="1488" y="887"/>
                    <a:pt x="1097" y="1775"/>
                    <a:pt x="679" y="2505"/>
                  </a:cubicBezTo>
                  <a:cubicBezTo>
                    <a:pt x="1" y="3653"/>
                    <a:pt x="27" y="4515"/>
                    <a:pt x="706" y="5271"/>
                  </a:cubicBezTo>
                  <a:cubicBezTo>
                    <a:pt x="966" y="5558"/>
                    <a:pt x="1254" y="5819"/>
                    <a:pt x="1593" y="6054"/>
                  </a:cubicBezTo>
                  <a:cubicBezTo>
                    <a:pt x="2193" y="6420"/>
                    <a:pt x="2845" y="6707"/>
                    <a:pt x="3524" y="6915"/>
                  </a:cubicBezTo>
                  <a:cubicBezTo>
                    <a:pt x="4124" y="7072"/>
                    <a:pt x="4750" y="7203"/>
                    <a:pt x="5377" y="7229"/>
                  </a:cubicBezTo>
                  <a:cubicBezTo>
                    <a:pt x="3524" y="6602"/>
                    <a:pt x="1645" y="5558"/>
                    <a:pt x="2089" y="3993"/>
                  </a:cubicBezTo>
                  <a:cubicBezTo>
                    <a:pt x="2358" y="3122"/>
                    <a:pt x="3468" y="2745"/>
                    <a:pt x="4384" y="2745"/>
                  </a:cubicBezTo>
                  <a:cubicBezTo>
                    <a:pt x="4621" y="2745"/>
                    <a:pt x="4845" y="2770"/>
                    <a:pt x="5037" y="2818"/>
                  </a:cubicBezTo>
                  <a:cubicBezTo>
                    <a:pt x="6655" y="3184"/>
                    <a:pt x="8143" y="4045"/>
                    <a:pt x="9630" y="4776"/>
                  </a:cubicBezTo>
                  <a:cubicBezTo>
                    <a:pt x="11336" y="5609"/>
                    <a:pt x="13771" y="6691"/>
                    <a:pt x="15926" y="6691"/>
                  </a:cubicBezTo>
                  <a:cubicBezTo>
                    <a:pt x="16738" y="6691"/>
                    <a:pt x="17511" y="6537"/>
                    <a:pt x="18190" y="6159"/>
                  </a:cubicBezTo>
                  <a:lnTo>
                    <a:pt x="18190" y="6159"/>
                  </a:lnTo>
                  <a:cubicBezTo>
                    <a:pt x="17884" y="6192"/>
                    <a:pt x="17579" y="6208"/>
                    <a:pt x="17276" y="6208"/>
                  </a:cubicBezTo>
                  <a:cubicBezTo>
                    <a:pt x="15223" y="6208"/>
                    <a:pt x="13265" y="5501"/>
                    <a:pt x="11901" y="4932"/>
                  </a:cubicBezTo>
                  <a:cubicBezTo>
                    <a:pt x="10465" y="4358"/>
                    <a:pt x="9056" y="3627"/>
                    <a:pt x="7699" y="2923"/>
                  </a:cubicBezTo>
                  <a:cubicBezTo>
                    <a:pt x="6290" y="2192"/>
                    <a:pt x="4803" y="1435"/>
                    <a:pt x="3315" y="835"/>
                  </a:cubicBezTo>
                  <a:cubicBezTo>
                    <a:pt x="2663" y="574"/>
                    <a:pt x="1958" y="287"/>
                    <a:pt x="11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3"/>
            <p:cNvSpPr/>
            <p:nvPr/>
          </p:nvSpPr>
          <p:spPr>
            <a:xfrm rot="1770609">
              <a:off x="-4240637" y="931073"/>
              <a:ext cx="2316608" cy="1342900"/>
            </a:xfrm>
            <a:custGeom>
              <a:rect b="b" l="l" r="r" t="t"/>
              <a:pathLst>
                <a:path extrusionOk="0" h="42856" w="73930">
                  <a:moveTo>
                    <a:pt x="49267" y="18992"/>
                  </a:moveTo>
                  <a:cubicBezTo>
                    <a:pt x="50103" y="18992"/>
                    <a:pt x="50888" y="19423"/>
                    <a:pt x="51331" y="20162"/>
                  </a:cubicBezTo>
                  <a:cubicBezTo>
                    <a:pt x="48695" y="20449"/>
                    <a:pt x="46947" y="22536"/>
                    <a:pt x="45851" y="24807"/>
                  </a:cubicBezTo>
                  <a:cubicBezTo>
                    <a:pt x="45068" y="26477"/>
                    <a:pt x="44807" y="28304"/>
                    <a:pt x="44494" y="30104"/>
                  </a:cubicBezTo>
                  <a:cubicBezTo>
                    <a:pt x="44389" y="30887"/>
                    <a:pt x="44181" y="31644"/>
                    <a:pt x="43946" y="32401"/>
                  </a:cubicBezTo>
                  <a:cubicBezTo>
                    <a:pt x="43685" y="33053"/>
                    <a:pt x="43398" y="33705"/>
                    <a:pt x="43137" y="34358"/>
                  </a:cubicBezTo>
                  <a:cubicBezTo>
                    <a:pt x="42693" y="35454"/>
                    <a:pt x="42354" y="36680"/>
                    <a:pt x="42797" y="37829"/>
                  </a:cubicBezTo>
                  <a:cubicBezTo>
                    <a:pt x="42850" y="37985"/>
                    <a:pt x="42928" y="38142"/>
                    <a:pt x="43032" y="38298"/>
                  </a:cubicBezTo>
                  <a:cubicBezTo>
                    <a:pt x="42767" y="38352"/>
                    <a:pt x="42501" y="38379"/>
                    <a:pt x="42236" y="38379"/>
                  </a:cubicBezTo>
                  <a:cubicBezTo>
                    <a:pt x="41092" y="38379"/>
                    <a:pt x="39985" y="37888"/>
                    <a:pt x="39222" y="37020"/>
                  </a:cubicBezTo>
                  <a:cubicBezTo>
                    <a:pt x="39744" y="36576"/>
                    <a:pt x="40214" y="36132"/>
                    <a:pt x="40658" y="35637"/>
                  </a:cubicBezTo>
                  <a:cubicBezTo>
                    <a:pt x="41832" y="34306"/>
                    <a:pt x="42745" y="32766"/>
                    <a:pt x="43319" y="31070"/>
                  </a:cubicBezTo>
                  <a:cubicBezTo>
                    <a:pt x="43972" y="29191"/>
                    <a:pt x="44233" y="27182"/>
                    <a:pt x="44937" y="25329"/>
                  </a:cubicBezTo>
                  <a:cubicBezTo>
                    <a:pt x="45355" y="24233"/>
                    <a:pt x="45929" y="23215"/>
                    <a:pt x="46686" y="22328"/>
                  </a:cubicBezTo>
                  <a:cubicBezTo>
                    <a:pt x="47469" y="21388"/>
                    <a:pt x="48434" y="20292"/>
                    <a:pt x="48669" y="19066"/>
                  </a:cubicBezTo>
                  <a:cubicBezTo>
                    <a:pt x="48869" y="19016"/>
                    <a:pt x="49069" y="18992"/>
                    <a:pt x="49267" y="18992"/>
                  </a:cubicBezTo>
                  <a:close/>
                  <a:moveTo>
                    <a:pt x="24583" y="270"/>
                  </a:moveTo>
                  <a:cubicBezTo>
                    <a:pt x="26185" y="270"/>
                    <a:pt x="27791" y="610"/>
                    <a:pt x="29306" y="1164"/>
                  </a:cubicBezTo>
                  <a:cubicBezTo>
                    <a:pt x="35125" y="3278"/>
                    <a:pt x="39509" y="8262"/>
                    <a:pt x="43815" y="12490"/>
                  </a:cubicBezTo>
                  <a:cubicBezTo>
                    <a:pt x="44755" y="13429"/>
                    <a:pt x="45772" y="14290"/>
                    <a:pt x="46686" y="15256"/>
                  </a:cubicBezTo>
                  <a:cubicBezTo>
                    <a:pt x="47364" y="15960"/>
                    <a:pt x="48069" y="16743"/>
                    <a:pt x="48356" y="17709"/>
                  </a:cubicBezTo>
                  <a:cubicBezTo>
                    <a:pt x="48904" y="19405"/>
                    <a:pt x="47469" y="20997"/>
                    <a:pt x="46477" y="22171"/>
                  </a:cubicBezTo>
                  <a:cubicBezTo>
                    <a:pt x="43789" y="25355"/>
                    <a:pt x="44024" y="29661"/>
                    <a:pt x="42093" y="33184"/>
                  </a:cubicBezTo>
                  <a:cubicBezTo>
                    <a:pt x="40814" y="35532"/>
                    <a:pt x="38596" y="37750"/>
                    <a:pt x="35986" y="38507"/>
                  </a:cubicBezTo>
                  <a:cubicBezTo>
                    <a:pt x="35353" y="38686"/>
                    <a:pt x="34708" y="38763"/>
                    <a:pt x="34062" y="38763"/>
                  </a:cubicBezTo>
                  <a:cubicBezTo>
                    <a:pt x="32448" y="38763"/>
                    <a:pt x="30823" y="38283"/>
                    <a:pt x="29332" y="37724"/>
                  </a:cubicBezTo>
                  <a:cubicBezTo>
                    <a:pt x="26435" y="36628"/>
                    <a:pt x="23774" y="34958"/>
                    <a:pt x="20955" y="33705"/>
                  </a:cubicBezTo>
                  <a:cubicBezTo>
                    <a:pt x="17432" y="32218"/>
                    <a:pt x="13779" y="31096"/>
                    <a:pt x="10047" y="30313"/>
                  </a:cubicBezTo>
                  <a:cubicBezTo>
                    <a:pt x="7568" y="29765"/>
                    <a:pt x="4880" y="29608"/>
                    <a:pt x="2584" y="28486"/>
                  </a:cubicBezTo>
                  <a:cubicBezTo>
                    <a:pt x="1853" y="28173"/>
                    <a:pt x="1227" y="27651"/>
                    <a:pt x="809" y="26999"/>
                  </a:cubicBezTo>
                  <a:cubicBezTo>
                    <a:pt x="340" y="26216"/>
                    <a:pt x="548" y="25329"/>
                    <a:pt x="940" y="24572"/>
                  </a:cubicBezTo>
                  <a:cubicBezTo>
                    <a:pt x="1644" y="23241"/>
                    <a:pt x="2871" y="22223"/>
                    <a:pt x="3993" y="21310"/>
                  </a:cubicBezTo>
                  <a:cubicBezTo>
                    <a:pt x="5402" y="20188"/>
                    <a:pt x="6707" y="18935"/>
                    <a:pt x="7907" y="17578"/>
                  </a:cubicBezTo>
                  <a:cubicBezTo>
                    <a:pt x="9578" y="15699"/>
                    <a:pt x="10752" y="13533"/>
                    <a:pt x="11822" y="11263"/>
                  </a:cubicBezTo>
                  <a:cubicBezTo>
                    <a:pt x="12944" y="8888"/>
                    <a:pt x="14092" y="6540"/>
                    <a:pt x="15841" y="4556"/>
                  </a:cubicBezTo>
                  <a:cubicBezTo>
                    <a:pt x="17380" y="2730"/>
                    <a:pt x="19442" y="1373"/>
                    <a:pt x="21712" y="668"/>
                  </a:cubicBezTo>
                  <a:cubicBezTo>
                    <a:pt x="22654" y="393"/>
                    <a:pt x="23618" y="270"/>
                    <a:pt x="24583" y="270"/>
                  </a:cubicBezTo>
                  <a:close/>
                  <a:moveTo>
                    <a:pt x="51944" y="20378"/>
                  </a:moveTo>
                  <a:cubicBezTo>
                    <a:pt x="54078" y="20378"/>
                    <a:pt x="56211" y="21545"/>
                    <a:pt x="57933" y="22693"/>
                  </a:cubicBezTo>
                  <a:cubicBezTo>
                    <a:pt x="59629" y="23841"/>
                    <a:pt x="61143" y="25250"/>
                    <a:pt x="62813" y="26451"/>
                  </a:cubicBezTo>
                  <a:cubicBezTo>
                    <a:pt x="64535" y="27730"/>
                    <a:pt x="66414" y="28773"/>
                    <a:pt x="68241" y="29869"/>
                  </a:cubicBezTo>
                  <a:cubicBezTo>
                    <a:pt x="69781" y="30783"/>
                    <a:pt x="71842" y="31748"/>
                    <a:pt x="72442" y="33549"/>
                  </a:cubicBezTo>
                  <a:cubicBezTo>
                    <a:pt x="72886" y="34958"/>
                    <a:pt x="72077" y="36367"/>
                    <a:pt x="71007" y="37228"/>
                  </a:cubicBezTo>
                  <a:cubicBezTo>
                    <a:pt x="68006" y="39655"/>
                    <a:pt x="64222" y="40882"/>
                    <a:pt x="60412" y="41065"/>
                  </a:cubicBezTo>
                  <a:cubicBezTo>
                    <a:pt x="58768" y="41117"/>
                    <a:pt x="57150" y="41117"/>
                    <a:pt x="55506" y="41273"/>
                  </a:cubicBezTo>
                  <a:cubicBezTo>
                    <a:pt x="53888" y="41404"/>
                    <a:pt x="52349" y="41560"/>
                    <a:pt x="50783" y="41586"/>
                  </a:cubicBezTo>
                  <a:cubicBezTo>
                    <a:pt x="50658" y="41590"/>
                    <a:pt x="50533" y="41592"/>
                    <a:pt x="50408" y="41592"/>
                  </a:cubicBezTo>
                  <a:cubicBezTo>
                    <a:pt x="48919" y="41592"/>
                    <a:pt x="47458" y="41307"/>
                    <a:pt x="46086" y="40777"/>
                  </a:cubicBezTo>
                  <a:cubicBezTo>
                    <a:pt x="44963" y="40308"/>
                    <a:pt x="43998" y="39473"/>
                    <a:pt x="43346" y="38429"/>
                  </a:cubicBezTo>
                  <a:cubicBezTo>
                    <a:pt x="43346" y="38377"/>
                    <a:pt x="43319" y="38324"/>
                    <a:pt x="43267" y="38298"/>
                  </a:cubicBezTo>
                  <a:cubicBezTo>
                    <a:pt x="43058" y="37959"/>
                    <a:pt x="42928" y="37568"/>
                    <a:pt x="42850" y="37176"/>
                  </a:cubicBezTo>
                  <a:cubicBezTo>
                    <a:pt x="42563" y="35819"/>
                    <a:pt x="43424" y="34306"/>
                    <a:pt x="43920" y="33079"/>
                  </a:cubicBezTo>
                  <a:cubicBezTo>
                    <a:pt x="44572" y="31566"/>
                    <a:pt x="44755" y="29948"/>
                    <a:pt x="45042" y="28330"/>
                  </a:cubicBezTo>
                  <a:cubicBezTo>
                    <a:pt x="45251" y="27155"/>
                    <a:pt x="45590" y="26007"/>
                    <a:pt x="46086" y="24911"/>
                  </a:cubicBezTo>
                  <a:cubicBezTo>
                    <a:pt x="47077" y="22928"/>
                    <a:pt x="48512" y="21023"/>
                    <a:pt x="50783" y="20501"/>
                  </a:cubicBezTo>
                  <a:cubicBezTo>
                    <a:pt x="51168" y="20417"/>
                    <a:pt x="51556" y="20378"/>
                    <a:pt x="51944" y="20378"/>
                  </a:cubicBezTo>
                  <a:close/>
                  <a:moveTo>
                    <a:pt x="17928" y="32818"/>
                  </a:moveTo>
                  <a:cubicBezTo>
                    <a:pt x="18633" y="33079"/>
                    <a:pt x="19363" y="33340"/>
                    <a:pt x="20068" y="33627"/>
                  </a:cubicBezTo>
                  <a:cubicBezTo>
                    <a:pt x="23017" y="34828"/>
                    <a:pt x="25731" y="36524"/>
                    <a:pt x="28654" y="37750"/>
                  </a:cubicBezTo>
                  <a:cubicBezTo>
                    <a:pt x="30356" y="38449"/>
                    <a:pt x="32168" y="39020"/>
                    <a:pt x="34014" y="39020"/>
                  </a:cubicBezTo>
                  <a:cubicBezTo>
                    <a:pt x="34374" y="39020"/>
                    <a:pt x="34736" y="38998"/>
                    <a:pt x="35099" y="38951"/>
                  </a:cubicBezTo>
                  <a:lnTo>
                    <a:pt x="35334" y="38899"/>
                  </a:lnTo>
                  <a:cubicBezTo>
                    <a:pt x="35804" y="39160"/>
                    <a:pt x="36169" y="39525"/>
                    <a:pt x="36430" y="39995"/>
                  </a:cubicBezTo>
                  <a:cubicBezTo>
                    <a:pt x="36769" y="40699"/>
                    <a:pt x="36221" y="41404"/>
                    <a:pt x="35726" y="41847"/>
                  </a:cubicBezTo>
                  <a:cubicBezTo>
                    <a:pt x="35127" y="42386"/>
                    <a:pt x="34417" y="42581"/>
                    <a:pt x="33689" y="42581"/>
                  </a:cubicBezTo>
                  <a:cubicBezTo>
                    <a:pt x="33148" y="42581"/>
                    <a:pt x="32596" y="42473"/>
                    <a:pt x="32072" y="42317"/>
                  </a:cubicBezTo>
                  <a:cubicBezTo>
                    <a:pt x="30846" y="41952"/>
                    <a:pt x="29645" y="41352"/>
                    <a:pt x="28393" y="40934"/>
                  </a:cubicBezTo>
                  <a:cubicBezTo>
                    <a:pt x="26983" y="40412"/>
                    <a:pt x="25496" y="40125"/>
                    <a:pt x="23982" y="40047"/>
                  </a:cubicBezTo>
                  <a:cubicBezTo>
                    <a:pt x="22730" y="39995"/>
                    <a:pt x="21555" y="39995"/>
                    <a:pt x="20329" y="39655"/>
                  </a:cubicBezTo>
                  <a:cubicBezTo>
                    <a:pt x="19259" y="39368"/>
                    <a:pt x="18294" y="38820"/>
                    <a:pt x="17511" y="38037"/>
                  </a:cubicBezTo>
                  <a:cubicBezTo>
                    <a:pt x="16728" y="37150"/>
                    <a:pt x="16937" y="36237"/>
                    <a:pt x="17485" y="35297"/>
                  </a:cubicBezTo>
                  <a:cubicBezTo>
                    <a:pt x="17928" y="34514"/>
                    <a:pt x="18294" y="33653"/>
                    <a:pt x="17928" y="32818"/>
                  </a:cubicBezTo>
                  <a:close/>
                  <a:moveTo>
                    <a:pt x="24740" y="0"/>
                  </a:moveTo>
                  <a:cubicBezTo>
                    <a:pt x="20642" y="0"/>
                    <a:pt x="17086" y="2322"/>
                    <a:pt x="14614" y="5626"/>
                  </a:cubicBezTo>
                  <a:cubicBezTo>
                    <a:pt x="13100" y="7688"/>
                    <a:pt x="12135" y="10063"/>
                    <a:pt x="11039" y="12333"/>
                  </a:cubicBezTo>
                  <a:cubicBezTo>
                    <a:pt x="9812" y="14864"/>
                    <a:pt x="8142" y="17135"/>
                    <a:pt x="6133" y="19092"/>
                  </a:cubicBezTo>
                  <a:cubicBezTo>
                    <a:pt x="4802" y="20370"/>
                    <a:pt x="3288" y="21440"/>
                    <a:pt x="2010" y="22771"/>
                  </a:cubicBezTo>
                  <a:cubicBezTo>
                    <a:pt x="1253" y="23476"/>
                    <a:pt x="679" y="24363"/>
                    <a:pt x="366" y="25381"/>
                  </a:cubicBezTo>
                  <a:cubicBezTo>
                    <a:pt x="0" y="26868"/>
                    <a:pt x="1070" y="27990"/>
                    <a:pt x="2271" y="28643"/>
                  </a:cubicBezTo>
                  <a:cubicBezTo>
                    <a:pt x="4332" y="29739"/>
                    <a:pt x="6759" y="29948"/>
                    <a:pt x="9029" y="30365"/>
                  </a:cubicBezTo>
                  <a:cubicBezTo>
                    <a:pt x="11926" y="30965"/>
                    <a:pt x="14771" y="31722"/>
                    <a:pt x="17589" y="32688"/>
                  </a:cubicBezTo>
                  <a:cubicBezTo>
                    <a:pt x="18398" y="34019"/>
                    <a:pt x="17041" y="35062"/>
                    <a:pt x="16754" y="36289"/>
                  </a:cubicBezTo>
                  <a:cubicBezTo>
                    <a:pt x="16545" y="37176"/>
                    <a:pt x="17067" y="37985"/>
                    <a:pt x="17693" y="38559"/>
                  </a:cubicBezTo>
                  <a:cubicBezTo>
                    <a:pt x="18581" y="39342"/>
                    <a:pt x="19755" y="39786"/>
                    <a:pt x="20903" y="40073"/>
                  </a:cubicBezTo>
                  <a:cubicBezTo>
                    <a:pt x="22364" y="40412"/>
                    <a:pt x="23826" y="40229"/>
                    <a:pt x="25313" y="40438"/>
                  </a:cubicBezTo>
                  <a:cubicBezTo>
                    <a:pt x="26957" y="40699"/>
                    <a:pt x="28575" y="41169"/>
                    <a:pt x="30089" y="41847"/>
                  </a:cubicBezTo>
                  <a:cubicBezTo>
                    <a:pt x="31183" y="42276"/>
                    <a:pt x="32408" y="42856"/>
                    <a:pt x="33625" y="42856"/>
                  </a:cubicBezTo>
                  <a:cubicBezTo>
                    <a:pt x="33742" y="42856"/>
                    <a:pt x="33860" y="42851"/>
                    <a:pt x="33977" y="42839"/>
                  </a:cubicBezTo>
                  <a:cubicBezTo>
                    <a:pt x="35125" y="42761"/>
                    <a:pt x="36300" y="42056"/>
                    <a:pt x="36743" y="40934"/>
                  </a:cubicBezTo>
                  <a:cubicBezTo>
                    <a:pt x="37056" y="40073"/>
                    <a:pt x="36404" y="39316"/>
                    <a:pt x="35726" y="38846"/>
                  </a:cubicBezTo>
                  <a:cubicBezTo>
                    <a:pt x="36952" y="38533"/>
                    <a:pt x="38074" y="37985"/>
                    <a:pt x="39040" y="37176"/>
                  </a:cubicBezTo>
                  <a:cubicBezTo>
                    <a:pt x="39863" y="38126"/>
                    <a:pt x="41061" y="38649"/>
                    <a:pt x="42289" y="38649"/>
                  </a:cubicBezTo>
                  <a:cubicBezTo>
                    <a:pt x="42580" y="38649"/>
                    <a:pt x="42873" y="38619"/>
                    <a:pt x="43163" y="38559"/>
                  </a:cubicBezTo>
                  <a:cubicBezTo>
                    <a:pt x="43789" y="39551"/>
                    <a:pt x="44650" y="40334"/>
                    <a:pt x="45694" y="40856"/>
                  </a:cubicBezTo>
                  <a:cubicBezTo>
                    <a:pt x="47198" y="41638"/>
                    <a:pt x="48918" y="41856"/>
                    <a:pt x="50646" y="41856"/>
                  </a:cubicBezTo>
                  <a:cubicBezTo>
                    <a:pt x="51916" y="41856"/>
                    <a:pt x="53190" y="41738"/>
                    <a:pt x="54384" y="41639"/>
                  </a:cubicBezTo>
                  <a:cubicBezTo>
                    <a:pt x="56002" y="41482"/>
                    <a:pt x="57672" y="41378"/>
                    <a:pt x="59316" y="41352"/>
                  </a:cubicBezTo>
                  <a:cubicBezTo>
                    <a:pt x="61065" y="41299"/>
                    <a:pt x="62787" y="41221"/>
                    <a:pt x="64483" y="40777"/>
                  </a:cubicBezTo>
                  <a:cubicBezTo>
                    <a:pt x="66205" y="40308"/>
                    <a:pt x="67849" y="39603"/>
                    <a:pt x="69363" y="38690"/>
                  </a:cubicBezTo>
                  <a:cubicBezTo>
                    <a:pt x="70563" y="37985"/>
                    <a:pt x="71868" y="37124"/>
                    <a:pt x="72495" y="35819"/>
                  </a:cubicBezTo>
                  <a:cubicBezTo>
                    <a:pt x="73930" y="32818"/>
                    <a:pt x="70459" y="30913"/>
                    <a:pt x="68371" y="29661"/>
                  </a:cubicBezTo>
                  <a:cubicBezTo>
                    <a:pt x="66519" y="28539"/>
                    <a:pt x="64666" y="27495"/>
                    <a:pt x="62943" y="26242"/>
                  </a:cubicBezTo>
                  <a:cubicBezTo>
                    <a:pt x="61273" y="25042"/>
                    <a:pt x="59760" y="23632"/>
                    <a:pt x="58037" y="22484"/>
                  </a:cubicBezTo>
                  <a:cubicBezTo>
                    <a:pt x="56285" y="21283"/>
                    <a:pt x="54101" y="20129"/>
                    <a:pt x="51922" y="20129"/>
                  </a:cubicBezTo>
                  <a:cubicBezTo>
                    <a:pt x="51829" y="20129"/>
                    <a:pt x="51737" y="20131"/>
                    <a:pt x="51644" y="20136"/>
                  </a:cubicBezTo>
                  <a:cubicBezTo>
                    <a:pt x="51158" y="19253"/>
                    <a:pt x="50244" y="18725"/>
                    <a:pt x="49279" y="18725"/>
                  </a:cubicBezTo>
                  <a:cubicBezTo>
                    <a:pt x="49102" y="18725"/>
                    <a:pt x="48925" y="18742"/>
                    <a:pt x="48747" y="18779"/>
                  </a:cubicBezTo>
                  <a:cubicBezTo>
                    <a:pt x="48800" y="18361"/>
                    <a:pt x="48747" y="17917"/>
                    <a:pt x="48591" y="17526"/>
                  </a:cubicBezTo>
                  <a:cubicBezTo>
                    <a:pt x="48225" y="16456"/>
                    <a:pt x="47443" y="15595"/>
                    <a:pt x="46634" y="14812"/>
                  </a:cubicBezTo>
                  <a:cubicBezTo>
                    <a:pt x="45433" y="13612"/>
                    <a:pt x="44154" y="12463"/>
                    <a:pt x="42954" y="11237"/>
                  </a:cubicBezTo>
                  <a:cubicBezTo>
                    <a:pt x="38309" y="6670"/>
                    <a:pt x="33168" y="1138"/>
                    <a:pt x="26357" y="120"/>
                  </a:cubicBezTo>
                  <a:cubicBezTo>
                    <a:pt x="25810" y="39"/>
                    <a:pt x="25270" y="0"/>
                    <a:pt x="247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3"/>
            <p:cNvSpPr/>
            <p:nvPr/>
          </p:nvSpPr>
          <p:spPr>
            <a:xfrm rot="1770609">
              <a:off x="-3224877" y="908804"/>
              <a:ext cx="386645" cy="135211"/>
            </a:xfrm>
            <a:custGeom>
              <a:rect b="b" l="l" r="r" t="t"/>
              <a:pathLst>
                <a:path extrusionOk="0" h="4315" w="12339">
                  <a:moveTo>
                    <a:pt x="2171" y="1"/>
                  </a:moveTo>
                  <a:cubicBezTo>
                    <a:pt x="1442" y="1"/>
                    <a:pt x="714" y="82"/>
                    <a:pt x="0" y="263"/>
                  </a:cubicBezTo>
                  <a:lnTo>
                    <a:pt x="0" y="289"/>
                  </a:lnTo>
                  <a:cubicBezTo>
                    <a:pt x="594" y="186"/>
                    <a:pt x="1179" y="139"/>
                    <a:pt x="1757" y="139"/>
                  </a:cubicBezTo>
                  <a:cubicBezTo>
                    <a:pt x="5603" y="139"/>
                    <a:pt x="9112" y="2243"/>
                    <a:pt x="12266" y="4307"/>
                  </a:cubicBezTo>
                  <a:cubicBezTo>
                    <a:pt x="12275" y="4312"/>
                    <a:pt x="12284" y="4315"/>
                    <a:pt x="12292" y="4315"/>
                  </a:cubicBezTo>
                  <a:cubicBezTo>
                    <a:pt x="12326" y="4315"/>
                    <a:pt x="12339" y="4276"/>
                    <a:pt x="12318" y="4255"/>
                  </a:cubicBezTo>
                  <a:cubicBezTo>
                    <a:pt x="10595" y="2794"/>
                    <a:pt x="8638" y="1646"/>
                    <a:pt x="6524" y="863"/>
                  </a:cubicBezTo>
                  <a:cubicBezTo>
                    <a:pt x="5142" y="338"/>
                    <a:pt x="3654" y="1"/>
                    <a:pt x="21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3"/>
            <p:cNvSpPr/>
            <p:nvPr/>
          </p:nvSpPr>
          <p:spPr>
            <a:xfrm rot="1770609">
              <a:off x="-2897490" y="1145049"/>
              <a:ext cx="24316" cy="18362"/>
            </a:xfrm>
            <a:custGeom>
              <a:rect b="b" l="l" r="r" t="t"/>
              <a:pathLst>
                <a:path extrusionOk="0" h="586" w="776">
                  <a:moveTo>
                    <a:pt x="23" y="0"/>
                  </a:moveTo>
                  <a:cubicBezTo>
                    <a:pt x="8" y="0"/>
                    <a:pt x="0" y="19"/>
                    <a:pt x="19" y="37"/>
                  </a:cubicBezTo>
                  <a:cubicBezTo>
                    <a:pt x="202" y="246"/>
                    <a:pt x="436" y="429"/>
                    <a:pt x="697" y="585"/>
                  </a:cubicBezTo>
                  <a:cubicBezTo>
                    <a:pt x="724" y="585"/>
                    <a:pt x="776" y="585"/>
                    <a:pt x="750" y="533"/>
                  </a:cubicBezTo>
                  <a:cubicBezTo>
                    <a:pt x="593" y="272"/>
                    <a:pt x="332" y="90"/>
                    <a:pt x="45" y="11"/>
                  </a:cubicBezTo>
                  <a:cubicBezTo>
                    <a:pt x="37" y="4"/>
                    <a:pt x="30" y="0"/>
                    <a:pt x="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3"/>
            <p:cNvSpPr/>
            <p:nvPr/>
          </p:nvSpPr>
          <p:spPr>
            <a:xfrm rot="1770609">
              <a:off x="-3769048" y="1929558"/>
              <a:ext cx="230627" cy="55244"/>
            </a:xfrm>
            <a:custGeom>
              <a:rect b="b" l="l" r="r" t="t"/>
              <a:pathLst>
                <a:path extrusionOk="0" h="1763" w="7360">
                  <a:moveTo>
                    <a:pt x="1309" y="0"/>
                  </a:moveTo>
                  <a:cubicBezTo>
                    <a:pt x="877" y="0"/>
                    <a:pt x="448" y="30"/>
                    <a:pt x="27" y="93"/>
                  </a:cubicBezTo>
                  <a:cubicBezTo>
                    <a:pt x="1" y="119"/>
                    <a:pt x="1" y="119"/>
                    <a:pt x="27" y="145"/>
                  </a:cubicBezTo>
                  <a:cubicBezTo>
                    <a:pt x="1201" y="145"/>
                    <a:pt x="2375" y="249"/>
                    <a:pt x="3550" y="458"/>
                  </a:cubicBezTo>
                  <a:cubicBezTo>
                    <a:pt x="4855" y="745"/>
                    <a:pt x="6055" y="1293"/>
                    <a:pt x="7308" y="1763"/>
                  </a:cubicBezTo>
                  <a:cubicBezTo>
                    <a:pt x="7334" y="1763"/>
                    <a:pt x="7360" y="1711"/>
                    <a:pt x="7334" y="1685"/>
                  </a:cubicBezTo>
                  <a:cubicBezTo>
                    <a:pt x="5561" y="690"/>
                    <a:pt x="3395" y="0"/>
                    <a:pt x="1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3"/>
            <p:cNvSpPr/>
            <p:nvPr/>
          </p:nvSpPr>
          <p:spPr>
            <a:xfrm rot="1770609">
              <a:off x="-3564293" y="2047938"/>
              <a:ext cx="16388" cy="8022"/>
            </a:xfrm>
            <a:custGeom>
              <a:rect b="b" l="l" r="r" t="t"/>
              <a:pathLst>
                <a:path extrusionOk="0" h="256" w="523">
                  <a:moveTo>
                    <a:pt x="117" y="0"/>
                  </a:moveTo>
                  <a:cubicBezTo>
                    <a:pt x="78" y="0"/>
                    <a:pt x="39" y="5"/>
                    <a:pt x="1" y="16"/>
                  </a:cubicBezTo>
                  <a:cubicBezTo>
                    <a:pt x="1" y="16"/>
                    <a:pt x="1" y="16"/>
                    <a:pt x="1" y="42"/>
                  </a:cubicBezTo>
                  <a:cubicBezTo>
                    <a:pt x="115" y="179"/>
                    <a:pt x="268" y="256"/>
                    <a:pt x="427" y="256"/>
                  </a:cubicBezTo>
                  <a:cubicBezTo>
                    <a:pt x="450" y="256"/>
                    <a:pt x="473" y="254"/>
                    <a:pt x="497" y="251"/>
                  </a:cubicBezTo>
                  <a:cubicBezTo>
                    <a:pt x="497" y="251"/>
                    <a:pt x="523" y="225"/>
                    <a:pt x="497" y="199"/>
                  </a:cubicBezTo>
                  <a:cubicBezTo>
                    <a:pt x="414" y="75"/>
                    <a:pt x="266"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3"/>
            <p:cNvSpPr/>
            <p:nvPr/>
          </p:nvSpPr>
          <p:spPr>
            <a:xfrm rot="1770609">
              <a:off x="-2761174" y="2439945"/>
              <a:ext cx="366339" cy="127158"/>
            </a:xfrm>
            <a:custGeom>
              <a:rect b="b" l="l" r="r" t="t"/>
              <a:pathLst>
                <a:path extrusionOk="0" h="4058" w="11691">
                  <a:moveTo>
                    <a:pt x="11691" y="1"/>
                  </a:moveTo>
                  <a:lnTo>
                    <a:pt x="11691" y="1"/>
                  </a:lnTo>
                  <a:cubicBezTo>
                    <a:pt x="8507" y="2689"/>
                    <a:pt x="4149" y="3811"/>
                    <a:pt x="52" y="3941"/>
                  </a:cubicBezTo>
                  <a:cubicBezTo>
                    <a:pt x="0" y="3941"/>
                    <a:pt x="0" y="3993"/>
                    <a:pt x="52" y="3993"/>
                  </a:cubicBezTo>
                  <a:cubicBezTo>
                    <a:pt x="412" y="4038"/>
                    <a:pt x="775" y="4058"/>
                    <a:pt x="1141" y="4058"/>
                  </a:cubicBezTo>
                  <a:cubicBezTo>
                    <a:pt x="2709" y="4058"/>
                    <a:pt x="4307" y="3686"/>
                    <a:pt x="5767" y="3263"/>
                  </a:cubicBezTo>
                  <a:cubicBezTo>
                    <a:pt x="7933" y="2663"/>
                    <a:pt x="10177" y="1723"/>
                    <a:pt x="116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3"/>
            <p:cNvSpPr/>
            <p:nvPr/>
          </p:nvSpPr>
          <p:spPr>
            <a:xfrm rot="1770609">
              <a:off x="-2797329" y="2453813"/>
              <a:ext cx="22906" cy="3917"/>
            </a:xfrm>
            <a:custGeom>
              <a:rect b="b" l="l" r="r" t="t"/>
              <a:pathLst>
                <a:path extrusionOk="0" h="125" w="731">
                  <a:moveTo>
                    <a:pt x="379" y="1"/>
                  </a:moveTo>
                  <a:cubicBezTo>
                    <a:pt x="261" y="1"/>
                    <a:pt x="144" y="20"/>
                    <a:pt x="26" y="59"/>
                  </a:cubicBezTo>
                  <a:cubicBezTo>
                    <a:pt x="0" y="59"/>
                    <a:pt x="0" y="85"/>
                    <a:pt x="26" y="85"/>
                  </a:cubicBezTo>
                  <a:cubicBezTo>
                    <a:pt x="144" y="112"/>
                    <a:pt x="261" y="125"/>
                    <a:pt x="379" y="125"/>
                  </a:cubicBezTo>
                  <a:cubicBezTo>
                    <a:pt x="496" y="125"/>
                    <a:pt x="613" y="112"/>
                    <a:pt x="731" y="85"/>
                  </a:cubicBezTo>
                  <a:lnTo>
                    <a:pt x="731" y="59"/>
                  </a:lnTo>
                  <a:cubicBezTo>
                    <a:pt x="613" y="20"/>
                    <a:pt x="496" y="1"/>
                    <a:pt x="3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3"/>
            <p:cNvSpPr/>
            <p:nvPr/>
          </p:nvSpPr>
          <p:spPr>
            <a:xfrm rot="1770609">
              <a:off x="-3250761" y="1909466"/>
              <a:ext cx="120076" cy="171153"/>
            </a:xfrm>
            <a:custGeom>
              <a:rect b="b" l="l" r="r" t="t"/>
              <a:pathLst>
                <a:path extrusionOk="0" h="5462" w="3832">
                  <a:moveTo>
                    <a:pt x="3806" y="1"/>
                  </a:moveTo>
                  <a:cubicBezTo>
                    <a:pt x="2971" y="2114"/>
                    <a:pt x="1614" y="3811"/>
                    <a:pt x="22" y="5403"/>
                  </a:cubicBezTo>
                  <a:cubicBezTo>
                    <a:pt x="1" y="5424"/>
                    <a:pt x="31" y="5462"/>
                    <a:pt x="57" y="5462"/>
                  </a:cubicBezTo>
                  <a:cubicBezTo>
                    <a:pt x="63" y="5462"/>
                    <a:pt x="69" y="5460"/>
                    <a:pt x="74" y="5455"/>
                  </a:cubicBezTo>
                  <a:cubicBezTo>
                    <a:pt x="1822" y="4098"/>
                    <a:pt x="3336" y="2219"/>
                    <a:pt x="3832" y="27"/>
                  </a:cubicBezTo>
                  <a:cubicBezTo>
                    <a:pt x="3832" y="1"/>
                    <a:pt x="3806" y="1"/>
                    <a:pt x="3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3"/>
            <p:cNvSpPr/>
            <p:nvPr/>
          </p:nvSpPr>
          <p:spPr>
            <a:xfrm rot="1770609">
              <a:off x="-4112774" y="1359550"/>
              <a:ext cx="302290" cy="71413"/>
            </a:xfrm>
            <a:custGeom>
              <a:rect b="b" l="l" r="r" t="t"/>
              <a:pathLst>
                <a:path extrusionOk="0" h="2279" w="9647">
                  <a:moveTo>
                    <a:pt x="123" y="0"/>
                  </a:moveTo>
                  <a:cubicBezTo>
                    <a:pt x="82" y="0"/>
                    <a:pt x="41" y="1"/>
                    <a:pt x="1" y="1"/>
                  </a:cubicBezTo>
                  <a:lnTo>
                    <a:pt x="1" y="27"/>
                  </a:lnTo>
                  <a:cubicBezTo>
                    <a:pt x="3341" y="314"/>
                    <a:pt x="6394" y="1384"/>
                    <a:pt x="9604" y="2271"/>
                  </a:cubicBezTo>
                  <a:cubicBezTo>
                    <a:pt x="9609" y="2276"/>
                    <a:pt x="9614" y="2278"/>
                    <a:pt x="9618" y="2278"/>
                  </a:cubicBezTo>
                  <a:cubicBezTo>
                    <a:pt x="9637" y="2278"/>
                    <a:pt x="9646" y="2240"/>
                    <a:pt x="9604" y="2219"/>
                  </a:cubicBezTo>
                  <a:cubicBezTo>
                    <a:pt x="6666" y="1008"/>
                    <a:pt x="3322" y="0"/>
                    <a:pt x="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9" name="Google Shape;1159;p33"/>
          <p:cNvGrpSpPr/>
          <p:nvPr/>
        </p:nvGrpSpPr>
        <p:grpSpPr>
          <a:xfrm>
            <a:off x="8159222" y="1385496"/>
            <a:ext cx="690798" cy="669178"/>
            <a:chOff x="-1830642" y="-1141753"/>
            <a:chExt cx="1178635" cy="1141747"/>
          </a:xfrm>
        </p:grpSpPr>
        <p:sp>
          <p:nvSpPr>
            <p:cNvPr id="1160" name="Google Shape;1160;p33"/>
            <p:cNvSpPr/>
            <p:nvPr/>
          </p:nvSpPr>
          <p:spPr>
            <a:xfrm>
              <a:off x="-1801380" y="-1126797"/>
              <a:ext cx="789895" cy="762111"/>
            </a:xfrm>
            <a:custGeom>
              <a:rect b="b" l="l" r="r" t="t"/>
              <a:pathLst>
                <a:path extrusionOk="0" h="12892" w="13362">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3"/>
            <p:cNvSpPr/>
            <p:nvPr/>
          </p:nvSpPr>
          <p:spPr>
            <a:xfrm>
              <a:off x="-1389464" y="-727237"/>
              <a:ext cx="731253" cy="712750"/>
            </a:xfrm>
            <a:custGeom>
              <a:rect b="b" l="l" r="r" t="t"/>
              <a:pathLst>
                <a:path extrusionOk="0" h="12057" w="1237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3"/>
            <p:cNvSpPr/>
            <p:nvPr/>
          </p:nvSpPr>
          <p:spPr>
            <a:xfrm>
              <a:off x="-1801380" y="-1085121"/>
              <a:ext cx="726701" cy="718898"/>
            </a:xfrm>
            <a:custGeom>
              <a:rect b="b" l="l" r="r" t="t"/>
              <a:pathLst>
                <a:path extrusionOk="0" h="12161" w="12293">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3"/>
            <p:cNvSpPr/>
            <p:nvPr/>
          </p:nvSpPr>
          <p:spPr>
            <a:xfrm>
              <a:off x="-1480502" y="-950929"/>
              <a:ext cx="293565" cy="284048"/>
            </a:xfrm>
            <a:custGeom>
              <a:rect b="b" l="l" r="r" t="t"/>
              <a:pathLst>
                <a:path extrusionOk="0" h="4805" w="4966">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3"/>
            <p:cNvSpPr/>
            <p:nvPr/>
          </p:nvSpPr>
          <p:spPr>
            <a:xfrm>
              <a:off x="-1391001" y="-539073"/>
              <a:ext cx="691173" cy="524587"/>
            </a:xfrm>
            <a:custGeom>
              <a:rect b="b" l="l" r="r" t="t"/>
              <a:pathLst>
                <a:path extrusionOk="0" h="8874" w="11692">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3"/>
            <p:cNvSpPr/>
            <p:nvPr/>
          </p:nvSpPr>
          <p:spPr>
            <a:xfrm>
              <a:off x="-979144" y="-505732"/>
              <a:ext cx="220676" cy="224933"/>
            </a:xfrm>
            <a:custGeom>
              <a:rect b="b" l="l" r="r" t="t"/>
              <a:pathLst>
                <a:path extrusionOk="0" h="3805" w="3733">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3"/>
            <p:cNvSpPr/>
            <p:nvPr/>
          </p:nvSpPr>
          <p:spPr>
            <a:xfrm>
              <a:off x="-1830642" y="-1141753"/>
              <a:ext cx="1178635" cy="1141747"/>
            </a:xfrm>
            <a:custGeom>
              <a:rect b="b" l="l" r="r" t="t"/>
              <a:pathLst>
                <a:path extrusionOk="0" h="19314" w="19938">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3"/>
            <p:cNvSpPr/>
            <p:nvPr/>
          </p:nvSpPr>
          <p:spPr>
            <a:xfrm>
              <a:off x="-1184275" y="-193484"/>
              <a:ext cx="259219" cy="146014"/>
            </a:xfrm>
            <a:custGeom>
              <a:rect b="b" l="l" r="r" t="t"/>
              <a:pathLst>
                <a:path extrusionOk="0" h="2470" w="4385">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3"/>
            <p:cNvSpPr/>
            <p:nvPr/>
          </p:nvSpPr>
          <p:spPr>
            <a:xfrm>
              <a:off x="-1566870" y="-1087131"/>
              <a:ext cx="222213" cy="89973"/>
            </a:xfrm>
            <a:custGeom>
              <a:rect b="b" l="l" r="r" t="t"/>
              <a:pathLst>
                <a:path extrusionOk="0" h="1522" w="3759">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3"/>
            <p:cNvSpPr/>
            <p:nvPr/>
          </p:nvSpPr>
          <p:spPr>
            <a:xfrm>
              <a:off x="-1332359" y="-987935"/>
              <a:ext cx="24710" cy="24178"/>
            </a:xfrm>
            <a:custGeom>
              <a:rect b="b" l="l" r="r" t="t"/>
              <a:pathLst>
                <a:path extrusionOk="0" h="409" w="418">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3"/>
            <p:cNvSpPr/>
            <p:nvPr/>
          </p:nvSpPr>
          <p:spPr>
            <a:xfrm>
              <a:off x="-1218207" y="-227417"/>
              <a:ext cx="26247" cy="24710"/>
            </a:xfrm>
            <a:custGeom>
              <a:rect b="b" l="l" r="r" t="t"/>
              <a:pathLst>
                <a:path extrusionOk="0" h="418" w="444">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1" name="Google Shape;1171;p33"/>
          <p:cNvGrpSpPr/>
          <p:nvPr/>
        </p:nvGrpSpPr>
        <p:grpSpPr>
          <a:xfrm>
            <a:off x="1195869" y="3314717"/>
            <a:ext cx="796576" cy="499302"/>
            <a:chOff x="-3919425" y="-1567975"/>
            <a:chExt cx="1359113" cy="851906"/>
          </a:xfrm>
        </p:grpSpPr>
        <p:sp>
          <p:nvSpPr>
            <p:cNvPr id="1172" name="Google Shape;1172;p33"/>
            <p:cNvSpPr/>
            <p:nvPr/>
          </p:nvSpPr>
          <p:spPr>
            <a:xfrm>
              <a:off x="-3902459" y="-1396068"/>
              <a:ext cx="792969" cy="662561"/>
            </a:xfrm>
            <a:custGeom>
              <a:rect b="b" l="l" r="r" t="t"/>
              <a:pathLst>
                <a:path extrusionOk="0" h="11208" w="13414">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3"/>
            <p:cNvSpPr/>
            <p:nvPr/>
          </p:nvSpPr>
          <p:spPr>
            <a:xfrm>
              <a:off x="-3296172" y="-1550063"/>
              <a:ext cx="701932" cy="646600"/>
            </a:xfrm>
            <a:custGeom>
              <a:rect b="b" l="l" r="r" t="t"/>
              <a:pathLst>
                <a:path extrusionOk="0" h="10938" w="11874">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3"/>
            <p:cNvSpPr/>
            <p:nvPr/>
          </p:nvSpPr>
          <p:spPr>
            <a:xfrm>
              <a:off x="-3257628" y="-1387496"/>
              <a:ext cx="658778" cy="482910"/>
            </a:xfrm>
            <a:custGeom>
              <a:rect b="b" l="l" r="r" t="t"/>
              <a:pathLst>
                <a:path extrusionOk="0" h="8169" w="11144">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3"/>
            <p:cNvSpPr/>
            <p:nvPr/>
          </p:nvSpPr>
          <p:spPr>
            <a:xfrm>
              <a:off x="-2995393" y="-1494376"/>
              <a:ext cx="291614" cy="194075"/>
            </a:xfrm>
            <a:custGeom>
              <a:rect b="b" l="l" r="r" t="t"/>
              <a:pathLst>
                <a:path extrusionOk="0" h="3283" w="4933">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3"/>
            <p:cNvSpPr/>
            <p:nvPr/>
          </p:nvSpPr>
          <p:spPr>
            <a:xfrm>
              <a:off x="-3891641" y="-1273344"/>
              <a:ext cx="782151" cy="539838"/>
            </a:xfrm>
            <a:custGeom>
              <a:rect b="b" l="l" r="r" t="t"/>
              <a:pathLst>
                <a:path extrusionOk="0" h="9132" w="13231">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3"/>
            <p:cNvSpPr/>
            <p:nvPr/>
          </p:nvSpPr>
          <p:spPr>
            <a:xfrm>
              <a:off x="-3762060" y="-1222860"/>
              <a:ext cx="319339" cy="211041"/>
            </a:xfrm>
            <a:custGeom>
              <a:rect b="b" l="l" r="r" t="t"/>
              <a:pathLst>
                <a:path extrusionOk="0" h="3570" w="5402">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3"/>
            <p:cNvSpPr/>
            <p:nvPr/>
          </p:nvSpPr>
          <p:spPr>
            <a:xfrm>
              <a:off x="-3919425" y="-1567975"/>
              <a:ext cx="1359113" cy="851906"/>
            </a:xfrm>
            <a:custGeom>
              <a:rect b="b" l="l" r="r" t="t"/>
              <a:pathLst>
                <a:path extrusionOk="0" h="14411" w="22991">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3"/>
            <p:cNvSpPr/>
            <p:nvPr/>
          </p:nvSpPr>
          <p:spPr>
            <a:xfrm>
              <a:off x="-2885852" y="-1200337"/>
              <a:ext cx="237642" cy="175394"/>
            </a:xfrm>
            <a:custGeom>
              <a:rect b="b" l="l" r="r" t="t"/>
              <a:pathLst>
                <a:path extrusionOk="0" h="2967" w="402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3"/>
            <p:cNvSpPr/>
            <p:nvPr/>
          </p:nvSpPr>
          <p:spPr>
            <a:xfrm>
              <a:off x="-3850024" y="-1214761"/>
              <a:ext cx="166645" cy="168241"/>
            </a:xfrm>
            <a:custGeom>
              <a:rect b="b" l="l" r="r" t="t"/>
              <a:pathLst>
                <a:path extrusionOk="0" h="2846" w="2819">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3"/>
            <p:cNvSpPr/>
            <p:nvPr/>
          </p:nvSpPr>
          <p:spPr>
            <a:xfrm>
              <a:off x="-3668007" y="-1235806"/>
              <a:ext cx="30917" cy="15606"/>
            </a:xfrm>
            <a:custGeom>
              <a:rect b="b" l="l" r="r" t="t"/>
              <a:pathLst>
                <a:path extrusionOk="0" h="264" w="523">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3"/>
            <p:cNvSpPr/>
            <p:nvPr/>
          </p:nvSpPr>
          <p:spPr>
            <a:xfrm>
              <a:off x="-2929065" y="-1020744"/>
              <a:ext cx="33991" cy="13183"/>
            </a:xfrm>
            <a:custGeom>
              <a:rect b="b" l="l" r="r" t="t"/>
              <a:pathLst>
                <a:path extrusionOk="0" h="223" w="575">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3" name="Google Shape;1183;p33"/>
          <p:cNvGrpSpPr/>
          <p:nvPr/>
        </p:nvGrpSpPr>
        <p:grpSpPr>
          <a:xfrm rot="-2700000">
            <a:off x="796386" y="4399721"/>
            <a:ext cx="427971" cy="409446"/>
            <a:chOff x="4058550" y="928275"/>
            <a:chExt cx="427975" cy="409450"/>
          </a:xfrm>
        </p:grpSpPr>
        <p:sp>
          <p:nvSpPr>
            <p:cNvPr id="1184" name="Google Shape;1184;p33"/>
            <p:cNvSpPr/>
            <p:nvPr/>
          </p:nvSpPr>
          <p:spPr>
            <a:xfrm>
              <a:off x="4072900" y="933075"/>
              <a:ext cx="407750" cy="399625"/>
            </a:xfrm>
            <a:custGeom>
              <a:rect b="b" l="l" r="r" t="t"/>
              <a:pathLst>
                <a:path extrusionOk="0" h="15985" w="1631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3"/>
            <p:cNvSpPr/>
            <p:nvPr/>
          </p:nvSpPr>
          <p:spPr>
            <a:xfrm>
              <a:off x="4075500" y="1054050"/>
              <a:ext cx="405150" cy="279125"/>
            </a:xfrm>
            <a:custGeom>
              <a:rect b="b" l="l" r="r" t="t"/>
              <a:pathLst>
                <a:path extrusionOk="0" h="11165" w="16206">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3"/>
            <p:cNvSpPr/>
            <p:nvPr/>
          </p:nvSpPr>
          <p:spPr>
            <a:xfrm>
              <a:off x="4058550" y="928275"/>
              <a:ext cx="427975" cy="409450"/>
            </a:xfrm>
            <a:custGeom>
              <a:rect b="b" l="l" r="r" t="t"/>
              <a:pathLst>
                <a:path extrusionOk="0" h="16378" w="17119">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7" name="Google Shape;1187;p33"/>
          <p:cNvSpPr/>
          <p:nvPr/>
        </p:nvSpPr>
        <p:spPr>
          <a:xfrm>
            <a:off x="7001992" y="45078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3"/>
          <p:cNvSpPr/>
          <p:nvPr/>
        </p:nvSpPr>
        <p:spPr>
          <a:xfrm>
            <a:off x="1505967" y="2518176"/>
            <a:ext cx="192900" cy="193200"/>
          </a:xfrm>
          <a:prstGeom prst="star4">
            <a:avLst>
              <a:gd fmla="val 1822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9" name="Google Shape;1189;p33"/>
          <p:cNvGrpSpPr/>
          <p:nvPr/>
        </p:nvGrpSpPr>
        <p:grpSpPr>
          <a:xfrm rot="2700000">
            <a:off x="179029" y="896913"/>
            <a:ext cx="1070538" cy="3174308"/>
            <a:chOff x="4014240" y="1323975"/>
            <a:chExt cx="1070548" cy="3174339"/>
          </a:xfrm>
        </p:grpSpPr>
        <p:sp>
          <p:nvSpPr>
            <p:cNvPr id="1190" name="Google Shape;1190;p33"/>
            <p:cNvSpPr/>
            <p:nvPr/>
          </p:nvSpPr>
          <p:spPr>
            <a:xfrm rot="5239021">
              <a:off x="4455214" y="4093983"/>
              <a:ext cx="415704" cy="129279"/>
            </a:xfrm>
            <a:custGeom>
              <a:rect b="b" l="l" r="r" t="t"/>
              <a:pathLst>
                <a:path extrusionOk="0" h="3498" w="11248">
                  <a:moveTo>
                    <a:pt x="10987" y="1"/>
                  </a:moveTo>
                  <a:lnTo>
                    <a:pt x="27" y="2454"/>
                  </a:lnTo>
                  <a:cubicBezTo>
                    <a:pt x="0" y="2454"/>
                    <a:pt x="0" y="2454"/>
                    <a:pt x="0" y="2480"/>
                  </a:cubicBezTo>
                  <a:lnTo>
                    <a:pt x="209" y="3472"/>
                  </a:lnTo>
                  <a:cubicBezTo>
                    <a:pt x="209" y="3498"/>
                    <a:pt x="235" y="3498"/>
                    <a:pt x="261" y="3498"/>
                  </a:cubicBezTo>
                  <a:lnTo>
                    <a:pt x="11222" y="1071"/>
                  </a:lnTo>
                  <a:cubicBezTo>
                    <a:pt x="11248" y="1071"/>
                    <a:pt x="11248" y="1045"/>
                    <a:pt x="11248" y="1019"/>
                  </a:cubicBezTo>
                  <a:lnTo>
                    <a:pt x="11039" y="53"/>
                  </a:lnTo>
                  <a:cubicBezTo>
                    <a:pt x="11039" y="27"/>
                    <a:pt x="11013"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3"/>
            <p:cNvSpPr/>
            <p:nvPr/>
          </p:nvSpPr>
          <p:spPr>
            <a:xfrm rot="5239021">
              <a:off x="4497170" y="4086230"/>
              <a:ext cx="414743" cy="122553"/>
            </a:xfrm>
            <a:custGeom>
              <a:rect b="b" l="l" r="r" t="t"/>
              <a:pathLst>
                <a:path extrusionOk="0" h="3316" w="11222">
                  <a:moveTo>
                    <a:pt x="10987" y="1"/>
                  </a:moveTo>
                  <a:lnTo>
                    <a:pt x="27" y="2428"/>
                  </a:lnTo>
                  <a:cubicBezTo>
                    <a:pt x="1" y="2428"/>
                    <a:pt x="1" y="2454"/>
                    <a:pt x="1" y="2480"/>
                  </a:cubicBezTo>
                  <a:lnTo>
                    <a:pt x="183" y="3289"/>
                  </a:lnTo>
                  <a:cubicBezTo>
                    <a:pt x="183" y="3289"/>
                    <a:pt x="209" y="3315"/>
                    <a:pt x="209" y="3315"/>
                  </a:cubicBezTo>
                  <a:lnTo>
                    <a:pt x="11196" y="888"/>
                  </a:lnTo>
                  <a:cubicBezTo>
                    <a:pt x="11196" y="862"/>
                    <a:pt x="11222" y="862"/>
                    <a:pt x="11222" y="836"/>
                  </a:cubicBezTo>
                  <a:lnTo>
                    <a:pt x="11039" y="27"/>
                  </a:lnTo>
                  <a:cubicBezTo>
                    <a:pt x="11039" y="1"/>
                    <a:pt x="11013" y="1"/>
                    <a:pt x="109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3"/>
            <p:cNvSpPr/>
            <p:nvPr/>
          </p:nvSpPr>
          <p:spPr>
            <a:xfrm rot="5239021">
              <a:off x="4750221" y="4134806"/>
              <a:ext cx="164944" cy="477904"/>
            </a:xfrm>
            <a:custGeom>
              <a:rect b="b" l="l" r="r" t="t"/>
              <a:pathLst>
                <a:path extrusionOk="0" h="12931" w="4463">
                  <a:moveTo>
                    <a:pt x="974" y="1"/>
                  </a:moveTo>
                  <a:cubicBezTo>
                    <a:pt x="867" y="1"/>
                    <a:pt x="758" y="18"/>
                    <a:pt x="652" y="53"/>
                  </a:cubicBezTo>
                  <a:cubicBezTo>
                    <a:pt x="261" y="131"/>
                    <a:pt x="0" y="496"/>
                    <a:pt x="26" y="888"/>
                  </a:cubicBezTo>
                  <a:cubicBezTo>
                    <a:pt x="26" y="1149"/>
                    <a:pt x="78" y="1384"/>
                    <a:pt x="131" y="1645"/>
                  </a:cubicBezTo>
                  <a:cubicBezTo>
                    <a:pt x="183" y="1853"/>
                    <a:pt x="235" y="2010"/>
                    <a:pt x="287" y="2219"/>
                  </a:cubicBezTo>
                  <a:cubicBezTo>
                    <a:pt x="313" y="2401"/>
                    <a:pt x="365" y="2584"/>
                    <a:pt x="418" y="2767"/>
                  </a:cubicBezTo>
                  <a:lnTo>
                    <a:pt x="2505" y="12240"/>
                  </a:lnTo>
                  <a:cubicBezTo>
                    <a:pt x="2645" y="12658"/>
                    <a:pt x="3032" y="12931"/>
                    <a:pt x="3465" y="12931"/>
                  </a:cubicBezTo>
                  <a:cubicBezTo>
                    <a:pt x="3518" y="12931"/>
                    <a:pt x="3573" y="12927"/>
                    <a:pt x="3627" y="12918"/>
                  </a:cubicBezTo>
                  <a:cubicBezTo>
                    <a:pt x="4071" y="12892"/>
                    <a:pt x="4436" y="12553"/>
                    <a:pt x="4462" y="12109"/>
                  </a:cubicBezTo>
                  <a:cubicBezTo>
                    <a:pt x="4462" y="11848"/>
                    <a:pt x="4436" y="11561"/>
                    <a:pt x="4358" y="11300"/>
                  </a:cubicBezTo>
                  <a:cubicBezTo>
                    <a:pt x="4332" y="11144"/>
                    <a:pt x="4280" y="10935"/>
                    <a:pt x="4228" y="10778"/>
                  </a:cubicBezTo>
                  <a:cubicBezTo>
                    <a:pt x="4201" y="10622"/>
                    <a:pt x="4149" y="10465"/>
                    <a:pt x="4123" y="10308"/>
                  </a:cubicBezTo>
                  <a:lnTo>
                    <a:pt x="2375" y="2428"/>
                  </a:lnTo>
                  <a:cubicBezTo>
                    <a:pt x="2323" y="2245"/>
                    <a:pt x="2296" y="2062"/>
                    <a:pt x="2270" y="1853"/>
                  </a:cubicBezTo>
                  <a:cubicBezTo>
                    <a:pt x="2244" y="1645"/>
                    <a:pt x="2192" y="1410"/>
                    <a:pt x="2140" y="1201"/>
                  </a:cubicBezTo>
                  <a:cubicBezTo>
                    <a:pt x="2114" y="966"/>
                    <a:pt x="2036" y="731"/>
                    <a:pt x="1905" y="523"/>
                  </a:cubicBezTo>
                  <a:cubicBezTo>
                    <a:pt x="1703" y="199"/>
                    <a:pt x="1344" y="1"/>
                    <a:pt x="97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3"/>
            <p:cNvSpPr/>
            <p:nvPr/>
          </p:nvSpPr>
          <p:spPr>
            <a:xfrm rot="5239021">
              <a:off x="4585953" y="3991953"/>
              <a:ext cx="444642" cy="254086"/>
            </a:xfrm>
            <a:custGeom>
              <a:rect b="b" l="l" r="r" t="t"/>
              <a:pathLst>
                <a:path extrusionOk="0" h="6875" w="12031">
                  <a:moveTo>
                    <a:pt x="11013" y="1"/>
                  </a:moveTo>
                  <a:lnTo>
                    <a:pt x="53" y="2428"/>
                  </a:lnTo>
                  <a:cubicBezTo>
                    <a:pt x="27" y="2428"/>
                    <a:pt x="1" y="2454"/>
                    <a:pt x="27" y="2480"/>
                  </a:cubicBezTo>
                  <a:lnTo>
                    <a:pt x="992" y="6838"/>
                  </a:lnTo>
                  <a:cubicBezTo>
                    <a:pt x="992" y="6857"/>
                    <a:pt x="1005" y="6875"/>
                    <a:pt x="1022" y="6875"/>
                  </a:cubicBezTo>
                  <a:cubicBezTo>
                    <a:pt x="1029" y="6875"/>
                    <a:pt x="1037" y="6872"/>
                    <a:pt x="1045" y="6864"/>
                  </a:cubicBezTo>
                  <a:lnTo>
                    <a:pt x="12005" y="4437"/>
                  </a:lnTo>
                  <a:cubicBezTo>
                    <a:pt x="12031" y="4437"/>
                    <a:pt x="12031" y="4411"/>
                    <a:pt x="12031" y="4411"/>
                  </a:cubicBezTo>
                  <a:lnTo>
                    <a:pt x="11065" y="27"/>
                  </a:lnTo>
                  <a:cubicBezTo>
                    <a:pt x="11065" y="27"/>
                    <a:pt x="11039" y="1"/>
                    <a:pt x="1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3"/>
            <p:cNvSpPr/>
            <p:nvPr/>
          </p:nvSpPr>
          <p:spPr>
            <a:xfrm rot="5239021">
              <a:off x="3796535" y="1625822"/>
              <a:ext cx="626919" cy="143878"/>
            </a:xfrm>
            <a:custGeom>
              <a:rect b="b" l="l" r="r" t="t"/>
              <a:pathLst>
                <a:path extrusionOk="0" h="3893" w="16963">
                  <a:moveTo>
                    <a:pt x="16884" y="1"/>
                  </a:moveTo>
                  <a:lnTo>
                    <a:pt x="26" y="3732"/>
                  </a:lnTo>
                  <a:cubicBezTo>
                    <a:pt x="0" y="3732"/>
                    <a:pt x="0" y="3758"/>
                    <a:pt x="0" y="3758"/>
                  </a:cubicBezTo>
                  <a:cubicBezTo>
                    <a:pt x="0" y="3784"/>
                    <a:pt x="0" y="3784"/>
                    <a:pt x="0" y="3784"/>
                  </a:cubicBezTo>
                  <a:cubicBezTo>
                    <a:pt x="0" y="3784"/>
                    <a:pt x="0" y="3811"/>
                    <a:pt x="26" y="3811"/>
                  </a:cubicBezTo>
                  <a:cubicBezTo>
                    <a:pt x="208" y="3866"/>
                    <a:pt x="397" y="3892"/>
                    <a:pt x="590" y="3892"/>
                  </a:cubicBezTo>
                  <a:cubicBezTo>
                    <a:pt x="757" y="3892"/>
                    <a:pt x="927" y="3873"/>
                    <a:pt x="1096" y="3837"/>
                  </a:cubicBezTo>
                  <a:lnTo>
                    <a:pt x="16936" y="314"/>
                  </a:lnTo>
                  <a:lnTo>
                    <a:pt x="16962" y="314"/>
                  </a:lnTo>
                  <a:cubicBezTo>
                    <a:pt x="16962" y="288"/>
                    <a:pt x="16962" y="288"/>
                    <a:pt x="16962" y="288"/>
                  </a:cubicBezTo>
                  <a:lnTo>
                    <a:pt x="16936" y="183"/>
                  </a:lnTo>
                  <a:cubicBezTo>
                    <a:pt x="16910" y="157"/>
                    <a:pt x="16910" y="105"/>
                    <a:pt x="16910" y="79"/>
                  </a:cubicBezTo>
                  <a:lnTo>
                    <a:pt x="16910" y="27"/>
                  </a:lnTo>
                  <a:cubicBezTo>
                    <a:pt x="16910" y="1"/>
                    <a:pt x="16910" y="1"/>
                    <a:pt x="169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3"/>
            <p:cNvSpPr/>
            <p:nvPr/>
          </p:nvSpPr>
          <p:spPr>
            <a:xfrm rot="5239021">
              <a:off x="4166447" y="2019246"/>
              <a:ext cx="83008" cy="68151"/>
            </a:xfrm>
            <a:custGeom>
              <a:rect b="b" l="l" r="r" t="t"/>
              <a:pathLst>
                <a:path extrusionOk="0" h="1844" w="2246">
                  <a:moveTo>
                    <a:pt x="1880" y="0"/>
                  </a:moveTo>
                  <a:lnTo>
                    <a:pt x="679" y="418"/>
                  </a:lnTo>
                  <a:lnTo>
                    <a:pt x="523" y="444"/>
                  </a:lnTo>
                  <a:cubicBezTo>
                    <a:pt x="340" y="522"/>
                    <a:pt x="79" y="574"/>
                    <a:pt x="27" y="783"/>
                  </a:cubicBezTo>
                  <a:cubicBezTo>
                    <a:pt x="1" y="940"/>
                    <a:pt x="1" y="1122"/>
                    <a:pt x="27" y="1279"/>
                  </a:cubicBezTo>
                  <a:cubicBezTo>
                    <a:pt x="53" y="1462"/>
                    <a:pt x="105" y="1618"/>
                    <a:pt x="236" y="1749"/>
                  </a:cubicBezTo>
                  <a:cubicBezTo>
                    <a:pt x="320" y="1819"/>
                    <a:pt x="434" y="1844"/>
                    <a:pt x="558" y="1844"/>
                  </a:cubicBezTo>
                  <a:cubicBezTo>
                    <a:pt x="665" y="1844"/>
                    <a:pt x="779" y="1825"/>
                    <a:pt x="888" y="1801"/>
                  </a:cubicBezTo>
                  <a:lnTo>
                    <a:pt x="1045" y="1775"/>
                  </a:lnTo>
                  <a:cubicBezTo>
                    <a:pt x="1436" y="1749"/>
                    <a:pt x="1828" y="1696"/>
                    <a:pt x="2219" y="1644"/>
                  </a:cubicBezTo>
                  <a:cubicBezTo>
                    <a:pt x="2219" y="1644"/>
                    <a:pt x="2245" y="1644"/>
                    <a:pt x="2245" y="1618"/>
                  </a:cubicBezTo>
                  <a:cubicBezTo>
                    <a:pt x="2245" y="1618"/>
                    <a:pt x="2245" y="1618"/>
                    <a:pt x="2245" y="1592"/>
                  </a:cubicBezTo>
                  <a:cubicBezTo>
                    <a:pt x="2193" y="1436"/>
                    <a:pt x="2141" y="1279"/>
                    <a:pt x="2115" y="1096"/>
                  </a:cubicBezTo>
                  <a:cubicBezTo>
                    <a:pt x="2063" y="940"/>
                    <a:pt x="2036" y="809"/>
                    <a:pt x="2010" y="679"/>
                  </a:cubicBezTo>
                  <a:lnTo>
                    <a:pt x="2010" y="548"/>
                  </a:lnTo>
                  <a:cubicBezTo>
                    <a:pt x="1958" y="392"/>
                    <a:pt x="1932" y="209"/>
                    <a:pt x="1932" y="26"/>
                  </a:cubicBezTo>
                  <a:cubicBezTo>
                    <a:pt x="1906" y="26"/>
                    <a:pt x="1906" y="26"/>
                    <a:pt x="1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3"/>
            <p:cNvSpPr/>
            <p:nvPr/>
          </p:nvSpPr>
          <p:spPr>
            <a:xfrm rot="5239021">
              <a:off x="4162243" y="2096000"/>
              <a:ext cx="178470" cy="162578"/>
            </a:xfrm>
            <a:custGeom>
              <a:rect b="b" l="l" r="r" t="t"/>
              <a:pathLst>
                <a:path extrusionOk="0" h="4399" w="4829">
                  <a:moveTo>
                    <a:pt x="3785" y="1"/>
                  </a:moveTo>
                  <a:lnTo>
                    <a:pt x="2506" y="575"/>
                  </a:lnTo>
                  <a:lnTo>
                    <a:pt x="1097" y="1227"/>
                  </a:lnTo>
                  <a:cubicBezTo>
                    <a:pt x="1018" y="1253"/>
                    <a:pt x="940" y="1280"/>
                    <a:pt x="836" y="1332"/>
                  </a:cubicBezTo>
                  <a:cubicBezTo>
                    <a:pt x="470" y="1462"/>
                    <a:pt x="1" y="1619"/>
                    <a:pt x="1" y="2036"/>
                  </a:cubicBezTo>
                  <a:cubicBezTo>
                    <a:pt x="1" y="2402"/>
                    <a:pt x="53" y="2741"/>
                    <a:pt x="131" y="3080"/>
                  </a:cubicBezTo>
                  <a:lnTo>
                    <a:pt x="157" y="3185"/>
                  </a:lnTo>
                  <a:cubicBezTo>
                    <a:pt x="209" y="3498"/>
                    <a:pt x="314" y="3785"/>
                    <a:pt x="470" y="4072"/>
                  </a:cubicBezTo>
                  <a:cubicBezTo>
                    <a:pt x="625" y="4343"/>
                    <a:pt x="924" y="4398"/>
                    <a:pt x="1249" y="4398"/>
                  </a:cubicBezTo>
                  <a:cubicBezTo>
                    <a:pt x="1362" y="4398"/>
                    <a:pt x="1478" y="4392"/>
                    <a:pt x="1593" y="4385"/>
                  </a:cubicBezTo>
                  <a:cubicBezTo>
                    <a:pt x="1697" y="4359"/>
                    <a:pt x="1801" y="4359"/>
                    <a:pt x="1880" y="4359"/>
                  </a:cubicBezTo>
                  <a:lnTo>
                    <a:pt x="3237" y="4333"/>
                  </a:lnTo>
                  <a:lnTo>
                    <a:pt x="4828" y="4333"/>
                  </a:lnTo>
                  <a:cubicBezTo>
                    <a:pt x="4828" y="4307"/>
                    <a:pt x="4828" y="4307"/>
                    <a:pt x="4828" y="4281"/>
                  </a:cubicBezTo>
                  <a:lnTo>
                    <a:pt x="4046" y="758"/>
                  </a:lnTo>
                  <a:cubicBezTo>
                    <a:pt x="4019" y="627"/>
                    <a:pt x="3967" y="497"/>
                    <a:pt x="3941" y="392"/>
                  </a:cubicBezTo>
                  <a:cubicBezTo>
                    <a:pt x="3915" y="262"/>
                    <a:pt x="3863" y="131"/>
                    <a:pt x="3837" y="27"/>
                  </a:cubicBezTo>
                  <a:lnTo>
                    <a:pt x="381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3"/>
            <p:cNvSpPr/>
            <p:nvPr/>
          </p:nvSpPr>
          <p:spPr>
            <a:xfrm rot="5239021">
              <a:off x="4220405" y="2164281"/>
              <a:ext cx="86814" cy="222820"/>
            </a:xfrm>
            <a:custGeom>
              <a:rect b="b" l="l" r="r" t="t"/>
              <a:pathLst>
                <a:path extrusionOk="0" h="6029" w="2349">
                  <a:moveTo>
                    <a:pt x="664" y="1"/>
                  </a:moveTo>
                  <a:cubicBezTo>
                    <a:pt x="507" y="1"/>
                    <a:pt x="344" y="55"/>
                    <a:pt x="235" y="164"/>
                  </a:cubicBezTo>
                  <a:cubicBezTo>
                    <a:pt x="52" y="346"/>
                    <a:pt x="0" y="607"/>
                    <a:pt x="104" y="842"/>
                  </a:cubicBezTo>
                  <a:lnTo>
                    <a:pt x="104" y="868"/>
                  </a:lnTo>
                  <a:lnTo>
                    <a:pt x="131" y="973"/>
                  </a:lnTo>
                  <a:lnTo>
                    <a:pt x="157" y="1129"/>
                  </a:lnTo>
                  <a:lnTo>
                    <a:pt x="1174" y="5618"/>
                  </a:lnTo>
                  <a:cubicBezTo>
                    <a:pt x="1227" y="5826"/>
                    <a:pt x="1409" y="5983"/>
                    <a:pt x="1618" y="6009"/>
                  </a:cubicBezTo>
                  <a:cubicBezTo>
                    <a:pt x="1664" y="6022"/>
                    <a:pt x="1711" y="6029"/>
                    <a:pt x="1758" y="6029"/>
                  </a:cubicBezTo>
                  <a:cubicBezTo>
                    <a:pt x="1900" y="6029"/>
                    <a:pt x="2042" y="5970"/>
                    <a:pt x="2140" y="5853"/>
                  </a:cubicBezTo>
                  <a:cubicBezTo>
                    <a:pt x="2297" y="5670"/>
                    <a:pt x="2349" y="5409"/>
                    <a:pt x="2270" y="5174"/>
                  </a:cubicBezTo>
                  <a:lnTo>
                    <a:pt x="2244" y="5017"/>
                  </a:lnTo>
                  <a:cubicBezTo>
                    <a:pt x="2218" y="4965"/>
                    <a:pt x="2192" y="4913"/>
                    <a:pt x="2192" y="4861"/>
                  </a:cubicBezTo>
                  <a:lnTo>
                    <a:pt x="1879" y="3400"/>
                  </a:lnTo>
                  <a:cubicBezTo>
                    <a:pt x="1801" y="3086"/>
                    <a:pt x="1748" y="2773"/>
                    <a:pt x="1670" y="2434"/>
                  </a:cubicBezTo>
                  <a:cubicBezTo>
                    <a:pt x="1618" y="2095"/>
                    <a:pt x="1540" y="1782"/>
                    <a:pt x="1461" y="1416"/>
                  </a:cubicBezTo>
                  <a:cubicBezTo>
                    <a:pt x="1383" y="1051"/>
                    <a:pt x="1305" y="738"/>
                    <a:pt x="1200" y="451"/>
                  </a:cubicBezTo>
                  <a:cubicBezTo>
                    <a:pt x="1148" y="242"/>
                    <a:pt x="966" y="59"/>
                    <a:pt x="757" y="7"/>
                  </a:cubicBezTo>
                  <a:cubicBezTo>
                    <a:pt x="726" y="3"/>
                    <a:pt x="695" y="1"/>
                    <a:pt x="6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3"/>
            <p:cNvSpPr/>
            <p:nvPr/>
          </p:nvSpPr>
          <p:spPr>
            <a:xfrm rot="5239021">
              <a:off x="4599648" y="3576949"/>
              <a:ext cx="199684" cy="617384"/>
            </a:xfrm>
            <a:custGeom>
              <a:rect b="b" l="l" r="r" t="t"/>
              <a:pathLst>
                <a:path extrusionOk="0" h="16705" w="5403">
                  <a:moveTo>
                    <a:pt x="1057" y="1"/>
                  </a:moveTo>
                  <a:cubicBezTo>
                    <a:pt x="848" y="1"/>
                    <a:pt x="640" y="53"/>
                    <a:pt x="444" y="157"/>
                  </a:cubicBezTo>
                  <a:cubicBezTo>
                    <a:pt x="183" y="288"/>
                    <a:pt x="26" y="523"/>
                    <a:pt x="0" y="810"/>
                  </a:cubicBezTo>
                  <a:cubicBezTo>
                    <a:pt x="0" y="1097"/>
                    <a:pt x="26" y="1358"/>
                    <a:pt x="105" y="1619"/>
                  </a:cubicBezTo>
                  <a:cubicBezTo>
                    <a:pt x="131" y="1801"/>
                    <a:pt x="209" y="1984"/>
                    <a:pt x="261" y="2141"/>
                  </a:cubicBezTo>
                  <a:cubicBezTo>
                    <a:pt x="287" y="2297"/>
                    <a:pt x="340" y="2480"/>
                    <a:pt x="366" y="2636"/>
                  </a:cubicBezTo>
                  <a:lnTo>
                    <a:pt x="3314" y="15945"/>
                  </a:lnTo>
                  <a:cubicBezTo>
                    <a:pt x="3393" y="16363"/>
                    <a:pt x="3758" y="16676"/>
                    <a:pt x="4176" y="16702"/>
                  </a:cubicBezTo>
                  <a:cubicBezTo>
                    <a:pt x="4202" y="16704"/>
                    <a:pt x="4228" y="16705"/>
                    <a:pt x="4255" y="16705"/>
                  </a:cubicBezTo>
                  <a:cubicBezTo>
                    <a:pt x="4590" y="16705"/>
                    <a:pt x="4897" y="16553"/>
                    <a:pt x="5115" y="16311"/>
                  </a:cubicBezTo>
                  <a:cubicBezTo>
                    <a:pt x="5324" y="16024"/>
                    <a:pt x="5402" y="15658"/>
                    <a:pt x="5298" y="15319"/>
                  </a:cubicBezTo>
                  <a:lnTo>
                    <a:pt x="2349" y="1932"/>
                  </a:lnTo>
                  <a:cubicBezTo>
                    <a:pt x="2323" y="1827"/>
                    <a:pt x="2297" y="1749"/>
                    <a:pt x="2271" y="1566"/>
                  </a:cubicBezTo>
                  <a:cubicBezTo>
                    <a:pt x="2245" y="1410"/>
                    <a:pt x="2218" y="1253"/>
                    <a:pt x="2192" y="1071"/>
                  </a:cubicBezTo>
                  <a:cubicBezTo>
                    <a:pt x="2140" y="705"/>
                    <a:pt x="1957" y="366"/>
                    <a:pt x="1670" y="157"/>
                  </a:cubicBezTo>
                  <a:cubicBezTo>
                    <a:pt x="1475" y="53"/>
                    <a:pt x="1266" y="1"/>
                    <a:pt x="10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3"/>
            <p:cNvSpPr/>
            <p:nvPr/>
          </p:nvSpPr>
          <p:spPr>
            <a:xfrm rot="5239021">
              <a:off x="4617898" y="3593150"/>
              <a:ext cx="92617" cy="322717"/>
            </a:xfrm>
            <a:custGeom>
              <a:rect b="b" l="l" r="r" t="t"/>
              <a:pathLst>
                <a:path extrusionOk="0" h="8732" w="2506">
                  <a:moveTo>
                    <a:pt x="349" y="1"/>
                  </a:moveTo>
                  <a:cubicBezTo>
                    <a:pt x="338" y="1"/>
                    <a:pt x="326" y="1"/>
                    <a:pt x="314" y="2"/>
                  </a:cubicBezTo>
                  <a:cubicBezTo>
                    <a:pt x="209" y="28"/>
                    <a:pt x="131" y="80"/>
                    <a:pt x="53" y="159"/>
                  </a:cubicBezTo>
                  <a:cubicBezTo>
                    <a:pt x="0" y="211"/>
                    <a:pt x="0" y="289"/>
                    <a:pt x="27" y="368"/>
                  </a:cubicBezTo>
                  <a:lnTo>
                    <a:pt x="1801" y="8509"/>
                  </a:lnTo>
                  <a:cubicBezTo>
                    <a:pt x="1827" y="8588"/>
                    <a:pt x="1879" y="8666"/>
                    <a:pt x="1958" y="8692"/>
                  </a:cubicBezTo>
                  <a:cubicBezTo>
                    <a:pt x="1997" y="8718"/>
                    <a:pt x="2042" y="8731"/>
                    <a:pt x="2091" y="8731"/>
                  </a:cubicBezTo>
                  <a:cubicBezTo>
                    <a:pt x="2140" y="8731"/>
                    <a:pt x="2192" y="8718"/>
                    <a:pt x="2245" y="8692"/>
                  </a:cubicBezTo>
                  <a:cubicBezTo>
                    <a:pt x="2427" y="8640"/>
                    <a:pt x="2506" y="8431"/>
                    <a:pt x="2427" y="8248"/>
                  </a:cubicBezTo>
                  <a:lnTo>
                    <a:pt x="679" y="368"/>
                  </a:lnTo>
                  <a:cubicBezTo>
                    <a:pt x="654" y="268"/>
                    <a:pt x="605" y="1"/>
                    <a:pt x="3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3"/>
            <p:cNvSpPr/>
            <p:nvPr/>
          </p:nvSpPr>
          <p:spPr>
            <a:xfrm rot="5239021">
              <a:off x="4699121" y="3572731"/>
              <a:ext cx="55991" cy="149089"/>
            </a:xfrm>
            <a:custGeom>
              <a:rect b="b" l="l" r="r" t="t"/>
              <a:pathLst>
                <a:path extrusionOk="0" h="4034" w="1515">
                  <a:moveTo>
                    <a:pt x="362" y="0"/>
                  </a:moveTo>
                  <a:cubicBezTo>
                    <a:pt x="336" y="0"/>
                    <a:pt x="311" y="3"/>
                    <a:pt x="288" y="11"/>
                  </a:cubicBezTo>
                  <a:cubicBezTo>
                    <a:pt x="1" y="89"/>
                    <a:pt x="53" y="350"/>
                    <a:pt x="79" y="507"/>
                  </a:cubicBezTo>
                  <a:lnTo>
                    <a:pt x="784" y="3717"/>
                  </a:lnTo>
                  <a:cubicBezTo>
                    <a:pt x="810" y="3821"/>
                    <a:pt x="862" y="3925"/>
                    <a:pt x="966" y="4004"/>
                  </a:cubicBezTo>
                  <a:cubicBezTo>
                    <a:pt x="1012" y="4019"/>
                    <a:pt x="1057" y="4034"/>
                    <a:pt x="1107" y="4034"/>
                  </a:cubicBezTo>
                  <a:cubicBezTo>
                    <a:pt x="1144" y="4034"/>
                    <a:pt x="1183" y="4026"/>
                    <a:pt x="1227" y="4004"/>
                  </a:cubicBezTo>
                  <a:cubicBezTo>
                    <a:pt x="1410" y="3952"/>
                    <a:pt x="1514" y="3743"/>
                    <a:pt x="1436" y="3560"/>
                  </a:cubicBezTo>
                  <a:lnTo>
                    <a:pt x="705" y="324"/>
                  </a:lnTo>
                  <a:cubicBezTo>
                    <a:pt x="705" y="220"/>
                    <a:pt x="627" y="115"/>
                    <a:pt x="549" y="37"/>
                  </a:cubicBezTo>
                  <a:cubicBezTo>
                    <a:pt x="494" y="19"/>
                    <a:pt x="425" y="0"/>
                    <a:pt x="36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3"/>
            <p:cNvSpPr/>
            <p:nvPr/>
          </p:nvSpPr>
          <p:spPr>
            <a:xfrm rot="5239021">
              <a:off x="4676322" y="3488075"/>
              <a:ext cx="54994" cy="149680"/>
            </a:xfrm>
            <a:custGeom>
              <a:rect b="b" l="l" r="r" t="t"/>
              <a:pathLst>
                <a:path extrusionOk="0" h="4050" w="1488">
                  <a:moveTo>
                    <a:pt x="393" y="1"/>
                  </a:moveTo>
                  <a:cubicBezTo>
                    <a:pt x="357" y="1"/>
                    <a:pt x="320" y="7"/>
                    <a:pt x="288" y="18"/>
                  </a:cubicBezTo>
                  <a:cubicBezTo>
                    <a:pt x="0" y="96"/>
                    <a:pt x="53" y="357"/>
                    <a:pt x="79" y="514"/>
                  </a:cubicBezTo>
                  <a:lnTo>
                    <a:pt x="783" y="3724"/>
                  </a:lnTo>
                  <a:cubicBezTo>
                    <a:pt x="783" y="3854"/>
                    <a:pt x="862" y="3959"/>
                    <a:pt x="940" y="4011"/>
                  </a:cubicBezTo>
                  <a:cubicBezTo>
                    <a:pt x="979" y="4037"/>
                    <a:pt x="1025" y="4050"/>
                    <a:pt x="1070" y="4050"/>
                  </a:cubicBezTo>
                  <a:cubicBezTo>
                    <a:pt x="1116" y="4050"/>
                    <a:pt x="1162" y="4037"/>
                    <a:pt x="1201" y="4011"/>
                  </a:cubicBezTo>
                  <a:cubicBezTo>
                    <a:pt x="1384" y="3959"/>
                    <a:pt x="1488" y="3750"/>
                    <a:pt x="1410" y="3541"/>
                  </a:cubicBezTo>
                  <a:lnTo>
                    <a:pt x="705" y="331"/>
                  </a:lnTo>
                  <a:cubicBezTo>
                    <a:pt x="679" y="201"/>
                    <a:pt x="627" y="96"/>
                    <a:pt x="522" y="44"/>
                  </a:cubicBezTo>
                  <a:cubicBezTo>
                    <a:pt x="492" y="14"/>
                    <a:pt x="443" y="1"/>
                    <a:pt x="3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3"/>
            <p:cNvSpPr/>
            <p:nvPr/>
          </p:nvSpPr>
          <p:spPr>
            <a:xfrm rot="5239021">
              <a:off x="4653937" y="3404980"/>
              <a:ext cx="55954" cy="148978"/>
            </a:xfrm>
            <a:custGeom>
              <a:rect b="b" l="l" r="r" t="t"/>
              <a:pathLst>
                <a:path extrusionOk="0" h="4031" w="1514">
                  <a:moveTo>
                    <a:pt x="394" y="1"/>
                  </a:moveTo>
                  <a:cubicBezTo>
                    <a:pt x="356" y="1"/>
                    <a:pt x="320" y="7"/>
                    <a:pt x="287" y="18"/>
                  </a:cubicBezTo>
                  <a:cubicBezTo>
                    <a:pt x="0" y="96"/>
                    <a:pt x="52" y="357"/>
                    <a:pt x="78" y="514"/>
                  </a:cubicBezTo>
                  <a:lnTo>
                    <a:pt x="783" y="3723"/>
                  </a:lnTo>
                  <a:cubicBezTo>
                    <a:pt x="809" y="3828"/>
                    <a:pt x="861" y="3932"/>
                    <a:pt x="966" y="4011"/>
                  </a:cubicBezTo>
                  <a:cubicBezTo>
                    <a:pt x="1005" y="4024"/>
                    <a:pt x="1044" y="4030"/>
                    <a:pt x="1083" y="4030"/>
                  </a:cubicBezTo>
                  <a:cubicBezTo>
                    <a:pt x="1122" y="4030"/>
                    <a:pt x="1161" y="4024"/>
                    <a:pt x="1200" y="4011"/>
                  </a:cubicBezTo>
                  <a:cubicBezTo>
                    <a:pt x="1409" y="3958"/>
                    <a:pt x="1514" y="3750"/>
                    <a:pt x="1435" y="3567"/>
                  </a:cubicBezTo>
                  <a:lnTo>
                    <a:pt x="705" y="331"/>
                  </a:lnTo>
                  <a:cubicBezTo>
                    <a:pt x="679" y="227"/>
                    <a:pt x="626" y="122"/>
                    <a:pt x="548" y="44"/>
                  </a:cubicBezTo>
                  <a:cubicBezTo>
                    <a:pt x="502" y="13"/>
                    <a:pt x="447" y="1"/>
                    <a:pt x="3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3"/>
            <p:cNvSpPr/>
            <p:nvPr/>
          </p:nvSpPr>
          <p:spPr>
            <a:xfrm rot="5239021">
              <a:off x="4526946" y="3258487"/>
              <a:ext cx="92617" cy="322717"/>
            </a:xfrm>
            <a:custGeom>
              <a:rect b="b" l="l" r="r" t="t"/>
              <a:pathLst>
                <a:path extrusionOk="0" h="8732" w="2506">
                  <a:moveTo>
                    <a:pt x="347" y="1"/>
                  </a:moveTo>
                  <a:cubicBezTo>
                    <a:pt x="336" y="1"/>
                    <a:pt x="325" y="2"/>
                    <a:pt x="314" y="3"/>
                  </a:cubicBezTo>
                  <a:cubicBezTo>
                    <a:pt x="210" y="3"/>
                    <a:pt x="105" y="55"/>
                    <a:pt x="53" y="159"/>
                  </a:cubicBezTo>
                  <a:cubicBezTo>
                    <a:pt x="1" y="211"/>
                    <a:pt x="1" y="290"/>
                    <a:pt x="1" y="368"/>
                  </a:cubicBezTo>
                  <a:lnTo>
                    <a:pt x="1801" y="8510"/>
                  </a:lnTo>
                  <a:cubicBezTo>
                    <a:pt x="1827" y="8588"/>
                    <a:pt x="1880" y="8667"/>
                    <a:pt x="1958" y="8693"/>
                  </a:cubicBezTo>
                  <a:cubicBezTo>
                    <a:pt x="1997" y="8719"/>
                    <a:pt x="2043" y="8732"/>
                    <a:pt x="2088" y="8732"/>
                  </a:cubicBezTo>
                  <a:cubicBezTo>
                    <a:pt x="2134" y="8732"/>
                    <a:pt x="2180" y="8719"/>
                    <a:pt x="2219" y="8693"/>
                  </a:cubicBezTo>
                  <a:cubicBezTo>
                    <a:pt x="2402" y="8640"/>
                    <a:pt x="2506" y="8432"/>
                    <a:pt x="2428" y="8249"/>
                  </a:cubicBezTo>
                  <a:lnTo>
                    <a:pt x="679" y="368"/>
                  </a:lnTo>
                  <a:cubicBezTo>
                    <a:pt x="629" y="268"/>
                    <a:pt x="579" y="1"/>
                    <a:pt x="34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3"/>
            <p:cNvSpPr/>
            <p:nvPr/>
          </p:nvSpPr>
          <p:spPr>
            <a:xfrm rot="5239021">
              <a:off x="4608438" y="3237187"/>
              <a:ext cx="55954" cy="148941"/>
            </a:xfrm>
            <a:custGeom>
              <a:rect b="b" l="l" r="r" t="t"/>
              <a:pathLst>
                <a:path extrusionOk="0" h="4030" w="1514">
                  <a:moveTo>
                    <a:pt x="411" y="0"/>
                  </a:moveTo>
                  <a:cubicBezTo>
                    <a:pt x="378" y="0"/>
                    <a:pt x="346" y="7"/>
                    <a:pt x="313" y="18"/>
                  </a:cubicBezTo>
                  <a:cubicBezTo>
                    <a:pt x="0" y="96"/>
                    <a:pt x="52" y="357"/>
                    <a:pt x="105" y="513"/>
                  </a:cubicBezTo>
                  <a:lnTo>
                    <a:pt x="809" y="3697"/>
                  </a:lnTo>
                  <a:cubicBezTo>
                    <a:pt x="809" y="3828"/>
                    <a:pt x="887" y="3932"/>
                    <a:pt x="966" y="4010"/>
                  </a:cubicBezTo>
                  <a:cubicBezTo>
                    <a:pt x="1005" y="4023"/>
                    <a:pt x="1051" y="4030"/>
                    <a:pt x="1096" y="4030"/>
                  </a:cubicBezTo>
                  <a:cubicBezTo>
                    <a:pt x="1142" y="4030"/>
                    <a:pt x="1188" y="4023"/>
                    <a:pt x="1227" y="4010"/>
                  </a:cubicBezTo>
                  <a:cubicBezTo>
                    <a:pt x="1409" y="3958"/>
                    <a:pt x="1514" y="3749"/>
                    <a:pt x="1435" y="3541"/>
                  </a:cubicBezTo>
                  <a:lnTo>
                    <a:pt x="731" y="331"/>
                  </a:lnTo>
                  <a:cubicBezTo>
                    <a:pt x="705" y="226"/>
                    <a:pt x="653" y="122"/>
                    <a:pt x="548" y="44"/>
                  </a:cubicBezTo>
                  <a:cubicBezTo>
                    <a:pt x="502" y="13"/>
                    <a:pt x="456" y="0"/>
                    <a:pt x="4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3"/>
            <p:cNvSpPr/>
            <p:nvPr/>
          </p:nvSpPr>
          <p:spPr>
            <a:xfrm rot="5239021">
              <a:off x="4585385" y="3153092"/>
              <a:ext cx="55991" cy="149347"/>
            </a:xfrm>
            <a:custGeom>
              <a:rect b="b" l="l" r="r" t="t"/>
              <a:pathLst>
                <a:path extrusionOk="0" h="4041" w="1515">
                  <a:moveTo>
                    <a:pt x="404" y="0"/>
                  </a:moveTo>
                  <a:cubicBezTo>
                    <a:pt x="374" y="0"/>
                    <a:pt x="344" y="9"/>
                    <a:pt x="314" y="29"/>
                  </a:cubicBezTo>
                  <a:cubicBezTo>
                    <a:pt x="1" y="107"/>
                    <a:pt x="79" y="342"/>
                    <a:pt x="105" y="524"/>
                  </a:cubicBezTo>
                  <a:lnTo>
                    <a:pt x="810" y="3734"/>
                  </a:lnTo>
                  <a:cubicBezTo>
                    <a:pt x="810" y="3839"/>
                    <a:pt x="888" y="3943"/>
                    <a:pt x="992" y="4021"/>
                  </a:cubicBezTo>
                  <a:cubicBezTo>
                    <a:pt x="1032" y="4034"/>
                    <a:pt x="1071" y="4041"/>
                    <a:pt x="1110" y="4041"/>
                  </a:cubicBezTo>
                  <a:cubicBezTo>
                    <a:pt x="1149" y="4041"/>
                    <a:pt x="1188" y="4034"/>
                    <a:pt x="1227" y="4021"/>
                  </a:cubicBezTo>
                  <a:cubicBezTo>
                    <a:pt x="1410" y="3943"/>
                    <a:pt x="1514" y="3734"/>
                    <a:pt x="1436" y="3551"/>
                  </a:cubicBezTo>
                  <a:lnTo>
                    <a:pt x="731" y="316"/>
                  </a:lnTo>
                  <a:cubicBezTo>
                    <a:pt x="705" y="211"/>
                    <a:pt x="653" y="107"/>
                    <a:pt x="549" y="55"/>
                  </a:cubicBezTo>
                  <a:cubicBezTo>
                    <a:pt x="500" y="22"/>
                    <a:pt x="452" y="0"/>
                    <a:pt x="40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3"/>
            <p:cNvSpPr/>
            <p:nvPr/>
          </p:nvSpPr>
          <p:spPr>
            <a:xfrm rot="5239021">
              <a:off x="4563424" y="3069857"/>
              <a:ext cx="54994" cy="148941"/>
            </a:xfrm>
            <a:custGeom>
              <a:rect b="b" l="l" r="r" t="t"/>
              <a:pathLst>
                <a:path extrusionOk="0" h="4030" w="1488">
                  <a:moveTo>
                    <a:pt x="393" y="0"/>
                  </a:moveTo>
                  <a:cubicBezTo>
                    <a:pt x="357" y="0"/>
                    <a:pt x="320" y="7"/>
                    <a:pt x="287" y="17"/>
                  </a:cubicBezTo>
                  <a:cubicBezTo>
                    <a:pt x="0" y="96"/>
                    <a:pt x="53" y="357"/>
                    <a:pt x="79" y="513"/>
                  </a:cubicBezTo>
                  <a:lnTo>
                    <a:pt x="783" y="3723"/>
                  </a:lnTo>
                  <a:cubicBezTo>
                    <a:pt x="809" y="3827"/>
                    <a:pt x="862" y="3932"/>
                    <a:pt x="966" y="4010"/>
                  </a:cubicBezTo>
                  <a:cubicBezTo>
                    <a:pt x="1005" y="4023"/>
                    <a:pt x="1044" y="4030"/>
                    <a:pt x="1083" y="4030"/>
                  </a:cubicBezTo>
                  <a:cubicBezTo>
                    <a:pt x="1123" y="4030"/>
                    <a:pt x="1162" y="4023"/>
                    <a:pt x="1201" y="4010"/>
                  </a:cubicBezTo>
                  <a:cubicBezTo>
                    <a:pt x="1410" y="3958"/>
                    <a:pt x="1488" y="3723"/>
                    <a:pt x="1410" y="3540"/>
                  </a:cubicBezTo>
                  <a:lnTo>
                    <a:pt x="705" y="330"/>
                  </a:lnTo>
                  <a:cubicBezTo>
                    <a:pt x="679" y="200"/>
                    <a:pt x="627" y="96"/>
                    <a:pt x="522" y="43"/>
                  </a:cubicBezTo>
                  <a:cubicBezTo>
                    <a:pt x="492" y="13"/>
                    <a:pt x="443" y="0"/>
                    <a:pt x="39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3"/>
            <p:cNvSpPr/>
            <p:nvPr/>
          </p:nvSpPr>
          <p:spPr>
            <a:xfrm rot="5239021">
              <a:off x="4434369" y="2923968"/>
              <a:ext cx="95278" cy="323272"/>
            </a:xfrm>
            <a:custGeom>
              <a:rect b="b" l="l" r="r" t="t"/>
              <a:pathLst>
                <a:path extrusionOk="0" h="8747" w="2578">
                  <a:moveTo>
                    <a:pt x="375" y="0"/>
                  </a:moveTo>
                  <a:cubicBezTo>
                    <a:pt x="363" y="0"/>
                    <a:pt x="352" y="1"/>
                    <a:pt x="339" y="2"/>
                  </a:cubicBezTo>
                  <a:cubicBezTo>
                    <a:pt x="235" y="2"/>
                    <a:pt x="131" y="54"/>
                    <a:pt x="78" y="133"/>
                  </a:cubicBezTo>
                  <a:cubicBezTo>
                    <a:pt x="26" y="211"/>
                    <a:pt x="0" y="289"/>
                    <a:pt x="26" y="367"/>
                  </a:cubicBezTo>
                  <a:lnTo>
                    <a:pt x="1827" y="8483"/>
                  </a:lnTo>
                  <a:cubicBezTo>
                    <a:pt x="1853" y="8562"/>
                    <a:pt x="1905" y="8640"/>
                    <a:pt x="1983" y="8692"/>
                  </a:cubicBezTo>
                  <a:cubicBezTo>
                    <a:pt x="2042" y="8730"/>
                    <a:pt x="2103" y="8746"/>
                    <a:pt x="2162" y="8746"/>
                  </a:cubicBezTo>
                  <a:cubicBezTo>
                    <a:pt x="2389" y="8746"/>
                    <a:pt x="2577" y="8497"/>
                    <a:pt x="2453" y="8248"/>
                  </a:cubicBezTo>
                  <a:lnTo>
                    <a:pt x="705" y="367"/>
                  </a:lnTo>
                  <a:cubicBezTo>
                    <a:pt x="655" y="243"/>
                    <a:pt x="605" y="0"/>
                    <a:pt x="3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3"/>
            <p:cNvSpPr/>
            <p:nvPr/>
          </p:nvSpPr>
          <p:spPr>
            <a:xfrm rot="5239021">
              <a:off x="4517450" y="2902526"/>
              <a:ext cx="55991" cy="148978"/>
            </a:xfrm>
            <a:custGeom>
              <a:rect b="b" l="l" r="r" t="t"/>
              <a:pathLst>
                <a:path extrusionOk="0" h="4031" w="1515">
                  <a:moveTo>
                    <a:pt x="406" y="1"/>
                  </a:moveTo>
                  <a:cubicBezTo>
                    <a:pt x="370" y="1"/>
                    <a:pt x="331" y="7"/>
                    <a:pt x="288" y="18"/>
                  </a:cubicBezTo>
                  <a:cubicBezTo>
                    <a:pt x="1" y="96"/>
                    <a:pt x="53" y="357"/>
                    <a:pt x="79" y="514"/>
                  </a:cubicBezTo>
                  <a:lnTo>
                    <a:pt x="809" y="3724"/>
                  </a:lnTo>
                  <a:cubicBezTo>
                    <a:pt x="809" y="3828"/>
                    <a:pt x="862" y="3932"/>
                    <a:pt x="966" y="4011"/>
                  </a:cubicBezTo>
                  <a:cubicBezTo>
                    <a:pt x="1005" y="4024"/>
                    <a:pt x="1051" y="4030"/>
                    <a:pt x="1097" y="4030"/>
                  </a:cubicBezTo>
                  <a:cubicBezTo>
                    <a:pt x="1142" y="4030"/>
                    <a:pt x="1188" y="4024"/>
                    <a:pt x="1227" y="4011"/>
                  </a:cubicBezTo>
                  <a:cubicBezTo>
                    <a:pt x="1410" y="3959"/>
                    <a:pt x="1514" y="3724"/>
                    <a:pt x="1436" y="3541"/>
                  </a:cubicBezTo>
                  <a:lnTo>
                    <a:pt x="705" y="331"/>
                  </a:lnTo>
                  <a:cubicBezTo>
                    <a:pt x="705" y="201"/>
                    <a:pt x="627" y="96"/>
                    <a:pt x="549" y="44"/>
                  </a:cubicBezTo>
                  <a:cubicBezTo>
                    <a:pt x="503" y="14"/>
                    <a:pt x="457" y="1"/>
                    <a:pt x="4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3"/>
            <p:cNvSpPr/>
            <p:nvPr/>
          </p:nvSpPr>
          <p:spPr>
            <a:xfrm rot="5239021">
              <a:off x="4494747" y="2818434"/>
              <a:ext cx="55954" cy="149347"/>
            </a:xfrm>
            <a:custGeom>
              <a:rect b="b" l="l" r="r" t="t"/>
              <a:pathLst>
                <a:path extrusionOk="0" h="4041" w="1514">
                  <a:moveTo>
                    <a:pt x="382" y="0"/>
                  </a:moveTo>
                  <a:cubicBezTo>
                    <a:pt x="359" y="0"/>
                    <a:pt x="336" y="3"/>
                    <a:pt x="313" y="11"/>
                  </a:cubicBezTo>
                  <a:cubicBezTo>
                    <a:pt x="0" y="89"/>
                    <a:pt x="52" y="350"/>
                    <a:pt x="104" y="507"/>
                  </a:cubicBezTo>
                  <a:lnTo>
                    <a:pt x="809" y="3717"/>
                  </a:lnTo>
                  <a:cubicBezTo>
                    <a:pt x="809" y="3821"/>
                    <a:pt x="887" y="3925"/>
                    <a:pt x="966" y="4004"/>
                  </a:cubicBezTo>
                  <a:cubicBezTo>
                    <a:pt x="1021" y="4022"/>
                    <a:pt x="1089" y="4040"/>
                    <a:pt x="1152" y="4040"/>
                  </a:cubicBezTo>
                  <a:cubicBezTo>
                    <a:pt x="1178" y="4040"/>
                    <a:pt x="1204" y="4037"/>
                    <a:pt x="1227" y="4030"/>
                  </a:cubicBezTo>
                  <a:cubicBezTo>
                    <a:pt x="1409" y="3951"/>
                    <a:pt x="1514" y="3743"/>
                    <a:pt x="1435" y="3560"/>
                  </a:cubicBezTo>
                  <a:lnTo>
                    <a:pt x="731" y="324"/>
                  </a:lnTo>
                  <a:cubicBezTo>
                    <a:pt x="705" y="220"/>
                    <a:pt x="652" y="115"/>
                    <a:pt x="548" y="37"/>
                  </a:cubicBezTo>
                  <a:cubicBezTo>
                    <a:pt x="493" y="19"/>
                    <a:pt x="437" y="0"/>
                    <a:pt x="3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3"/>
            <p:cNvSpPr/>
            <p:nvPr/>
          </p:nvSpPr>
          <p:spPr>
            <a:xfrm rot="5239021">
              <a:off x="4471933" y="2734715"/>
              <a:ext cx="55991" cy="148978"/>
            </a:xfrm>
            <a:custGeom>
              <a:rect b="b" l="l" r="r" t="t"/>
              <a:pathLst>
                <a:path extrusionOk="0" h="4031" w="1515">
                  <a:moveTo>
                    <a:pt x="411" y="1"/>
                  </a:moveTo>
                  <a:cubicBezTo>
                    <a:pt x="379" y="1"/>
                    <a:pt x="346" y="7"/>
                    <a:pt x="314" y="18"/>
                  </a:cubicBezTo>
                  <a:cubicBezTo>
                    <a:pt x="1" y="96"/>
                    <a:pt x="79" y="357"/>
                    <a:pt x="105" y="514"/>
                  </a:cubicBezTo>
                  <a:lnTo>
                    <a:pt x="810" y="3723"/>
                  </a:lnTo>
                  <a:cubicBezTo>
                    <a:pt x="810" y="3828"/>
                    <a:pt x="888" y="3932"/>
                    <a:pt x="992" y="4010"/>
                  </a:cubicBezTo>
                  <a:cubicBezTo>
                    <a:pt x="1031" y="4024"/>
                    <a:pt x="1071" y="4030"/>
                    <a:pt x="1110" y="4030"/>
                  </a:cubicBezTo>
                  <a:cubicBezTo>
                    <a:pt x="1149" y="4030"/>
                    <a:pt x="1188" y="4024"/>
                    <a:pt x="1227" y="4010"/>
                  </a:cubicBezTo>
                  <a:cubicBezTo>
                    <a:pt x="1410" y="3932"/>
                    <a:pt x="1514" y="3723"/>
                    <a:pt x="1436" y="3541"/>
                  </a:cubicBezTo>
                  <a:lnTo>
                    <a:pt x="731" y="331"/>
                  </a:lnTo>
                  <a:cubicBezTo>
                    <a:pt x="705" y="200"/>
                    <a:pt x="653" y="96"/>
                    <a:pt x="549" y="44"/>
                  </a:cubicBezTo>
                  <a:cubicBezTo>
                    <a:pt x="503" y="13"/>
                    <a:pt x="457" y="1"/>
                    <a:pt x="4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3"/>
            <p:cNvSpPr/>
            <p:nvPr/>
          </p:nvSpPr>
          <p:spPr>
            <a:xfrm rot="5239021">
              <a:off x="4345035" y="2588164"/>
              <a:ext cx="92617" cy="322865"/>
            </a:xfrm>
            <a:custGeom>
              <a:rect b="b" l="l" r="r" t="t"/>
              <a:pathLst>
                <a:path extrusionOk="0" h="8736" w="2506">
                  <a:moveTo>
                    <a:pt x="379" y="0"/>
                  </a:moveTo>
                  <a:cubicBezTo>
                    <a:pt x="359" y="0"/>
                    <a:pt x="337" y="2"/>
                    <a:pt x="314" y="7"/>
                  </a:cubicBezTo>
                  <a:cubicBezTo>
                    <a:pt x="209" y="7"/>
                    <a:pt x="131" y="59"/>
                    <a:pt x="79" y="137"/>
                  </a:cubicBezTo>
                  <a:cubicBezTo>
                    <a:pt x="27" y="215"/>
                    <a:pt x="0" y="294"/>
                    <a:pt x="27" y="372"/>
                  </a:cubicBezTo>
                  <a:lnTo>
                    <a:pt x="1827" y="8514"/>
                  </a:lnTo>
                  <a:cubicBezTo>
                    <a:pt x="1853" y="8592"/>
                    <a:pt x="1905" y="8670"/>
                    <a:pt x="1984" y="8697"/>
                  </a:cubicBezTo>
                  <a:cubicBezTo>
                    <a:pt x="2023" y="8723"/>
                    <a:pt x="2069" y="8736"/>
                    <a:pt x="2114" y="8736"/>
                  </a:cubicBezTo>
                  <a:cubicBezTo>
                    <a:pt x="2160" y="8736"/>
                    <a:pt x="2206" y="8723"/>
                    <a:pt x="2245" y="8697"/>
                  </a:cubicBezTo>
                  <a:cubicBezTo>
                    <a:pt x="2427" y="8644"/>
                    <a:pt x="2506" y="8436"/>
                    <a:pt x="2427" y="8253"/>
                  </a:cubicBezTo>
                  <a:lnTo>
                    <a:pt x="679" y="372"/>
                  </a:lnTo>
                  <a:cubicBezTo>
                    <a:pt x="655" y="252"/>
                    <a:pt x="609" y="0"/>
                    <a:pt x="3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3"/>
            <p:cNvSpPr/>
            <p:nvPr/>
          </p:nvSpPr>
          <p:spPr>
            <a:xfrm rot="5239021">
              <a:off x="4426517" y="2567918"/>
              <a:ext cx="55991" cy="148867"/>
            </a:xfrm>
            <a:custGeom>
              <a:rect b="b" l="l" r="r" t="t"/>
              <a:pathLst>
                <a:path extrusionOk="0" h="4028" w="1515">
                  <a:moveTo>
                    <a:pt x="395" y="0"/>
                  </a:moveTo>
                  <a:cubicBezTo>
                    <a:pt x="357" y="0"/>
                    <a:pt x="320" y="7"/>
                    <a:pt x="288" y="18"/>
                  </a:cubicBezTo>
                  <a:cubicBezTo>
                    <a:pt x="1" y="96"/>
                    <a:pt x="53" y="357"/>
                    <a:pt x="79" y="513"/>
                  </a:cubicBezTo>
                  <a:lnTo>
                    <a:pt x="784" y="3697"/>
                  </a:lnTo>
                  <a:cubicBezTo>
                    <a:pt x="810" y="3801"/>
                    <a:pt x="862" y="3906"/>
                    <a:pt x="966" y="3984"/>
                  </a:cubicBezTo>
                  <a:cubicBezTo>
                    <a:pt x="1012" y="4015"/>
                    <a:pt x="1058" y="4027"/>
                    <a:pt x="1104" y="4027"/>
                  </a:cubicBezTo>
                  <a:cubicBezTo>
                    <a:pt x="1136" y="4027"/>
                    <a:pt x="1169" y="4021"/>
                    <a:pt x="1201" y="4010"/>
                  </a:cubicBezTo>
                  <a:cubicBezTo>
                    <a:pt x="1410" y="3932"/>
                    <a:pt x="1514" y="3723"/>
                    <a:pt x="1436" y="3540"/>
                  </a:cubicBezTo>
                  <a:lnTo>
                    <a:pt x="705" y="305"/>
                  </a:lnTo>
                  <a:cubicBezTo>
                    <a:pt x="679" y="200"/>
                    <a:pt x="627" y="96"/>
                    <a:pt x="549" y="44"/>
                  </a:cubicBezTo>
                  <a:cubicBezTo>
                    <a:pt x="503" y="13"/>
                    <a:pt x="448" y="0"/>
                    <a:pt x="39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3"/>
            <p:cNvSpPr/>
            <p:nvPr/>
          </p:nvSpPr>
          <p:spPr>
            <a:xfrm rot="5239021">
              <a:off x="4404091" y="2484089"/>
              <a:ext cx="55991" cy="148719"/>
            </a:xfrm>
            <a:custGeom>
              <a:rect b="b" l="l" r="r" t="t"/>
              <a:pathLst>
                <a:path extrusionOk="0" h="4024" w="1515">
                  <a:moveTo>
                    <a:pt x="373" y="1"/>
                  </a:moveTo>
                  <a:cubicBezTo>
                    <a:pt x="346" y="1"/>
                    <a:pt x="318" y="4"/>
                    <a:pt x="288" y="11"/>
                  </a:cubicBezTo>
                  <a:cubicBezTo>
                    <a:pt x="0" y="90"/>
                    <a:pt x="53" y="351"/>
                    <a:pt x="79" y="507"/>
                  </a:cubicBezTo>
                  <a:lnTo>
                    <a:pt x="809" y="3691"/>
                  </a:lnTo>
                  <a:cubicBezTo>
                    <a:pt x="809" y="3821"/>
                    <a:pt x="862" y="3926"/>
                    <a:pt x="966" y="4004"/>
                  </a:cubicBezTo>
                  <a:cubicBezTo>
                    <a:pt x="1005" y="4017"/>
                    <a:pt x="1051" y="4024"/>
                    <a:pt x="1096" y="4024"/>
                  </a:cubicBezTo>
                  <a:cubicBezTo>
                    <a:pt x="1142" y="4024"/>
                    <a:pt x="1188" y="4017"/>
                    <a:pt x="1227" y="4004"/>
                  </a:cubicBezTo>
                  <a:cubicBezTo>
                    <a:pt x="1410" y="3952"/>
                    <a:pt x="1514" y="3743"/>
                    <a:pt x="1436" y="3534"/>
                  </a:cubicBezTo>
                  <a:lnTo>
                    <a:pt x="705" y="325"/>
                  </a:lnTo>
                  <a:cubicBezTo>
                    <a:pt x="705" y="220"/>
                    <a:pt x="627" y="116"/>
                    <a:pt x="548" y="37"/>
                  </a:cubicBezTo>
                  <a:cubicBezTo>
                    <a:pt x="493" y="19"/>
                    <a:pt x="438" y="1"/>
                    <a:pt x="37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3"/>
            <p:cNvSpPr/>
            <p:nvPr/>
          </p:nvSpPr>
          <p:spPr>
            <a:xfrm rot="5239021">
              <a:off x="3690395" y="2712545"/>
              <a:ext cx="1624157" cy="747291"/>
            </a:xfrm>
            <a:custGeom>
              <a:rect b="b" l="l" r="r" t="t"/>
              <a:pathLst>
                <a:path extrusionOk="0" h="20220" w="43946">
                  <a:moveTo>
                    <a:pt x="36971" y="2541"/>
                  </a:moveTo>
                  <a:cubicBezTo>
                    <a:pt x="37218" y="2541"/>
                    <a:pt x="37451" y="2733"/>
                    <a:pt x="37474" y="3001"/>
                  </a:cubicBezTo>
                  <a:lnTo>
                    <a:pt x="38178" y="6237"/>
                  </a:lnTo>
                  <a:cubicBezTo>
                    <a:pt x="38231" y="6394"/>
                    <a:pt x="38205" y="6576"/>
                    <a:pt x="38126" y="6707"/>
                  </a:cubicBezTo>
                  <a:cubicBezTo>
                    <a:pt x="38048" y="6811"/>
                    <a:pt x="37944" y="6889"/>
                    <a:pt x="37787" y="6942"/>
                  </a:cubicBezTo>
                  <a:cubicBezTo>
                    <a:pt x="37757" y="6947"/>
                    <a:pt x="37728" y="6950"/>
                    <a:pt x="37698" y="6950"/>
                  </a:cubicBezTo>
                  <a:cubicBezTo>
                    <a:pt x="37443" y="6950"/>
                    <a:pt x="37210" y="6753"/>
                    <a:pt x="37187" y="6472"/>
                  </a:cubicBezTo>
                  <a:lnTo>
                    <a:pt x="36482" y="3288"/>
                  </a:lnTo>
                  <a:cubicBezTo>
                    <a:pt x="36430" y="3105"/>
                    <a:pt x="36430" y="2923"/>
                    <a:pt x="36508" y="2792"/>
                  </a:cubicBezTo>
                  <a:cubicBezTo>
                    <a:pt x="36587" y="2662"/>
                    <a:pt x="36691" y="2584"/>
                    <a:pt x="36848" y="2557"/>
                  </a:cubicBezTo>
                  <a:cubicBezTo>
                    <a:pt x="36889" y="2546"/>
                    <a:pt x="36930" y="2541"/>
                    <a:pt x="36971" y="2541"/>
                  </a:cubicBezTo>
                  <a:close/>
                  <a:moveTo>
                    <a:pt x="34683" y="3063"/>
                  </a:moveTo>
                  <a:cubicBezTo>
                    <a:pt x="34941" y="3063"/>
                    <a:pt x="35155" y="3255"/>
                    <a:pt x="35177" y="3523"/>
                  </a:cubicBezTo>
                  <a:lnTo>
                    <a:pt x="35882" y="6733"/>
                  </a:lnTo>
                  <a:cubicBezTo>
                    <a:pt x="35960" y="6889"/>
                    <a:pt x="35934" y="7072"/>
                    <a:pt x="35830" y="7229"/>
                  </a:cubicBezTo>
                  <a:cubicBezTo>
                    <a:pt x="35752" y="7333"/>
                    <a:pt x="35647" y="7411"/>
                    <a:pt x="35517" y="7437"/>
                  </a:cubicBezTo>
                  <a:cubicBezTo>
                    <a:pt x="35478" y="7444"/>
                    <a:pt x="35440" y="7447"/>
                    <a:pt x="35404" y="7447"/>
                  </a:cubicBezTo>
                  <a:cubicBezTo>
                    <a:pt x="35153" y="7447"/>
                    <a:pt x="34985" y="7287"/>
                    <a:pt x="34916" y="6968"/>
                  </a:cubicBezTo>
                  <a:lnTo>
                    <a:pt x="34212" y="3784"/>
                  </a:lnTo>
                  <a:cubicBezTo>
                    <a:pt x="34134" y="3627"/>
                    <a:pt x="34134" y="3445"/>
                    <a:pt x="34238" y="3288"/>
                  </a:cubicBezTo>
                  <a:cubicBezTo>
                    <a:pt x="34290" y="3184"/>
                    <a:pt x="34421" y="3105"/>
                    <a:pt x="34551" y="3079"/>
                  </a:cubicBezTo>
                  <a:cubicBezTo>
                    <a:pt x="34596" y="3068"/>
                    <a:pt x="34640" y="3063"/>
                    <a:pt x="34683" y="3063"/>
                  </a:cubicBezTo>
                  <a:close/>
                  <a:moveTo>
                    <a:pt x="32388" y="3559"/>
                  </a:moveTo>
                  <a:cubicBezTo>
                    <a:pt x="32651" y="3559"/>
                    <a:pt x="32885" y="3750"/>
                    <a:pt x="32907" y="4019"/>
                  </a:cubicBezTo>
                  <a:lnTo>
                    <a:pt x="33586" y="7255"/>
                  </a:lnTo>
                  <a:cubicBezTo>
                    <a:pt x="33638" y="7411"/>
                    <a:pt x="33638" y="7594"/>
                    <a:pt x="33559" y="7724"/>
                  </a:cubicBezTo>
                  <a:cubicBezTo>
                    <a:pt x="33455" y="7829"/>
                    <a:pt x="33351" y="7907"/>
                    <a:pt x="33220" y="7933"/>
                  </a:cubicBezTo>
                  <a:cubicBezTo>
                    <a:pt x="33175" y="7944"/>
                    <a:pt x="33131" y="7950"/>
                    <a:pt x="33088" y="7950"/>
                  </a:cubicBezTo>
                  <a:cubicBezTo>
                    <a:pt x="32831" y="7950"/>
                    <a:pt x="32620" y="7758"/>
                    <a:pt x="32620" y="7490"/>
                  </a:cubicBezTo>
                  <a:lnTo>
                    <a:pt x="31915" y="4280"/>
                  </a:lnTo>
                  <a:cubicBezTo>
                    <a:pt x="31837" y="4123"/>
                    <a:pt x="31837" y="3941"/>
                    <a:pt x="31915" y="3810"/>
                  </a:cubicBezTo>
                  <a:cubicBezTo>
                    <a:pt x="31994" y="3680"/>
                    <a:pt x="32124" y="3601"/>
                    <a:pt x="32255" y="3575"/>
                  </a:cubicBezTo>
                  <a:cubicBezTo>
                    <a:pt x="32299" y="3564"/>
                    <a:pt x="32344" y="3559"/>
                    <a:pt x="32388" y="3559"/>
                  </a:cubicBezTo>
                  <a:close/>
                  <a:moveTo>
                    <a:pt x="27812" y="4586"/>
                  </a:moveTo>
                  <a:cubicBezTo>
                    <a:pt x="28062" y="4586"/>
                    <a:pt x="28309" y="4755"/>
                    <a:pt x="28340" y="5037"/>
                  </a:cubicBezTo>
                  <a:lnTo>
                    <a:pt x="29045" y="8272"/>
                  </a:lnTo>
                  <a:cubicBezTo>
                    <a:pt x="29175" y="8559"/>
                    <a:pt x="28993" y="8899"/>
                    <a:pt x="28680" y="8951"/>
                  </a:cubicBezTo>
                  <a:cubicBezTo>
                    <a:pt x="28635" y="8962"/>
                    <a:pt x="28591" y="8967"/>
                    <a:pt x="28548" y="8967"/>
                  </a:cubicBezTo>
                  <a:cubicBezTo>
                    <a:pt x="28290" y="8967"/>
                    <a:pt x="28076" y="8776"/>
                    <a:pt x="28053" y="8507"/>
                  </a:cubicBezTo>
                  <a:lnTo>
                    <a:pt x="27349" y="5298"/>
                  </a:lnTo>
                  <a:cubicBezTo>
                    <a:pt x="27296" y="5141"/>
                    <a:pt x="27296" y="4958"/>
                    <a:pt x="27375" y="4828"/>
                  </a:cubicBezTo>
                  <a:cubicBezTo>
                    <a:pt x="27479" y="4661"/>
                    <a:pt x="27646" y="4586"/>
                    <a:pt x="27812" y="4586"/>
                  </a:cubicBezTo>
                  <a:close/>
                  <a:moveTo>
                    <a:pt x="25531" y="5094"/>
                  </a:moveTo>
                  <a:cubicBezTo>
                    <a:pt x="25774" y="5094"/>
                    <a:pt x="26013" y="5260"/>
                    <a:pt x="26044" y="5558"/>
                  </a:cubicBezTo>
                  <a:lnTo>
                    <a:pt x="26748" y="8768"/>
                  </a:lnTo>
                  <a:cubicBezTo>
                    <a:pt x="26827" y="8925"/>
                    <a:pt x="26801" y="9108"/>
                    <a:pt x="26722" y="9238"/>
                  </a:cubicBezTo>
                  <a:cubicBezTo>
                    <a:pt x="26644" y="9368"/>
                    <a:pt x="26514" y="9447"/>
                    <a:pt x="26383" y="9473"/>
                  </a:cubicBezTo>
                  <a:cubicBezTo>
                    <a:pt x="26354" y="9478"/>
                    <a:pt x="26324" y="9481"/>
                    <a:pt x="26295" y="9481"/>
                  </a:cubicBezTo>
                  <a:cubicBezTo>
                    <a:pt x="26040" y="9481"/>
                    <a:pt x="25806" y="9284"/>
                    <a:pt x="25783" y="9003"/>
                  </a:cubicBezTo>
                  <a:lnTo>
                    <a:pt x="25078" y="5819"/>
                  </a:lnTo>
                  <a:cubicBezTo>
                    <a:pt x="25000" y="5663"/>
                    <a:pt x="25026" y="5480"/>
                    <a:pt x="25104" y="5324"/>
                  </a:cubicBezTo>
                  <a:cubicBezTo>
                    <a:pt x="25209" y="5167"/>
                    <a:pt x="25371" y="5094"/>
                    <a:pt x="25531" y="5094"/>
                  </a:cubicBezTo>
                  <a:close/>
                  <a:moveTo>
                    <a:pt x="23271" y="5594"/>
                  </a:moveTo>
                  <a:cubicBezTo>
                    <a:pt x="23518" y="5594"/>
                    <a:pt x="23751" y="5786"/>
                    <a:pt x="23774" y="6054"/>
                  </a:cubicBezTo>
                  <a:lnTo>
                    <a:pt x="24478" y="9290"/>
                  </a:lnTo>
                  <a:cubicBezTo>
                    <a:pt x="24530" y="9447"/>
                    <a:pt x="24504" y="9603"/>
                    <a:pt x="24426" y="9760"/>
                  </a:cubicBezTo>
                  <a:cubicBezTo>
                    <a:pt x="24348" y="9864"/>
                    <a:pt x="24243" y="9943"/>
                    <a:pt x="24113" y="9969"/>
                  </a:cubicBezTo>
                  <a:cubicBezTo>
                    <a:pt x="24071" y="9979"/>
                    <a:pt x="24030" y="9984"/>
                    <a:pt x="23990" y="9984"/>
                  </a:cubicBezTo>
                  <a:cubicBezTo>
                    <a:pt x="23728" y="9984"/>
                    <a:pt x="23509" y="9774"/>
                    <a:pt x="23486" y="9525"/>
                  </a:cubicBezTo>
                  <a:lnTo>
                    <a:pt x="22782" y="6315"/>
                  </a:lnTo>
                  <a:cubicBezTo>
                    <a:pt x="22730" y="6159"/>
                    <a:pt x="22730" y="5976"/>
                    <a:pt x="22808" y="5819"/>
                  </a:cubicBezTo>
                  <a:cubicBezTo>
                    <a:pt x="22886" y="5715"/>
                    <a:pt x="22991" y="5637"/>
                    <a:pt x="23147" y="5611"/>
                  </a:cubicBezTo>
                  <a:cubicBezTo>
                    <a:pt x="23188" y="5599"/>
                    <a:pt x="23230" y="5594"/>
                    <a:pt x="23271" y="5594"/>
                  </a:cubicBezTo>
                  <a:close/>
                  <a:moveTo>
                    <a:pt x="18662" y="6612"/>
                  </a:moveTo>
                  <a:cubicBezTo>
                    <a:pt x="18925" y="6612"/>
                    <a:pt x="19158" y="6804"/>
                    <a:pt x="19181" y="7072"/>
                  </a:cubicBezTo>
                  <a:lnTo>
                    <a:pt x="19885" y="10308"/>
                  </a:lnTo>
                  <a:cubicBezTo>
                    <a:pt x="19937" y="10464"/>
                    <a:pt x="19911" y="10621"/>
                    <a:pt x="19833" y="10778"/>
                  </a:cubicBezTo>
                  <a:cubicBezTo>
                    <a:pt x="19755" y="10882"/>
                    <a:pt x="19624" y="10960"/>
                    <a:pt x="19494" y="10986"/>
                  </a:cubicBezTo>
                  <a:cubicBezTo>
                    <a:pt x="19454" y="10993"/>
                    <a:pt x="19417" y="10996"/>
                    <a:pt x="19380" y="10996"/>
                  </a:cubicBezTo>
                  <a:cubicBezTo>
                    <a:pt x="19130" y="10996"/>
                    <a:pt x="18962" y="10839"/>
                    <a:pt x="18894" y="10543"/>
                  </a:cubicBezTo>
                  <a:lnTo>
                    <a:pt x="18189" y="7333"/>
                  </a:lnTo>
                  <a:cubicBezTo>
                    <a:pt x="18111" y="7176"/>
                    <a:pt x="18137" y="6994"/>
                    <a:pt x="18215" y="6837"/>
                  </a:cubicBezTo>
                  <a:cubicBezTo>
                    <a:pt x="18293" y="6733"/>
                    <a:pt x="18398" y="6654"/>
                    <a:pt x="18528" y="6628"/>
                  </a:cubicBezTo>
                  <a:cubicBezTo>
                    <a:pt x="18573" y="6617"/>
                    <a:pt x="18618" y="6612"/>
                    <a:pt x="18662" y="6612"/>
                  </a:cubicBezTo>
                  <a:close/>
                  <a:moveTo>
                    <a:pt x="39170" y="2036"/>
                  </a:moveTo>
                  <a:cubicBezTo>
                    <a:pt x="39301" y="2036"/>
                    <a:pt x="39457" y="2062"/>
                    <a:pt x="39562" y="2140"/>
                  </a:cubicBezTo>
                  <a:cubicBezTo>
                    <a:pt x="39692" y="2244"/>
                    <a:pt x="39770" y="2401"/>
                    <a:pt x="39770" y="2557"/>
                  </a:cubicBezTo>
                  <a:lnTo>
                    <a:pt x="41519" y="10438"/>
                  </a:lnTo>
                  <a:cubicBezTo>
                    <a:pt x="41623" y="10725"/>
                    <a:pt x="41467" y="11039"/>
                    <a:pt x="41179" y="11117"/>
                  </a:cubicBezTo>
                  <a:cubicBezTo>
                    <a:pt x="41134" y="11129"/>
                    <a:pt x="41088" y="11135"/>
                    <a:pt x="41044" y="11135"/>
                  </a:cubicBezTo>
                  <a:cubicBezTo>
                    <a:pt x="40807" y="11135"/>
                    <a:pt x="40597" y="10971"/>
                    <a:pt x="40553" y="10752"/>
                  </a:cubicBezTo>
                  <a:lnTo>
                    <a:pt x="38753" y="2636"/>
                  </a:lnTo>
                  <a:cubicBezTo>
                    <a:pt x="38726" y="2479"/>
                    <a:pt x="38753" y="2349"/>
                    <a:pt x="38857" y="2244"/>
                  </a:cubicBezTo>
                  <a:cubicBezTo>
                    <a:pt x="38935" y="2140"/>
                    <a:pt x="39040" y="2062"/>
                    <a:pt x="39170" y="2036"/>
                  </a:cubicBezTo>
                  <a:close/>
                  <a:moveTo>
                    <a:pt x="16390" y="7108"/>
                  </a:moveTo>
                  <a:cubicBezTo>
                    <a:pt x="16648" y="7108"/>
                    <a:pt x="16866" y="7299"/>
                    <a:pt x="16910" y="7568"/>
                  </a:cubicBezTo>
                  <a:lnTo>
                    <a:pt x="17615" y="10804"/>
                  </a:lnTo>
                  <a:cubicBezTo>
                    <a:pt x="17667" y="10960"/>
                    <a:pt x="17641" y="11143"/>
                    <a:pt x="17563" y="11273"/>
                  </a:cubicBezTo>
                  <a:cubicBezTo>
                    <a:pt x="17484" y="11378"/>
                    <a:pt x="17354" y="11456"/>
                    <a:pt x="17223" y="11482"/>
                  </a:cubicBezTo>
                  <a:cubicBezTo>
                    <a:pt x="17182" y="11493"/>
                    <a:pt x="17141" y="11499"/>
                    <a:pt x="17101" y="11499"/>
                  </a:cubicBezTo>
                  <a:cubicBezTo>
                    <a:pt x="16860" y="11499"/>
                    <a:pt x="16646" y="11307"/>
                    <a:pt x="16623" y="11039"/>
                  </a:cubicBezTo>
                  <a:lnTo>
                    <a:pt x="15919" y="7855"/>
                  </a:lnTo>
                  <a:cubicBezTo>
                    <a:pt x="15840" y="7672"/>
                    <a:pt x="15867" y="7516"/>
                    <a:pt x="15945" y="7359"/>
                  </a:cubicBezTo>
                  <a:cubicBezTo>
                    <a:pt x="16023" y="7229"/>
                    <a:pt x="16127" y="7150"/>
                    <a:pt x="16258" y="7124"/>
                  </a:cubicBezTo>
                  <a:cubicBezTo>
                    <a:pt x="16303" y="7113"/>
                    <a:pt x="16347" y="7108"/>
                    <a:pt x="16390" y="7108"/>
                  </a:cubicBezTo>
                  <a:close/>
                  <a:moveTo>
                    <a:pt x="14111" y="7630"/>
                  </a:moveTo>
                  <a:cubicBezTo>
                    <a:pt x="14358" y="7630"/>
                    <a:pt x="14592" y="7821"/>
                    <a:pt x="14614" y="8090"/>
                  </a:cubicBezTo>
                  <a:lnTo>
                    <a:pt x="15318" y="11300"/>
                  </a:lnTo>
                  <a:cubicBezTo>
                    <a:pt x="15371" y="11456"/>
                    <a:pt x="15371" y="11639"/>
                    <a:pt x="15266" y="11795"/>
                  </a:cubicBezTo>
                  <a:cubicBezTo>
                    <a:pt x="15188" y="11900"/>
                    <a:pt x="15084" y="11978"/>
                    <a:pt x="14953" y="12004"/>
                  </a:cubicBezTo>
                  <a:cubicBezTo>
                    <a:pt x="14921" y="12010"/>
                    <a:pt x="14889" y="12012"/>
                    <a:pt x="14857" y="12012"/>
                  </a:cubicBezTo>
                  <a:cubicBezTo>
                    <a:pt x="14584" y="12012"/>
                    <a:pt x="14350" y="11815"/>
                    <a:pt x="14327" y="11534"/>
                  </a:cubicBezTo>
                  <a:lnTo>
                    <a:pt x="13622" y="8351"/>
                  </a:lnTo>
                  <a:cubicBezTo>
                    <a:pt x="13570" y="8194"/>
                    <a:pt x="13570" y="8011"/>
                    <a:pt x="13648" y="7855"/>
                  </a:cubicBezTo>
                  <a:cubicBezTo>
                    <a:pt x="13727" y="7751"/>
                    <a:pt x="13857" y="7672"/>
                    <a:pt x="13988" y="7646"/>
                  </a:cubicBezTo>
                  <a:cubicBezTo>
                    <a:pt x="14029" y="7635"/>
                    <a:pt x="14070" y="7630"/>
                    <a:pt x="14111" y="7630"/>
                  </a:cubicBezTo>
                  <a:close/>
                  <a:moveTo>
                    <a:pt x="9527" y="8647"/>
                  </a:moveTo>
                  <a:cubicBezTo>
                    <a:pt x="9785" y="8647"/>
                    <a:pt x="9999" y="8839"/>
                    <a:pt x="10021" y="9108"/>
                  </a:cubicBezTo>
                  <a:lnTo>
                    <a:pt x="10726" y="12317"/>
                  </a:lnTo>
                  <a:cubicBezTo>
                    <a:pt x="10804" y="12474"/>
                    <a:pt x="10778" y="12657"/>
                    <a:pt x="10700" y="12787"/>
                  </a:cubicBezTo>
                  <a:cubicBezTo>
                    <a:pt x="10621" y="12918"/>
                    <a:pt x="10491" y="12996"/>
                    <a:pt x="10360" y="13022"/>
                  </a:cubicBezTo>
                  <a:cubicBezTo>
                    <a:pt x="10331" y="13027"/>
                    <a:pt x="10301" y="13030"/>
                    <a:pt x="10272" y="13030"/>
                  </a:cubicBezTo>
                  <a:cubicBezTo>
                    <a:pt x="10017" y="13030"/>
                    <a:pt x="9783" y="12833"/>
                    <a:pt x="9760" y="12552"/>
                  </a:cubicBezTo>
                  <a:lnTo>
                    <a:pt x="9055" y="9368"/>
                  </a:lnTo>
                  <a:cubicBezTo>
                    <a:pt x="8977" y="9212"/>
                    <a:pt x="9003" y="9029"/>
                    <a:pt x="9082" y="8873"/>
                  </a:cubicBezTo>
                  <a:cubicBezTo>
                    <a:pt x="9134" y="8768"/>
                    <a:pt x="9264" y="8690"/>
                    <a:pt x="9395" y="8664"/>
                  </a:cubicBezTo>
                  <a:cubicBezTo>
                    <a:pt x="9439" y="8653"/>
                    <a:pt x="9484" y="8647"/>
                    <a:pt x="9527" y="8647"/>
                  </a:cubicBezTo>
                  <a:close/>
                  <a:moveTo>
                    <a:pt x="30037" y="4071"/>
                  </a:moveTo>
                  <a:cubicBezTo>
                    <a:pt x="30167" y="4071"/>
                    <a:pt x="30298" y="4097"/>
                    <a:pt x="30402" y="4175"/>
                  </a:cubicBezTo>
                  <a:cubicBezTo>
                    <a:pt x="30532" y="4280"/>
                    <a:pt x="30611" y="4410"/>
                    <a:pt x="30611" y="4593"/>
                  </a:cubicBezTo>
                  <a:lnTo>
                    <a:pt x="32385" y="12474"/>
                  </a:lnTo>
                  <a:cubicBezTo>
                    <a:pt x="32490" y="12735"/>
                    <a:pt x="32307" y="13048"/>
                    <a:pt x="32020" y="13126"/>
                  </a:cubicBezTo>
                  <a:cubicBezTo>
                    <a:pt x="31974" y="13140"/>
                    <a:pt x="31928" y="13146"/>
                    <a:pt x="31882" y="13146"/>
                  </a:cubicBezTo>
                  <a:cubicBezTo>
                    <a:pt x="31665" y="13146"/>
                    <a:pt x="31458" y="13002"/>
                    <a:pt x="31394" y="12787"/>
                  </a:cubicBezTo>
                  <a:lnTo>
                    <a:pt x="29619" y="4671"/>
                  </a:lnTo>
                  <a:cubicBezTo>
                    <a:pt x="29567" y="4515"/>
                    <a:pt x="29619" y="4384"/>
                    <a:pt x="29697" y="4254"/>
                  </a:cubicBezTo>
                  <a:cubicBezTo>
                    <a:pt x="29776" y="4149"/>
                    <a:pt x="29906" y="4097"/>
                    <a:pt x="30037" y="4071"/>
                  </a:cubicBezTo>
                  <a:close/>
                  <a:moveTo>
                    <a:pt x="7248" y="9143"/>
                  </a:moveTo>
                  <a:cubicBezTo>
                    <a:pt x="7495" y="9143"/>
                    <a:pt x="7728" y="9335"/>
                    <a:pt x="7751" y="9603"/>
                  </a:cubicBezTo>
                  <a:lnTo>
                    <a:pt x="8455" y="12839"/>
                  </a:lnTo>
                  <a:cubicBezTo>
                    <a:pt x="8507" y="12996"/>
                    <a:pt x="8481" y="13178"/>
                    <a:pt x="8403" y="13309"/>
                  </a:cubicBezTo>
                  <a:cubicBezTo>
                    <a:pt x="8325" y="13413"/>
                    <a:pt x="8220" y="13492"/>
                    <a:pt x="8090" y="13518"/>
                  </a:cubicBezTo>
                  <a:cubicBezTo>
                    <a:pt x="8050" y="13524"/>
                    <a:pt x="8012" y="13528"/>
                    <a:pt x="7975" y="13528"/>
                  </a:cubicBezTo>
                  <a:cubicBezTo>
                    <a:pt x="7720" y="13528"/>
                    <a:pt x="7532" y="13371"/>
                    <a:pt x="7464" y="13074"/>
                  </a:cubicBezTo>
                  <a:lnTo>
                    <a:pt x="6759" y="9864"/>
                  </a:lnTo>
                  <a:cubicBezTo>
                    <a:pt x="6707" y="9708"/>
                    <a:pt x="6707" y="9525"/>
                    <a:pt x="6785" y="9368"/>
                  </a:cubicBezTo>
                  <a:cubicBezTo>
                    <a:pt x="6863" y="9264"/>
                    <a:pt x="6968" y="9186"/>
                    <a:pt x="7124" y="9160"/>
                  </a:cubicBezTo>
                  <a:cubicBezTo>
                    <a:pt x="7165" y="9149"/>
                    <a:pt x="7207" y="9143"/>
                    <a:pt x="7248" y="9143"/>
                  </a:cubicBezTo>
                  <a:close/>
                  <a:moveTo>
                    <a:pt x="4924" y="9648"/>
                  </a:moveTo>
                  <a:cubicBezTo>
                    <a:pt x="5198" y="9648"/>
                    <a:pt x="5431" y="9844"/>
                    <a:pt x="5454" y="10125"/>
                  </a:cubicBezTo>
                  <a:lnTo>
                    <a:pt x="6185" y="13335"/>
                  </a:lnTo>
                  <a:cubicBezTo>
                    <a:pt x="6237" y="13492"/>
                    <a:pt x="6211" y="13674"/>
                    <a:pt x="6133" y="13805"/>
                  </a:cubicBezTo>
                  <a:cubicBezTo>
                    <a:pt x="6054" y="13935"/>
                    <a:pt x="5924" y="14014"/>
                    <a:pt x="5794" y="14040"/>
                  </a:cubicBezTo>
                  <a:cubicBezTo>
                    <a:pt x="5764" y="14045"/>
                    <a:pt x="5734" y="14048"/>
                    <a:pt x="5705" y="14048"/>
                  </a:cubicBezTo>
                  <a:cubicBezTo>
                    <a:pt x="5450" y="14048"/>
                    <a:pt x="5217" y="13851"/>
                    <a:pt x="5193" y="13570"/>
                  </a:cubicBezTo>
                  <a:lnTo>
                    <a:pt x="4489" y="10386"/>
                  </a:lnTo>
                  <a:cubicBezTo>
                    <a:pt x="4410" y="10230"/>
                    <a:pt x="4437" y="10047"/>
                    <a:pt x="4515" y="9890"/>
                  </a:cubicBezTo>
                  <a:cubicBezTo>
                    <a:pt x="4593" y="9786"/>
                    <a:pt x="4697" y="9708"/>
                    <a:pt x="4828" y="9656"/>
                  </a:cubicBezTo>
                  <a:cubicBezTo>
                    <a:pt x="4860" y="9650"/>
                    <a:pt x="4892" y="9648"/>
                    <a:pt x="4924" y="9648"/>
                  </a:cubicBezTo>
                  <a:close/>
                  <a:moveTo>
                    <a:pt x="20972" y="6100"/>
                  </a:moveTo>
                  <a:cubicBezTo>
                    <a:pt x="21079" y="6100"/>
                    <a:pt x="21182" y="6146"/>
                    <a:pt x="21268" y="6211"/>
                  </a:cubicBezTo>
                  <a:cubicBezTo>
                    <a:pt x="21399" y="6315"/>
                    <a:pt x="21477" y="6446"/>
                    <a:pt x="21477" y="6602"/>
                  </a:cubicBezTo>
                  <a:lnTo>
                    <a:pt x="23252" y="14483"/>
                  </a:lnTo>
                  <a:cubicBezTo>
                    <a:pt x="23330" y="14770"/>
                    <a:pt x="23173" y="15083"/>
                    <a:pt x="22886" y="15162"/>
                  </a:cubicBezTo>
                  <a:cubicBezTo>
                    <a:pt x="22841" y="15175"/>
                    <a:pt x="22794" y="15182"/>
                    <a:pt x="22748" y="15182"/>
                  </a:cubicBezTo>
                  <a:cubicBezTo>
                    <a:pt x="22531" y="15182"/>
                    <a:pt x="22325" y="15038"/>
                    <a:pt x="22260" y="14823"/>
                  </a:cubicBezTo>
                  <a:lnTo>
                    <a:pt x="20459" y="6707"/>
                  </a:lnTo>
                  <a:cubicBezTo>
                    <a:pt x="20433" y="6550"/>
                    <a:pt x="20485" y="6420"/>
                    <a:pt x="20564" y="6289"/>
                  </a:cubicBezTo>
                  <a:cubicBezTo>
                    <a:pt x="20642" y="6185"/>
                    <a:pt x="20773" y="6133"/>
                    <a:pt x="20903" y="6106"/>
                  </a:cubicBezTo>
                  <a:cubicBezTo>
                    <a:pt x="20926" y="6102"/>
                    <a:pt x="20949" y="6100"/>
                    <a:pt x="20972" y="6100"/>
                  </a:cubicBezTo>
                  <a:close/>
                  <a:moveTo>
                    <a:pt x="11841" y="8132"/>
                  </a:moveTo>
                  <a:cubicBezTo>
                    <a:pt x="11939" y="8132"/>
                    <a:pt x="12037" y="8162"/>
                    <a:pt x="12135" y="8220"/>
                  </a:cubicBezTo>
                  <a:cubicBezTo>
                    <a:pt x="12239" y="8325"/>
                    <a:pt x="12317" y="8481"/>
                    <a:pt x="12344" y="8638"/>
                  </a:cubicBezTo>
                  <a:lnTo>
                    <a:pt x="14092" y="16519"/>
                  </a:lnTo>
                  <a:cubicBezTo>
                    <a:pt x="14196" y="16806"/>
                    <a:pt x="14014" y="17119"/>
                    <a:pt x="13727" y="17197"/>
                  </a:cubicBezTo>
                  <a:cubicBezTo>
                    <a:pt x="13681" y="17211"/>
                    <a:pt x="13635" y="17217"/>
                    <a:pt x="13590" y="17217"/>
                  </a:cubicBezTo>
                  <a:cubicBezTo>
                    <a:pt x="13373" y="17217"/>
                    <a:pt x="13170" y="17069"/>
                    <a:pt x="13126" y="16832"/>
                  </a:cubicBezTo>
                  <a:lnTo>
                    <a:pt x="11326" y="8716"/>
                  </a:lnTo>
                  <a:cubicBezTo>
                    <a:pt x="11300" y="8586"/>
                    <a:pt x="11326" y="8429"/>
                    <a:pt x="11404" y="8325"/>
                  </a:cubicBezTo>
                  <a:cubicBezTo>
                    <a:pt x="11482" y="8220"/>
                    <a:pt x="11613" y="8142"/>
                    <a:pt x="11743" y="8142"/>
                  </a:cubicBezTo>
                  <a:cubicBezTo>
                    <a:pt x="11776" y="8135"/>
                    <a:pt x="11809" y="8132"/>
                    <a:pt x="11841" y="8132"/>
                  </a:cubicBezTo>
                  <a:close/>
                  <a:moveTo>
                    <a:pt x="41232" y="0"/>
                  </a:moveTo>
                  <a:cubicBezTo>
                    <a:pt x="36613" y="1148"/>
                    <a:pt x="31915" y="2166"/>
                    <a:pt x="27349" y="3184"/>
                  </a:cubicBezTo>
                  <a:lnTo>
                    <a:pt x="23982" y="3914"/>
                  </a:lnTo>
                  <a:lnTo>
                    <a:pt x="19990" y="4802"/>
                  </a:lnTo>
                  <a:cubicBezTo>
                    <a:pt x="16519" y="5585"/>
                    <a:pt x="12918" y="6367"/>
                    <a:pt x="9395" y="7176"/>
                  </a:cubicBezTo>
                  <a:lnTo>
                    <a:pt x="8925" y="7281"/>
                  </a:lnTo>
                  <a:cubicBezTo>
                    <a:pt x="7620" y="7568"/>
                    <a:pt x="6263" y="7881"/>
                    <a:pt x="4932" y="8194"/>
                  </a:cubicBezTo>
                  <a:lnTo>
                    <a:pt x="4750" y="8246"/>
                  </a:lnTo>
                  <a:cubicBezTo>
                    <a:pt x="3628" y="8299"/>
                    <a:pt x="2688" y="9108"/>
                    <a:pt x="2401" y="10204"/>
                  </a:cubicBezTo>
                  <a:cubicBezTo>
                    <a:pt x="2349" y="10308"/>
                    <a:pt x="2323" y="10386"/>
                    <a:pt x="2271" y="10543"/>
                  </a:cubicBezTo>
                  <a:cubicBezTo>
                    <a:pt x="2192" y="10699"/>
                    <a:pt x="2114" y="10882"/>
                    <a:pt x="2062" y="11039"/>
                  </a:cubicBezTo>
                  <a:cubicBezTo>
                    <a:pt x="1879" y="11561"/>
                    <a:pt x="1644" y="12004"/>
                    <a:pt x="1331" y="12422"/>
                  </a:cubicBezTo>
                  <a:cubicBezTo>
                    <a:pt x="992" y="12761"/>
                    <a:pt x="548" y="12970"/>
                    <a:pt x="52" y="12996"/>
                  </a:cubicBezTo>
                  <a:lnTo>
                    <a:pt x="26" y="12996"/>
                  </a:lnTo>
                  <a:lnTo>
                    <a:pt x="0" y="13022"/>
                  </a:lnTo>
                  <a:cubicBezTo>
                    <a:pt x="0" y="13022"/>
                    <a:pt x="0" y="13048"/>
                    <a:pt x="0" y="13048"/>
                  </a:cubicBezTo>
                  <a:lnTo>
                    <a:pt x="809" y="16754"/>
                  </a:lnTo>
                  <a:cubicBezTo>
                    <a:pt x="835" y="16884"/>
                    <a:pt x="888" y="17015"/>
                    <a:pt x="914" y="17145"/>
                  </a:cubicBezTo>
                  <a:cubicBezTo>
                    <a:pt x="966" y="17276"/>
                    <a:pt x="992" y="17406"/>
                    <a:pt x="1018" y="17536"/>
                  </a:cubicBezTo>
                  <a:cubicBezTo>
                    <a:pt x="1044" y="17615"/>
                    <a:pt x="1044" y="17667"/>
                    <a:pt x="1044" y="17719"/>
                  </a:cubicBezTo>
                  <a:cubicBezTo>
                    <a:pt x="1070" y="17719"/>
                    <a:pt x="1070" y="17719"/>
                    <a:pt x="1070" y="17745"/>
                  </a:cubicBezTo>
                  <a:lnTo>
                    <a:pt x="1096" y="17745"/>
                  </a:lnTo>
                  <a:cubicBezTo>
                    <a:pt x="1392" y="17671"/>
                    <a:pt x="1658" y="17619"/>
                    <a:pt x="1913" y="17619"/>
                  </a:cubicBezTo>
                  <a:cubicBezTo>
                    <a:pt x="2288" y="17619"/>
                    <a:pt x="2639" y="17732"/>
                    <a:pt x="3027" y="18058"/>
                  </a:cubicBezTo>
                  <a:cubicBezTo>
                    <a:pt x="3262" y="18267"/>
                    <a:pt x="3497" y="18502"/>
                    <a:pt x="3732" y="18711"/>
                  </a:cubicBezTo>
                  <a:cubicBezTo>
                    <a:pt x="4176" y="19181"/>
                    <a:pt x="4671" y="19572"/>
                    <a:pt x="5219" y="19937"/>
                  </a:cubicBezTo>
                  <a:cubicBezTo>
                    <a:pt x="5568" y="20145"/>
                    <a:pt x="5963" y="20220"/>
                    <a:pt x="6375" y="20220"/>
                  </a:cubicBezTo>
                  <a:cubicBezTo>
                    <a:pt x="6948" y="20220"/>
                    <a:pt x="7554" y="20074"/>
                    <a:pt x="8116" y="19937"/>
                  </a:cubicBezTo>
                  <a:cubicBezTo>
                    <a:pt x="8325" y="19885"/>
                    <a:pt x="8507" y="19833"/>
                    <a:pt x="8690" y="19807"/>
                  </a:cubicBezTo>
                  <a:cubicBezTo>
                    <a:pt x="10987" y="19311"/>
                    <a:pt x="13309" y="18815"/>
                    <a:pt x="15579" y="18319"/>
                  </a:cubicBezTo>
                  <a:lnTo>
                    <a:pt x="16023" y="18215"/>
                  </a:lnTo>
                  <a:cubicBezTo>
                    <a:pt x="18685" y="17615"/>
                    <a:pt x="21373" y="17015"/>
                    <a:pt x="23982" y="16440"/>
                  </a:cubicBezTo>
                  <a:cubicBezTo>
                    <a:pt x="30506" y="14953"/>
                    <a:pt x="37265" y="13439"/>
                    <a:pt x="43920" y="12135"/>
                  </a:cubicBezTo>
                  <a:lnTo>
                    <a:pt x="43946" y="12135"/>
                  </a:lnTo>
                  <a:cubicBezTo>
                    <a:pt x="43946" y="12135"/>
                    <a:pt x="43946" y="12109"/>
                    <a:pt x="43946" y="12109"/>
                  </a:cubicBezTo>
                  <a:lnTo>
                    <a:pt x="41284" y="26"/>
                  </a:lnTo>
                  <a:cubicBezTo>
                    <a:pt x="41258" y="26"/>
                    <a:pt x="41258" y="26"/>
                    <a:pt x="412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3"/>
            <p:cNvSpPr/>
            <p:nvPr/>
          </p:nvSpPr>
          <p:spPr>
            <a:xfrm rot="5239021">
              <a:off x="4380982" y="2400091"/>
              <a:ext cx="55954" cy="148941"/>
            </a:xfrm>
            <a:custGeom>
              <a:rect b="b" l="l" r="r" t="t"/>
              <a:pathLst>
                <a:path extrusionOk="0" h="4030" w="1514">
                  <a:moveTo>
                    <a:pt x="410" y="0"/>
                  </a:moveTo>
                  <a:cubicBezTo>
                    <a:pt x="378" y="0"/>
                    <a:pt x="346" y="6"/>
                    <a:pt x="313" y="17"/>
                  </a:cubicBezTo>
                  <a:cubicBezTo>
                    <a:pt x="0" y="96"/>
                    <a:pt x="52" y="357"/>
                    <a:pt x="104" y="513"/>
                  </a:cubicBezTo>
                  <a:lnTo>
                    <a:pt x="809" y="3723"/>
                  </a:lnTo>
                  <a:cubicBezTo>
                    <a:pt x="809" y="3827"/>
                    <a:pt x="887" y="3932"/>
                    <a:pt x="966" y="4010"/>
                  </a:cubicBezTo>
                  <a:cubicBezTo>
                    <a:pt x="1005" y="4023"/>
                    <a:pt x="1050" y="4030"/>
                    <a:pt x="1096" y="4030"/>
                  </a:cubicBezTo>
                  <a:cubicBezTo>
                    <a:pt x="1142" y="4030"/>
                    <a:pt x="1187" y="4023"/>
                    <a:pt x="1227" y="4010"/>
                  </a:cubicBezTo>
                  <a:cubicBezTo>
                    <a:pt x="1409" y="3932"/>
                    <a:pt x="1514" y="3723"/>
                    <a:pt x="1435" y="3540"/>
                  </a:cubicBezTo>
                  <a:lnTo>
                    <a:pt x="731" y="304"/>
                  </a:lnTo>
                  <a:cubicBezTo>
                    <a:pt x="705" y="200"/>
                    <a:pt x="652" y="96"/>
                    <a:pt x="548" y="43"/>
                  </a:cubicBezTo>
                  <a:cubicBezTo>
                    <a:pt x="502" y="13"/>
                    <a:pt x="456" y="0"/>
                    <a:pt x="41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3"/>
            <p:cNvSpPr/>
            <p:nvPr/>
          </p:nvSpPr>
          <p:spPr>
            <a:xfrm rot="5239021">
              <a:off x="4173801" y="2019854"/>
              <a:ext cx="75283" cy="58874"/>
            </a:xfrm>
            <a:custGeom>
              <a:rect b="b" l="l" r="r" t="t"/>
              <a:pathLst>
                <a:path extrusionOk="0" h="1593" w="2037">
                  <a:moveTo>
                    <a:pt x="1880" y="0"/>
                  </a:moveTo>
                  <a:lnTo>
                    <a:pt x="679" y="392"/>
                  </a:lnTo>
                  <a:lnTo>
                    <a:pt x="549" y="418"/>
                  </a:lnTo>
                  <a:cubicBezTo>
                    <a:pt x="340" y="470"/>
                    <a:pt x="79" y="548"/>
                    <a:pt x="27" y="757"/>
                  </a:cubicBezTo>
                  <a:cubicBezTo>
                    <a:pt x="1" y="914"/>
                    <a:pt x="1" y="1096"/>
                    <a:pt x="27" y="1279"/>
                  </a:cubicBezTo>
                  <a:cubicBezTo>
                    <a:pt x="53" y="1383"/>
                    <a:pt x="79" y="1488"/>
                    <a:pt x="131" y="1592"/>
                  </a:cubicBezTo>
                  <a:cubicBezTo>
                    <a:pt x="210" y="1488"/>
                    <a:pt x="288" y="1383"/>
                    <a:pt x="392" y="1305"/>
                  </a:cubicBezTo>
                  <a:cubicBezTo>
                    <a:pt x="791" y="953"/>
                    <a:pt x="1316" y="749"/>
                    <a:pt x="1854" y="749"/>
                  </a:cubicBezTo>
                  <a:cubicBezTo>
                    <a:pt x="1915" y="749"/>
                    <a:pt x="1975" y="752"/>
                    <a:pt x="2036" y="757"/>
                  </a:cubicBezTo>
                  <a:cubicBezTo>
                    <a:pt x="2036" y="731"/>
                    <a:pt x="2036" y="705"/>
                    <a:pt x="2036" y="679"/>
                  </a:cubicBezTo>
                  <a:lnTo>
                    <a:pt x="2010" y="548"/>
                  </a:lnTo>
                  <a:cubicBezTo>
                    <a:pt x="1958" y="392"/>
                    <a:pt x="1932" y="209"/>
                    <a:pt x="1932" y="26"/>
                  </a:cubicBezTo>
                  <a:cubicBezTo>
                    <a:pt x="1932" y="26"/>
                    <a:pt x="1932" y="0"/>
                    <a:pt x="1906" y="0"/>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3"/>
            <p:cNvSpPr/>
            <p:nvPr/>
          </p:nvSpPr>
          <p:spPr>
            <a:xfrm rot="5239021">
              <a:off x="4225405" y="2158450"/>
              <a:ext cx="76207" cy="223892"/>
            </a:xfrm>
            <a:custGeom>
              <a:rect b="b" l="l" r="r" t="t"/>
              <a:pathLst>
                <a:path extrusionOk="0" h="6058" w="2062">
                  <a:moveTo>
                    <a:pt x="590" y="0"/>
                  </a:moveTo>
                  <a:cubicBezTo>
                    <a:pt x="455" y="0"/>
                    <a:pt x="325" y="54"/>
                    <a:pt x="209" y="151"/>
                  </a:cubicBezTo>
                  <a:cubicBezTo>
                    <a:pt x="52" y="333"/>
                    <a:pt x="0" y="594"/>
                    <a:pt x="78" y="829"/>
                  </a:cubicBezTo>
                  <a:cubicBezTo>
                    <a:pt x="78" y="829"/>
                    <a:pt x="104" y="881"/>
                    <a:pt x="104" y="881"/>
                  </a:cubicBezTo>
                  <a:lnTo>
                    <a:pt x="131" y="986"/>
                  </a:lnTo>
                  <a:lnTo>
                    <a:pt x="157" y="1142"/>
                  </a:lnTo>
                  <a:lnTo>
                    <a:pt x="1148" y="5631"/>
                  </a:lnTo>
                  <a:cubicBezTo>
                    <a:pt x="1227" y="5839"/>
                    <a:pt x="1383" y="5996"/>
                    <a:pt x="1592" y="6048"/>
                  </a:cubicBezTo>
                  <a:cubicBezTo>
                    <a:pt x="1627" y="6054"/>
                    <a:pt x="1664" y="6057"/>
                    <a:pt x="1701" y="6057"/>
                  </a:cubicBezTo>
                  <a:cubicBezTo>
                    <a:pt x="1828" y="6057"/>
                    <a:pt x="1960" y="6019"/>
                    <a:pt x="2062" y="5918"/>
                  </a:cubicBezTo>
                  <a:cubicBezTo>
                    <a:pt x="1931" y="5813"/>
                    <a:pt x="1827" y="5657"/>
                    <a:pt x="1775" y="5500"/>
                  </a:cubicBezTo>
                  <a:cubicBezTo>
                    <a:pt x="1514" y="4822"/>
                    <a:pt x="1331" y="4091"/>
                    <a:pt x="1227" y="3360"/>
                  </a:cubicBezTo>
                  <a:cubicBezTo>
                    <a:pt x="1070" y="2630"/>
                    <a:pt x="913" y="1873"/>
                    <a:pt x="783" y="1142"/>
                  </a:cubicBezTo>
                  <a:cubicBezTo>
                    <a:pt x="731" y="933"/>
                    <a:pt x="679" y="751"/>
                    <a:pt x="652" y="568"/>
                  </a:cubicBezTo>
                  <a:cubicBezTo>
                    <a:pt x="600" y="385"/>
                    <a:pt x="652" y="177"/>
                    <a:pt x="783" y="46"/>
                  </a:cubicBezTo>
                  <a:cubicBezTo>
                    <a:pt x="783" y="46"/>
                    <a:pt x="757" y="20"/>
                    <a:pt x="731" y="20"/>
                  </a:cubicBezTo>
                  <a:cubicBezTo>
                    <a:pt x="684" y="7"/>
                    <a:pt x="636" y="0"/>
                    <a:pt x="590" y="0"/>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3"/>
            <p:cNvSpPr/>
            <p:nvPr/>
          </p:nvSpPr>
          <p:spPr>
            <a:xfrm rot="5239021">
              <a:off x="4606261" y="3569982"/>
              <a:ext cx="186158" cy="617790"/>
            </a:xfrm>
            <a:custGeom>
              <a:rect b="b" l="l" r="r" t="t"/>
              <a:pathLst>
                <a:path extrusionOk="0" h="16716" w="5037">
                  <a:moveTo>
                    <a:pt x="1096" y="1"/>
                  </a:moveTo>
                  <a:cubicBezTo>
                    <a:pt x="865" y="1"/>
                    <a:pt x="642" y="59"/>
                    <a:pt x="444" y="167"/>
                  </a:cubicBezTo>
                  <a:cubicBezTo>
                    <a:pt x="183" y="272"/>
                    <a:pt x="26" y="533"/>
                    <a:pt x="0" y="820"/>
                  </a:cubicBezTo>
                  <a:cubicBezTo>
                    <a:pt x="0" y="1107"/>
                    <a:pt x="26" y="1368"/>
                    <a:pt x="105" y="1629"/>
                  </a:cubicBezTo>
                  <a:cubicBezTo>
                    <a:pt x="131" y="1811"/>
                    <a:pt x="183" y="1994"/>
                    <a:pt x="235" y="2151"/>
                  </a:cubicBezTo>
                  <a:cubicBezTo>
                    <a:pt x="287" y="2333"/>
                    <a:pt x="313" y="2490"/>
                    <a:pt x="366" y="2646"/>
                  </a:cubicBezTo>
                  <a:lnTo>
                    <a:pt x="3288" y="15981"/>
                  </a:lnTo>
                  <a:cubicBezTo>
                    <a:pt x="3367" y="16399"/>
                    <a:pt x="3732" y="16712"/>
                    <a:pt x="4176" y="16712"/>
                  </a:cubicBezTo>
                  <a:cubicBezTo>
                    <a:pt x="4202" y="16714"/>
                    <a:pt x="4229" y="16715"/>
                    <a:pt x="4256" y="16715"/>
                  </a:cubicBezTo>
                  <a:cubicBezTo>
                    <a:pt x="4542" y="16715"/>
                    <a:pt x="4822" y="16590"/>
                    <a:pt x="5037" y="16399"/>
                  </a:cubicBezTo>
                  <a:cubicBezTo>
                    <a:pt x="4932" y="16399"/>
                    <a:pt x="4828" y="16399"/>
                    <a:pt x="4750" y="16373"/>
                  </a:cubicBezTo>
                  <a:cubicBezTo>
                    <a:pt x="4228" y="16216"/>
                    <a:pt x="3993" y="15564"/>
                    <a:pt x="3810" y="15120"/>
                  </a:cubicBezTo>
                  <a:cubicBezTo>
                    <a:pt x="3654" y="14729"/>
                    <a:pt x="3549" y="14337"/>
                    <a:pt x="3445" y="13920"/>
                  </a:cubicBezTo>
                  <a:cubicBezTo>
                    <a:pt x="3053" y="12328"/>
                    <a:pt x="2688" y="10736"/>
                    <a:pt x="2349" y="9144"/>
                  </a:cubicBezTo>
                  <a:cubicBezTo>
                    <a:pt x="1931" y="7265"/>
                    <a:pt x="1514" y="5386"/>
                    <a:pt x="1175" y="3507"/>
                  </a:cubicBezTo>
                  <a:cubicBezTo>
                    <a:pt x="1044" y="2829"/>
                    <a:pt x="914" y="2151"/>
                    <a:pt x="835" y="1472"/>
                  </a:cubicBezTo>
                  <a:cubicBezTo>
                    <a:pt x="809" y="1263"/>
                    <a:pt x="809" y="1081"/>
                    <a:pt x="809" y="872"/>
                  </a:cubicBezTo>
                  <a:cubicBezTo>
                    <a:pt x="809" y="506"/>
                    <a:pt x="1044" y="193"/>
                    <a:pt x="1409" y="37"/>
                  </a:cubicBezTo>
                  <a:cubicBezTo>
                    <a:pt x="1304" y="12"/>
                    <a:pt x="1199" y="1"/>
                    <a:pt x="1096" y="1"/>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3"/>
            <p:cNvSpPr/>
            <p:nvPr/>
          </p:nvSpPr>
          <p:spPr>
            <a:xfrm rot="5239021">
              <a:off x="4753400" y="4130513"/>
              <a:ext cx="156258" cy="477904"/>
            </a:xfrm>
            <a:custGeom>
              <a:rect b="b" l="l" r="r" t="t"/>
              <a:pathLst>
                <a:path extrusionOk="0" h="12931" w="4228">
                  <a:moveTo>
                    <a:pt x="913" y="1"/>
                  </a:moveTo>
                  <a:cubicBezTo>
                    <a:pt x="826" y="1"/>
                    <a:pt x="739" y="9"/>
                    <a:pt x="652" y="27"/>
                  </a:cubicBezTo>
                  <a:cubicBezTo>
                    <a:pt x="261" y="131"/>
                    <a:pt x="0" y="470"/>
                    <a:pt x="26" y="888"/>
                  </a:cubicBezTo>
                  <a:cubicBezTo>
                    <a:pt x="26" y="1123"/>
                    <a:pt x="78" y="1384"/>
                    <a:pt x="131" y="1619"/>
                  </a:cubicBezTo>
                  <a:cubicBezTo>
                    <a:pt x="183" y="1827"/>
                    <a:pt x="235" y="2010"/>
                    <a:pt x="287" y="2219"/>
                  </a:cubicBezTo>
                  <a:cubicBezTo>
                    <a:pt x="313" y="2402"/>
                    <a:pt x="365" y="2584"/>
                    <a:pt x="418" y="2767"/>
                  </a:cubicBezTo>
                  <a:lnTo>
                    <a:pt x="2505" y="12240"/>
                  </a:lnTo>
                  <a:cubicBezTo>
                    <a:pt x="2645" y="12658"/>
                    <a:pt x="3032" y="12931"/>
                    <a:pt x="3465" y="12931"/>
                  </a:cubicBezTo>
                  <a:cubicBezTo>
                    <a:pt x="3518" y="12931"/>
                    <a:pt x="3573" y="12927"/>
                    <a:pt x="3627" y="12918"/>
                  </a:cubicBezTo>
                  <a:cubicBezTo>
                    <a:pt x="3862" y="12892"/>
                    <a:pt x="4071" y="12814"/>
                    <a:pt x="4228" y="12657"/>
                  </a:cubicBezTo>
                  <a:cubicBezTo>
                    <a:pt x="3967" y="12605"/>
                    <a:pt x="3732" y="12475"/>
                    <a:pt x="3575" y="12292"/>
                  </a:cubicBezTo>
                  <a:cubicBezTo>
                    <a:pt x="3236" y="11848"/>
                    <a:pt x="3001" y="11326"/>
                    <a:pt x="2923" y="10778"/>
                  </a:cubicBezTo>
                  <a:cubicBezTo>
                    <a:pt x="2584" y="9474"/>
                    <a:pt x="2323" y="8169"/>
                    <a:pt x="2062" y="6864"/>
                  </a:cubicBezTo>
                  <a:cubicBezTo>
                    <a:pt x="1775" y="5611"/>
                    <a:pt x="1461" y="4385"/>
                    <a:pt x="1200" y="3106"/>
                  </a:cubicBezTo>
                  <a:cubicBezTo>
                    <a:pt x="1044" y="2402"/>
                    <a:pt x="887" y="1697"/>
                    <a:pt x="731" y="992"/>
                  </a:cubicBezTo>
                  <a:cubicBezTo>
                    <a:pt x="600" y="392"/>
                    <a:pt x="966" y="157"/>
                    <a:pt x="1435" y="105"/>
                  </a:cubicBezTo>
                  <a:cubicBezTo>
                    <a:pt x="1261" y="36"/>
                    <a:pt x="1087" y="1"/>
                    <a:pt x="913" y="1"/>
                  </a:cubicBezTo>
                  <a:close/>
                </a:path>
              </a:pathLst>
            </a:custGeom>
            <a:solidFill>
              <a:srgbClr val="255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3"/>
            <p:cNvSpPr/>
            <p:nvPr/>
          </p:nvSpPr>
          <p:spPr>
            <a:xfrm rot="5239021">
              <a:off x="4554176" y="2853983"/>
              <a:ext cx="33780" cy="51519"/>
            </a:xfrm>
            <a:custGeom>
              <a:rect b="b" l="l" r="r" t="t"/>
              <a:pathLst>
                <a:path extrusionOk="0" h="1394" w="914">
                  <a:moveTo>
                    <a:pt x="382" y="0"/>
                  </a:moveTo>
                  <a:cubicBezTo>
                    <a:pt x="359" y="0"/>
                    <a:pt x="336" y="3"/>
                    <a:pt x="313" y="11"/>
                  </a:cubicBezTo>
                  <a:cubicBezTo>
                    <a:pt x="0" y="89"/>
                    <a:pt x="52" y="350"/>
                    <a:pt x="104" y="507"/>
                  </a:cubicBezTo>
                  <a:lnTo>
                    <a:pt x="287" y="1394"/>
                  </a:lnTo>
                  <a:lnTo>
                    <a:pt x="913" y="1237"/>
                  </a:lnTo>
                  <a:lnTo>
                    <a:pt x="731" y="324"/>
                  </a:lnTo>
                  <a:cubicBezTo>
                    <a:pt x="705" y="220"/>
                    <a:pt x="652" y="115"/>
                    <a:pt x="548" y="37"/>
                  </a:cubicBezTo>
                  <a:cubicBezTo>
                    <a:pt x="493" y="19"/>
                    <a:pt x="437" y="0"/>
                    <a:pt x="38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3"/>
            <p:cNvSpPr/>
            <p:nvPr/>
          </p:nvSpPr>
          <p:spPr>
            <a:xfrm rot="5239021">
              <a:off x="4577543" y="2938673"/>
              <a:ext cx="33780" cy="49856"/>
            </a:xfrm>
            <a:custGeom>
              <a:rect b="b" l="l" r="r" t="t"/>
              <a:pathLst>
                <a:path extrusionOk="0" h="1349" w="914">
                  <a:moveTo>
                    <a:pt x="406" y="1"/>
                  </a:moveTo>
                  <a:cubicBezTo>
                    <a:pt x="370" y="1"/>
                    <a:pt x="331" y="7"/>
                    <a:pt x="288" y="18"/>
                  </a:cubicBezTo>
                  <a:cubicBezTo>
                    <a:pt x="1" y="96"/>
                    <a:pt x="53" y="357"/>
                    <a:pt x="79" y="514"/>
                  </a:cubicBezTo>
                  <a:lnTo>
                    <a:pt x="288" y="1349"/>
                  </a:lnTo>
                  <a:lnTo>
                    <a:pt x="914" y="1218"/>
                  </a:lnTo>
                  <a:lnTo>
                    <a:pt x="705" y="331"/>
                  </a:lnTo>
                  <a:cubicBezTo>
                    <a:pt x="705" y="201"/>
                    <a:pt x="627" y="96"/>
                    <a:pt x="549" y="44"/>
                  </a:cubicBezTo>
                  <a:cubicBezTo>
                    <a:pt x="503" y="14"/>
                    <a:pt x="457" y="1"/>
                    <a:pt x="4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3"/>
            <p:cNvSpPr/>
            <p:nvPr/>
          </p:nvSpPr>
          <p:spPr>
            <a:xfrm rot="5239021">
              <a:off x="4647047" y="3190440"/>
              <a:ext cx="33817" cy="47713"/>
            </a:xfrm>
            <a:custGeom>
              <a:rect b="b" l="l" r="r" t="t"/>
              <a:pathLst>
                <a:path extrusionOk="0" h="1291" w="915">
                  <a:moveTo>
                    <a:pt x="383" y="1"/>
                  </a:moveTo>
                  <a:cubicBezTo>
                    <a:pt x="360" y="1"/>
                    <a:pt x="337" y="4"/>
                    <a:pt x="314" y="11"/>
                  </a:cubicBezTo>
                  <a:cubicBezTo>
                    <a:pt x="1" y="116"/>
                    <a:pt x="79" y="351"/>
                    <a:pt x="105" y="533"/>
                  </a:cubicBezTo>
                  <a:lnTo>
                    <a:pt x="262" y="1290"/>
                  </a:lnTo>
                  <a:lnTo>
                    <a:pt x="914" y="1134"/>
                  </a:lnTo>
                  <a:lnTo>
                    <a:pt x="731" y="325"/>
                  </a:lnTo>
                  <a:cubicBezTo>
                    <a:pt x="705" y="220"/>
                    <a:pt x="653" y="116"/>
                    <a:pt x="549" y="38"/>
                  </a:cubicBezTo>
                  <a:cubicBezTo>
                    <a:pt x="493" y="19"/>
                    <a:pt x="438" y="1"/>
                    <a:pt x="38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3"/>
            <p:cNvSpPr/>
            <p:nvPr/>
          </p:nvSpPr>
          <p:spPr>
            <a:xfrm rot="5239021">
              <a:off x="4530590" y="2770445"/>
              <a:ext cx="34777" cy="51778"/>
            </a:xfrm>
            <a:custGeom>
              <a:rect b="b" l="l" r="r" t="t"/>
              <a:pathLst>
                <a:path extrusionOk="0" h="1401" w="941">
                  <a:moveTo>
                    <a:pt x="411" y="1"/>
                  </a:moveTo>
                  <a:cubicBezTo>
                    <a:pt x="379" y="1"/>
                    <a:pt x="346" y="7"/>
                    <a:pt x="314" y="18"/>
                  </a:cubicBezTo>
                  <a:cubicBezTo>
                    <a:pt x="1" y="96"/>
                    <a:pt x="79" y="357"/>
                    <a:pt x="105" y="514"/>
                  </a:cubicBezTo>
                  <a:lnTo>
                    <a:pt x="314" y="1401"/>
                  </a:lnTo>
                  <a:lnTo>
                    <a:pt x="940" y="1270"/>
                  </a:lnTo>
                  <a:lnTo>
                    <a:pt x="731" y="305"/>
                  </a:lnTo>
                  <a:cubicBezTo>
                    <a:pt x="705" y="200"/>
                    <a:pt x="653" y="96"/>
                    <a:pt x="549" y="44"/>
                  </a:cubicBezTo>
                  <a:cubicBezTo>
                    <a:pt x="503" y="13"/>
                    <a:pt x="457" y="1"/>
                    <a:pt x="41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3"/>
            <p:cNvSpPr/>
            <p:nvPr/>
          </p:nvSpPr>
          <p:spPr>
            <a:xfrm rot="5239021">
              <a:off x="4623961" y="3106463"/>
              <a:ext cx="32819" cy="48895"/>
            </a:xfrm>
            <a:custGeom>
              <a:rect b="b" l="l" r="r" t="t"/>
              <a:pathLst>
                <a:path extrusionOk="0" h="1323" w="888">
                  <a:moveTo>
                    <a:pt x="393" y="0"/>
                  </a:moveTo>
                  <a:cubicBezTo>
                    <a:pt x="357" y="0"/>
                    <a:pt x="320" y="7"/>
                    <a:pt x="287" y="17"/>
                  </a:cubicBezTo>
                  <a:cubicBezTo>
                    <a:pt x="0" y="96"/>
                    <a:pt x="53" y="357"/>
                    <a:pt x="79" y="513"/>
                  </a:cubicBezTo>
                  <a:lnTo>
                    <a:pt x="261" y="1322"/>
                  </a:lnTo>
                  <a:lnTo>
                    <a:pt x="888" y="1166"/>
                  </a:lnTo>
                  <a:lnTo>
                    <a:pt x="705" y="330"/>
                  </a:lnTo>
                  <a:cubicBezTo>
                    <a:pt x="679" y="200"/>
                    <a:pt x="627" y="96"/>
                    <a:pt x="522" y="43"/>
                  </a:cubicBezTo>
                  <a:cubicBezTo>
                    <a:pt x="492" y="13"/>
                    <a:pt x="443" y="0"/>
                    <a:pt x="3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3"/>
            <p:cNvSpPr/>
            <p:nvPr/>
          </p:nvSpPr>
          <p:spPr>
            <a:xfrm rot="5239021">
              <a:off x="4507693" y="2686316"/>
              <a:ext cx="32819" cy="54254"/>
            </a:xfrm>
            <a:custGeom>
              <a:rect b="b" l="l" r="r" t="t"/>
              <a:pathLst>
                <a:path extrusionOk="0" h="1468" w="888">
                  <a:moveTo>
                    <a:pt x="379" y="0"/>
                  </a:moveTo>
                  <a:cubicBezTo>
                    <a:pt x="359" y="0"/>
                    <a:pt x="337" y="2"/>
                    <a:pt x="314" y="7"/>
                  </a:cubicBezTo>
                  <a:cubicBezTo>
                    <a:pt x="209" y="7"/>
                    <a:pt x="131" y="59"/>
                    <a:pt x="79" y="137"/>
                  </a:cubicBezTo>
                  <a:cubicBezTo>
                    <a:pt x="27" y="215"/>
                    <a:pt x="0" y="294"/>
                    <a:pt x="27" y="372"/>
                  </a:cubicBezTo>
                  <a:lnTo>
                    <a:pt x="261" y="1468"/>
                  </a:lnTo>
                  <a:lnTo>
                    <a:pt x="888" y="1311"/>
                  </a:lnTo>
                  <a:lnTo>
                    <a:pt x="679" y="372"/>
                  </a:lnTo>
                  <a:cubicBezTo>
                    <a:pt x="655" y="252"/>
                    <a:pt x="609" y="0"/>
                    <a:pt x="3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3"/>
            <p:cNvSpPr/>
            <p:nvPr/>
          </p:nvSpPr>
          <p:spPr>
            <a:xfrm rot="5239021">
              <a:off x="4669455" y="3274251"/>
              <a:ext cx="33780" cy="47935"/>
            </a:xfrm>
            <a:custGeom>
              <a:rect b="b" l="l" r="r" t="t"/>
              <a:pathLst>
                <a:path extrusionOk="0" h="1297" w="914">
                  <a:moveTo>
                    <a:pt x="420" y="0"/>
                  </a:moveTo>
                  <a:cubicBezTo>
                    <a:pt x="383" y="0"/>
                    <a:pt x="346" y="7"/>
                    <a:pt x="313" y="18"/>
                  </a:cubicBezTo>
                  <a:cubicBezTo>
                    <a:pt x="0" y="96"/>
                    <a:pt x="52" y="357"/>
                    <a:pt x="105" y="513"/>
                  </a:cubicBezTo>
                  <a:lnTo>
                    <a:pt x="261" y="1296"/>
                  </a:lnTo>
                  <a:lnTo>
                    <a:pt x="914" y="1166"/>
                  </a:lnTo>
                  <a:lnTo>
                    <a:pt x="731" y="331"/>
                  </a:lnTo>
                  <a:cubicBezTo>
                    <a:pt x="731" y="226"/>
                    <a:pt x="653" y="122"/>
                    <a:pt x="574" y="44"/>
                  </a:cubicBezTo>
                  <a:cubicBezTo>
                    <a:pt x="528" y="13"/>
                    <a:pt x="474" y="0"/>
                    <a:pt x="42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3"/>
            <p:cNvSpPr/>
            <p:nvPr/>
          </p:nvSpPr>
          <p:spPr>
            <a:xfrm rot="5239021">
              <a:off x="4741887" y="3669144"/>
              <a:ext cx="48267" cy="116787"/>
            </a:xfrm>
            <a:custGeom>
              <a:rect b="b" l="l" r="r" t="t"/>
              <a:pathLst>
                <a:path extrusionOk="0" h="3160" w="1306">
                  <a:moveTo>
                    <a:pt x="349" y="1"/>
                  </a:moveTo>
                  <a:cubicBezTo>
                    <a:pt x="338" y="1"/>
                    <a:pt x="326" y="1"/>
                    <a:pt x="314" y="2"/>
                  </a:cubicBezTo>
                  <a:cubicBezTo>
                    <a:pt x="209" y="28"/>
                    <a:pt x="131" y="80"/>
                    <a:pt x="53" y="159"/>
                  </a:cubicBezTo>
                  <a:cubicBezTo>
                    <a:pt x="0" y="211"/>
                    <a:pt x="0" y="289"/>
                    <a:pt x="27" y="368"/>
                  </a:cubicBezTo>
                  <a:lnTo>
                    <a:pt x="575" y="2951"/>
                  </a:lnTo>
                  <a:cubicBezTo>
                    <a:pt x="835" y="3029"/>
                    <a:pt x="1070" y="3082"/>
                    <a:pt x="1305" y="3160"/>
                  </a:cubicBezTo>
                  <a:lnTo>
                    <a:pt x="679" y="368"/>
                  </a:lnTo>
                  <a:cubicBezTo>
                    <a:pt x="654" y="268"/>
                    <a:pt x="605" y="1"/>
                    <a:pt x="34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3"/>
            <p:cNvSpPr/>
            <p:nvPr/>
          </p:nvSpPr>
          <p:spPr>
            <a:xfrm rot="5239021">
              <a:off x="4600491" y="3022888"/>
              <a:ext cx="32819" cy="50263"/>
            </a:xfrm>
            <a:custGeom>
              <a:rect b="b" l="l" r="r" t="t"/>
              <a:pathLst>
                <a:path extrusionOk="0" h="1360" w="888">
                  <a:moveTo>
                    <a:pt x="375" y="0"/>
                  </a:moveTo>
                  <a:cubicBezTo>
                    <a:pt x="363" y="0"/>
                    <a:pt x="352" y="1"/>
                    <a:pt x="339" y="2"/>
                  </a:cubicBezTo>
                  <a:cubicBezTo>
                    <a:pt x="235" y="2"/>
                    <a:pt x="131" y="54"/>
                    <a:pt x="78" y="133"/>
                  </a:cubicBezTo>
                  <a:cubicBezTo>
                    <a:pt x="26" y="211"/>
                    <a:pt x="0" y="289"/>
                    <a:pt x="26" y="367"/>
                  </a:cubicBezTo>
                  <a:lnTo>
                    <a:pt x="235" y="1359"/>
                  </a:lnTo>
                  <a:lnTo>
                    <a:pt x="887" y="1203"/>
                  </a:lnTo>
                  <a:lnTo>
                    <a:pt x="705" y="367"/>
                  </a:lnTo>
                  <a:cubicBezTo>
                    <a:pt x="680" y="243"/>
                    <a:pt x="608" y="0"/>
                    <a:pt x="3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3"/>
            <p:cNvSpPr/>
            <p:nvPr/>
          </p:nvSpPr>
          <p:spPr>
            <a:xfrm rot="5239021">
              <a:off x="4415229" y="2419897"/>
              <a:ext cx="42465" cy="93245"/>
            </a:xfrm>
            <a:custGeom>
              <a:rect b="b" l="l" r="r" t="t"/>
              <a:pathLst>
                <a:path extrusionOk="0" h="2523" w="1149">
                  <a:moveTo>
                    <a:pt x="410" y="0"/>
                  </a:moveTo>
                  <a:cubicBezTo>
                    <a:pt x="378" y="0"/>
                    <a:pt x="346" y="6"/>
                    <a:pt x="313" y="17"/>
                  </a:cubicBezTo>
                  <a:cubicBezTo>
                    <a:pt x="0" y="96"/>
                    <a:pt x="52" y="357"/>
                    <a:pt x="104" y="513"/>
                  </a:cubicBezTo>
                  <a:lnTo>
                    <a:pt x="548" y="2522"/>
                  </a:lnTo>
                  <a:lnTo>
                    <a:pt x="1148" y="2183"/>
                  </a:lnTo>
                  <a:lnTo>
                    <a:pt x="731" y="304"/>
                  </a:lnTo>
                  <a:cubicBezTo>
                    <a:pt x="705" y="200"/>
                    <a:pt x="652" y="96"/>
                    <a:pt x="548" y="43"/>
                  </a:cubicBezTo>
                  <a:cubicBezTo>
                    <a:pt x="502" y="13"/>
                    <a:pt x="456" y="0"/>
                    <a:pt x="41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3"/>
            <p:cNvSpPr/>
            <p:nvPr/>
          </p:nvSpPr>
          <p:spPr>
            <a:xfrm rot="5239021">
              <a:off x="4181833" y="2097202"/>
              <a:ext cx="160139" cy="140847"/>
            </a:xfrm>
            <a:custGeom>
              <a:rect b="b" l="l" r="r" t="t"/>
              <a:pathLst>
                <a:path extrusionOk="0" h="3811" w="4333">
                  <a:moveTo>
                    <a:pt x="3785" y="1"/>
                  </a:moveTo>
                  <a:lnTo>
                    <a:pt x="2532" y="575"/>
                  </a:lnTo>
                  <a:lnTo>
                    <a:pt x="1097" y="1227"/>
                  </a:lnTo>
                  <a:cubicBezTo>
                    <a:pt x="1018" y="1280"/>
                    <a:pt x="940" y="1306"/>
                    <a:pt x="836" y="1332"/>
                  </a:cubicBezTo>
                  <a:cubicBezTo>
                    <a:pt x="470" y="1462"/>
                    <a:pt x="27" y="1645"/>
                    <a:pt x="27" y="2062"/>
                  </a:cubicBezTo>
                  <a:cubicBezTo>
                    <a:pt x="1" y="2402"/>
                    <a:pt x="53" y="2767"/>
                    <a:pt x="131" y="3106"/>
                  </a:cubicBezTo>
                  <a:lnTo>
                    <a:pt x="157" y="3211"/>
                  </a:lnTo>
                  <a:cubicBezTo>
                    <a:pt x="183" y="3419"/>
                    <a:pt x="262" y="3628"/>
                    <a:pt x="314" y="3811"/>
                  </a:cubicBezTo>
                  <a:cubicBezTo>
                    <a:pt x="627" y="3002"/>
                    <a:pt x="1305" y="2349"/>
                    <a:pt x="2141" y="2115"/>
                  </a:cubicBezTo>
                  <a:cubicBezTo>
                    <a:pt x="2506" y="1984"/>
                    <a:pt x="2878" y="1919"/>
                    <a:pt x="3246" y="1919"/>
                  </a:cubicBezTo>
                  <a:cubicBezTo>
                    <a:pt x="3615" y="1919"/>
                    <a:pt x="3980" y="1984"/>
                    <a:pt x="4333" y="2115"/>
                  </a:cubicBezTo>
                  <a:lnTo>
                    <a:pt x="4046" y="758"/>
                  </a:lnTo>
                  <a:cubicBezTo>
                    <a:pt x="4019" y="653"/>
                    <a:pt x="3993" y="523"/>
                    <a:pt x="3941" y="392"/>
                  </a:cubicBezTo>
                  <a:cubicBezTo>
                    <a:pt x="3915" y="262"/>
                    <a:pt x="3889" y="157"/>
                    <a:pt x="3837" y="27"/>
                  </a:cubicBezTo>
                  <a:cubicBezTo>
                    <a:pt x="3837" y="27"/>
                    <a:pt x="3837" y="1"/>
                    <a:pt x="383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3"/>
            <p:cNvSpPr/>
            <p:nvPr/>
          </p:nvSpPr>
          <p:spPr>
            <a:xfrm rot="5239021">
              <a:off x="4481740" y="2600371"/>
              <a:ext cx="34777" cy="58541"/>
            </a:xfrm>
            <a:custGeom>
              <a:rect b="b" l="l" r="r" t="t"/>
              <a:pathLst>
                <a:path extrusionOk="0" h="1584" w="941">
                  <a:moveTo>
                    <a:pt x="395" y="0"/>
                  </a:moveTo>
                  <a:cubicBezTo>
                    <a:pt x="357" y="0"/>
                    <a:pt x="320" y="7"/>
                    <a:pt x="288" y="18"/>
                  </a:cubicBezTo>
                  <a:cubicBezTo>
                    <a:pt x="1" y="96"/>
                    <a:pt x="53" y="331"/>
                    <a:pt x="79" y="513"/>
                  </a:cubicBezTo>
                  <a:lnTo>
                    <a:pt x="314" y="1583"/>
                  </a:lnTo>
                  <a:cubicBezTo>
                    <a:pt x="523" y="1505"/>
                    <a:pt x="732" y="1453"/>
                    <a:pt x="940" y="1375"/>
                  </a:cubicBezTo>
                  <a:lnTo>
                    <a:pt x="705" y="305"/>
                  </a:lnTo>
                  <a:cubicBezTo>
                    <a:pt x="679" y="200"/>
                    <a:pt x="627" y="96"/>
                    <a:pt x="549" y="44"/>
                  </a:cubicBezTo>
                  <a:cubicBezTo>
                    <a:pt x="503" y="13"/>
                    <a:pt x="448" y="0"/>
                    <a:pt x="39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3"/>
            <p:cNvSpPr/>
            <p:nvPr/>
          </p:nvSpPr>
          <p:spPr>
            <a:xfrm rot="5239021">
              <a:off x="4728142" y="3520066"/>
              <a:ext cx="36699" cy="63383"/>
            </a:xfrm>
            <a:custGeom>
              <a:rect b="b" l="l" r="r" t="t"/>
              <a:pathLst>
                <a:path extrusionOk="0" h="1715" w="993">
                  <a:moveTo>
                    <a:pt x="385" y="1"/>
                  </a:moveTo>
                  <a:cubicBezTo>
                    <a:pt x="352" y="1"/>
                    <a:pt x="320" y="7"/>
                    <a:pt x="288" y="18"/>
                  </a:cubicBezTo>
                  <a:cubicBezTo>
                    <a:pt x="0" y="96"/>
                    <a:pt x="53" y="357"/>
                    <a:pt x="79" y="514"/>
                  </a:cubicBezTo>
                  <a:lnTo>
                    <a:pt x="340" y="1714"/>
                  </a:lnTo>
                  <a:cubicBezTo>
                    <a:pt x="575" y="1688"/>
                    <a:pt x="783" y="1688"/>
                    <a:pt x="992" y="1688"/>
                  </a:cubicBezTo>
                  <a:lnTo>
                    <a:pt x="705" y="331"/>
                  </a:lnTo>
                  <a:cubicBezTo>
                    <a:pt x="679" y="201"/>
                    <a:pt x="627" y="96"/>
                    <a:pt x="522" y="44"/>
                  </a:cubicBezTo>
                  <a:cubicBezTo>
                    <a:pt x="477" y="14"/>
                    <a:pt x="431" y="1"/>
                    <a:pt x="38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3"/>
            <p:cNvSpPr/>
            <p:nvPr/>
          </p:nvSpPr>
          <p:spPr>
            <a:xfrm rot="5239021">
              <a:off x="4710176" y="3439363"/>
              <a:ext cx="34741" cy="54698"/>
            </a:xfrm>
            <a:custGeom>
              <a:rect b="b" l="l" r="r" t="t"/>
              <a:pathLst>
                <a:path extrusionOk="0" h="1480" w="940">
                  <a:moveTo>
                    <a:pt x="405" y="1"/>
                  </a:moveTo>
                  <a:cubicBezTo>
                    <a:pt x="369" y="1"/>
                    <a:pt x="330" y="7"/>
                    <a:pt x="287" y="18"/>
                  </a:cubicBezTo>
                  <a:cubicBezTo>
                    <a:pt x="0" y="70"/>
                    <a:pt x="52" y="331"/>
                    <a:pt x="78" y="488"/>
                  </a:cubicBezTo>
                  <a:lnTo>
                    <a:pt x="287" y="1479"/>
                  </a:lnTo>
                  <a:lnTo>
                    <a:pt x="939" y="1375"/>
                  </a:lnTo>
                  <a:lnTo>
                    <a:pt x="705" y="305"/>
                  </a:lnTo>
                  <a:cubicBezTo>
                    <a:pt x="705" y="201"/>
                    <a:pt x="626" y="96"/>
                    <a:pt x="548" y="44"/>
                  </a:cubicBezTo>
                  <a:cubicBezTo>
                    <a:pt x="502" y="13"/>
                    <a:pt x="456" y="1"/>
                    <a:pt x="40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3"/>
            <p:cNvSpPr/>
            <p:nvPr/>
          </p:nvSpPr>
          <p:spPr>
            <a:xfrm rot="5239021">
              <a:off x="4739302" y="3597249"/>
              <a:ext cx="42465" cy="81455"/>
            </a:xfrm>
            <a:custGeom>
              <a:rect b="b" l="l" r="r" t="t"/>
              <a:pathLst>
                <a:path extrusionOk="0" h="2204" w="1149">
                  <a:moveTo>
                    <a:pt x="383" y="0"/>
                  </a:moveTo>
                  <a:cubicBezTo>
                    <a:pt x="360" y="0"/>
                    <a:pt x="337" y="3"/>
                    <a:pt x="314" y="11"/>
                  </a:cubicBezTo>
                  <a:cubicBezTo>
                    <a:pt x="1" y="89"/>
                    <a:pt x="79" y="350"/>
                    <a:pt x="105" y="507"/>
                  </a:cubicBezTo>
                  <a:lnTo>
                    <a:pt x="471" y="2151"/>
                  </a:lnTo>
                  <a:cubicBezTo>
                    <a:pt x="705" y="2151"/>
                    <a:pt x="914" y="2177"/>
                    <a:pt x="1149" y="2203"/>
                  </a:cubicBezTo>
                  <a:lnTo>
                    <a:pt x="731" y="324"/>
                  </a:lnTo>
                  <a:cubicBezTo>
                    <a:pt x="705" y="220"/>
                    <a:pt x="653" y="115"/>
                    <a:pt x="549" y="37"/>
                  </a:cubicBezTo>
                  <a:cubicBezTo>
                    <a:pt x="493" y="19"/>
                    <a:pt x="438" y="0"/>
                    <a:pt x="38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3"/>
            <p:cNvSpPr/>
            <p:nvPr/>
          </p:nvSpPr>
          <p:spPr>
            <a:xfrm rot="5239021">
              <a:off x="4691506" y="3358490"/>
              <a:ext cx="32856" cy="50263"/>
            </a:xfrm>
            <a:custGeom>
              <a:rect b="b" l="l" r="r" t="t"/>
              <a:pathLst>
                <a:path extrusionOk="0" h="1360" w="889">
                  <a:moveTo>
                    <a:pt x="347" y="1"/>
                  </a:moveTo>
                  <a:cubicBezTo>
                    <a:pt x="336" y="1"/>
                    <a:pt x="325" y="2"/>
                    <a:pt x="314" y="3"/>
                  </a:cubicBezTo>
                  <a:cubicBezTo>
                    <a:pt x="210" y="3"/>
                    <a:pt x="105" y="55"/>
                    <a:pt x="53" y="159"/>
                  </a:cubicBezTo>
                  <a:cubicBezTo>
                    <a:pt x="1" y="211"/>
                    <a:pt x="1" y="290"/>
                    <a:pt x="1" y="368"/>
                  </a:cubicBezTo>
                  <a:lnTo>
                    <a:pt x="236" y="1360"/>
                  </a:lnTo>
                  <a:lnTo>
                    <a:pt x="888" y="1255"/>
                  </a:lnTo>
                  <a:lnTo>
                    <a:pt x="679" y="394"/>
                  </a:lnTo>
                  <a:cubicBezTo>
                    <a:pt x="654" y="269"/>
                    <a:pt x="582" y="1"/>
                    <a:pt x="34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3"/>
            <p:cNvSpPr/>
            <p:nvPr/>
          </p:nvSpPr>
          <p:spPr>
            <a:xfrm rot="5239021">
              <a:off x="4452658" y="2512025"/>
              <a:ext cx="36699" cy="69888"/>
            </a:xfrm>
            <a:custGeom>
              <a:rect b="b" l="l" r="r" t="t"/>
              <a:pathLst>
                <a:path extrusionOk="0" h="1891" w="993">
                  <a:moveTo>
                    <a:pt x="361" y="1"/>
                  </a:moveTo>
                  <a:cubicBezTo>
                    <a:pt x="336" y="1"/>
                    <a:pt x="310" y="4"/>
                    <a:pt x="288" y="11"/>
                  </a:cubicBezTo>
                  <a:cubicBezTo>
                    <a:pt x="0" y="90"/>
                    <a:pt x="53" y="351"/>
                    <a:pt x="79" y="507"/>
                  </a:cubicBezTo>
                  <a:lnTo>
                    <a:pt x="392" y="1890"/>
                  </a:lnTo>
                  <a:lnTo>
                    <a:pt x="522" y="1838"/>
                  </a:lnTo>
                  <a:cubicBezTo>
                    <a:pt x="679" y="1760"/>
                    <a:pt x="836" y="1708"/>
                    <a:pt x="992" y="1655"/>
                  </a:cubicBezTo>
                  <a:lnTo>
                    <a:pt x="705" y="325"/>
                  </a:lnTo>
                  <a:cubicBezTo>
                    <a:pt x="679" y="220"/>
                    <a:pt x="627" y="116"/>
                    <a:pt x="522" y="37"/>
                  </a:cubicBezTo>
                  <a:cubicBezTo>
                    <a:pt x="485" y="19"/>
                    <a:pt x="422" y="1"/>
                    <a:pt x="3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3"/>
            <p:cNvSpPr/>
            <p:nvPr/>
          </p:nvSpPr>
          <p:spPr>
            <a:xfrm rot="5239021">
              <a:off x="3734709" y="2667325"/>
              <a:ext cx="1533499" cy="747069"/>
            </a:xfrm>
            <a:custGeom>
              <a:rect b="b" l="l" r="r" t="t"/>
              <a:pathLst>
                <a:path extrusionOk="0" h="20214" w="41493">
                  <a:moveTo>
                    <a:pt x="41232" y="1"/>
                  </a:moveTo>
                  <a:cubicBezTo>
                    <a:pt x="36639" y="1149"/>
                    <a:pt x="31915" y="2193"/>
                    <a:pt x="27375" y="3185"/>
                  </a:cubicBezTo>
                  <a:lnTo>
                    <a:pt x="23982" y="3941"/>
                  </a:lnTo>
                  <a:lnTo>
                    <a:pt x="19990" y="4829"/>
                  </a:lnTo>
                  <a:cubicBezTo>
                    <a:pt x="16519" y="5585"/>
                    <a:pt x="12918" y="6368"/>
                    <a:pt x="9395" y="7177"/>
                  </a:cubicBezTo>
                  <a:lnTo>
                    <a:pt x="8951" y="7282"/>
                  </a:lnTo>
                  <a:cubicBezTo>
                    <a:pt x="7646" y="7569"/>
                    <a:pt x="6289" y="7882"/>
                    <a:pt x="4958" y="8195"/>
                  </a:cubicBezTo>
                  <a:lnTo>
                    <a:pt x="4776" y="8247"/>
                  </a:lnTo>
                  <a:cubicBezTo>
                    <a:pt x="3628" y="8299"/>
                    <a:pt x="2688" y="9108"/>
                    <a:pt x="2427" y="10204"/>
                  </a:cubicBezTo>
                  <a:cubicBezTo>
                    <a:pt x="2375" y="10309"/>
                    <a:pt x="2323" y="10439"/>
                    <a:pt x="2271" y="10544"/>
                  </a:cubicBezTo>
                  <a:cubicBezTo>
                    <a:pt x="2218" y="10674"/>
                    <a:pt x="2140" y="10883"/>
                    <a:pt x="2062" y="11066"/>
                  </a:cubicBezTo>
                  <a:cubicBezTo>
                    <a:pt x="1905" y="11561"/>
                    <a:pt x="1644" y="12005"/>
                    <a:pt x="1331" y="12423"/>
                  </a:cubicBezTo>
                  <a:cubicBezTo>
                    <a:pt x="992" y="12762"/>
                    <a:pt x="548" y="12971"/>
                    <a:pt x="79" y="12997"/>
                  </a:cubicBezTo>
                  <a:lnTo>
                    <a:pt x="26" y="12997"/>
                  </a:lnTo>
                  <a:lnTo>
                    <a:pt x="0" y="13023"/>
                  </a:lnTo>
                  <a:cubicBezTo>
                    <a:pt x="0" y="13023"/>
                    <a:pt x="0" y="13049"/>
                    <a:pt x="0" y="13049"/>
                  </a:cubicBezTo>
                  <a:lnTo>
                    <a:pt x="835" y="16755"/>
                  </a:lnTo>
                  <a:cubicBezTo>
                    <a:pt x="861" y="16859"/>
                    <a:pt x="888" y="16989"/>
                    <a:pt x="914" y="17120"/>
                  </a:cubicBezTo>
                  <a:cubicBezTo>
                    <a:pt x="966" y="17250"/>
                    <a:pt x="992" y="17407"/>
                    <a:pt x="1044" y="17537"/>
                  </a:cubicBezTo>
                  <a:cubicBezTo>
                    <a:pt x="1044" y="17590"/>
                    <a:pt x="1044" y="17642"/>
                    <a:pt x="1070" y="17694"/>
                  </a:cubicBezTo>
                  <a:cubicBezTo>
                    <a:pt x="1070" y="17694"/>
                    <a:pt x="1070" y="17720"/>
                    <a:pt x="1070" y="17720"/>
                  </a:cubicBezTo>
                  <a:lnTo>
                    <a:pt x="1122" y="17720"/>
                  </a:lnTo>
                  <a:cubicBezTo>
                    <a:pt x="1397" y="17659"/>
                    <a:pt x="1648" y="17614"/>
                    <a:pt x="1890" y="17614"/>
                  </a:cubicBezTo>
                  <a:cubicBezTo>
                    <a:pt x="2270" y="17614"/>
                    <a:pt x="2629" y="17725"/>
                    <a:pt x="3027" y="18059"/>
                  </a:cubicBezTo>
                  <a:cubicBezTo>
                    <a:pt x="3262" y="18242"/>
                    <a:pt x="3497" y="18477"/>
                    <a:pt x="3732" y="18712"/>
                  </a:cubicBezTo>
                  <a:cubicBezTo>
                    <a:pt x="4202" y="19155"/>
                    <a:pt x="4697" y="19573"/>
                    <a:pt x="5219" y="19912"/>
                  </a:cubicBezTo>
                  <a:cubicBezTo>
                    <a:pt x="5572" y="20133"/>
                    <a:pt x="5972" y="20213"/>
                    <a:pt x="6390" y="20213"/>
                  </a:cubicBezTo>
                  <a:cubicBezTo>
                    <a:pt x="6962" y="20213"/>
                    <a:pt x="7570" y="20063"/>
                    <a:pt x="8142" y="19912"/>
                  </a:cubicBezTo>
                  <a:cubicBezTo>
                    <a:pt x="8325" y="19886"/>
                    <a:pt x="8507" y="19834"/>
                    <a:pt x="8690" y="19782"/>
                  </a:cubicBezTo>
                  <a:cubicBezTo>
                    <a:pt x="10621" y="19390"/>
                    <a:pt x="12552" y="18973"/>
                    <a:pt x="14483" y="18555"/>
                  </a:cubicBezTo>
                  <a:lnTo>
                    <a:pt x="14483" y="18555"/>
                  </a:lnTo>
                  <a:cubicBezTo>
                    <a:pt x="13674" y="18633"/>
                    <a:pt x="12892" y="18686"/>
                    <a:pt x="12109" y="18764"/>
                  </a:cubicBezTo>
                  <a:cubicBezTo>
                    <a:pt x="10804" y="18868"/>
                    <a:pt x="9525" y="18973"/>
                    <a:pt x="8247" y="18999"/>
                  </a:cubicBezTo>
                  <a:cubicBezTo>
                    <a:pt x="7072" y="18999"/>
                    <a:pt x="6185" y="18894"/>
                    <a:pt x="5193" y="18242"/>
                  </a:cubicBezTo>
                  <a:cubicBezTo>
                    <a:pt x="3836" y="17381"/>
                    <a:pt x="2845" y="16076"/>
                    <a:pt x="2401" y="14562"/>
                  </a:cubicBezTo>
                  <a:cubicBezTo>
                    <a:pt x="2218" y="13884"/>
                    <a:pt x="2244" y="13153"/>
                    <a:pt x="2532" y="12501"/>
                  </a:cubicBezTo>
                  <a:cubicBezTo>
                    <a:pt x="2793" y="11692"/>
                    <a:pt x="3132" y="10909"/>
                    <a:pt x="3549" y="10178"/>
                  </a:cubicBezTo>
                  <a:cubicBezTo>
                    <a:pt x="4489" y="8691"/>
                    <a:pt x="6655" y="8560"/>
                    <a:pt x="8220" y="8143"/>
                  </a:cubicBezTo>
                  <a:cubicBezTo>
                    <a:pt x="8586" y="8065"/>
                    <a:pt x="8951" y="7986"/>
                    <a:pt x="9316" y="7908"/>
                  </a:cubicBezTo>
                  <a:cubicBezTo>
                    <a:pt x="17276" y="6133"/>
                    <a:pt x="25287" y="4489"/>
                    <a:pt x="33246" y="2793"/>
                  </a:cubicBezTo>
                  <a:lnTo>
                    <a:pt x="38022" y="1775"/>
                  </a:lnTo>
                  <a:lnTo>
                    <a:pt x="39405" y="1462"/>
                  </a:lnTo>
                  <a:cubicBezTo>
                    <a:pt x="40083" y="1280"/>
                    <a:pt x="40788" y="1123"/>
                    <a:pt x="41493" y="1019"/>
                  </a:cubicBezTo>
                  <a:lnTo>
                    <a:pt x="41284" y="27"/>
                  </a:lnTo>
                  <a:cubicBezTo>
                    <a:pt x="41284" y="27"/>
                    <a:pt x="41258" y="27"/>
                    <a:pt x="41258"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3"/>
            <p:cNvSpPr/>
            <p:nvPr/>
          </p:nvSpPr>
          <p:spPr>
            <a:xfrm rot="5239021">
              <a:off x="4505299" y="4091237"/>
              <a:ext cx="411860" cy="109026"/>
            </a:xfrm>
            <a:custGeom>
              <a:rect b="b" l="l" r="r" t="t"/>
              <a:pathLst>
                <a:path extrusionOk="0" h="2950" w="11144">
                  <a:moveTo>
                    <a:pt x="10987" y="1"/>
                  </a:moveTo>
                  <a:lnTo>
                    <a:pt x="27" y="2428"/>
                  </a:lnTo>
                  <a:cubicBezTo>
                    <a:pt x="1" y="2428"/>
                    <a:pt x="1" y="2454"/>
                    <a:pt x="1" y="2480"/>
                  </a:cubicBezTo>
                  <a:lnTo>
                    <a:pt x="105" y="2950"/>
                  </a:lnTo>
                  <a:cubicBezTo>
                    <a:pt x="2193" y="2506"/>
                    <a:pt x="4280" y="2036"/>
                    <a:pt x="6368" y="1567"/>
                  </a:cubicBezTo>
                  <a:cubicBezTo>
                    <a:pt x="7934" y="1201"/>
                    <a:pt x="9578" y="914"/>
                    <a:pt x="11144" y="497"/>
                  </a:cubicBezTo>
                  <a:lnTo>
                    <a:pt x="11039" y="27"/>
                  </a:lnTo>
                  <a:cubicBezTo>
                    <a:pt x="11039" y="1"/>
                    <a:pt x="11013" y="1"/>
                    <a:pt x="10987" y="1"/>
                  </a:cubicBezTo>
                  <a:close/>
                </a:path>
              </a:pathLst>
            </a:custGeom>
            <a:solidFill>
              <a:srgbClr val="E8E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3"/>
            <p:cNvSpPr/>
            <p:nvPr/>
          </p:nvSpPr>
          <p:spPr>
            <a:xfrm rot="5239021">
              <a:off x="2982272" y="2448726"/>
              <a:ext cx="3134483" cy="924837"/>
            </a:xfrm>
            <a:custGeom>
              <a:rect b="b" l="l" r="r" t="t"/>
              <a:pathLst>
                <a:path extrusionOk="0" h="25024" w="84812">
                  <a:moveTo>
                    <a:pt x="80375" y="3658"/>
                  </a:moveTo>
                  <a:cubicBezTo>
                    <a:pt x="80714" y="5093"/>
                    <a:pt x="81028" y="6555"/>
                    <a:pt x="81367" y="8016"/>
                  </a:cubicBezTo>
                  <a:lnTo>
                    <a:pt x="70407" y="10443"/>
                  </a:lnTo>
                  <a:lnTo>
                    <a:pt x="69545" y="6529"/>
                  </a:lnTo>
                  <a:lnTo>
                    <a:pt x="69441" y="6085"/>
                  </a:lnTo>
                  <a:lnTo>
                    <a:pt x="80375" y="3658"/>
                  </a:lnTo>
                  <a:close/>
                  <a:moveTo>
                    <a:pt x="81419" y="8277"/>
                  </a:moveTo>
                  <a:lnTo>
                    <a:pt x="81576" y="9060"/>
                  </a:lnTo>
                  <a:lnTo>
                    <a:pt x="70615" y="11487"/>
                  </a:lnTo>
                  <a:lnTo>
                    <a:pt x="70433" y="10704"/>
                  </a:lnTo>
                  <a:lnTo>
                    <a:pt x="81419" y="8277"/>
                  </a:lnTo>
                  <a:close/>
                  <a:moveTo>
                    <a:pt x="81628" y="9321"/>
                  </a:moveTo>
                  <a:cubicBezTo>
                    <a:pt x="81706" y="9660"/>
                    <a:pt x="81784" y="9973"/>
                    <a:pt x="81863" y="10313"/>
                  </a:cubicBezTo>
                  <a:lnTo>
                    <a:pt x="70902" y="12740"/>
                  </a:lnTo>
                  <a:cubicBezTo>
                    <a:pt x="70824" y="12400"/>
                    <a:pt x="70746" y="12087"/>
                    <a:pt x="70668" y="11748"/>
                  </a:cubicBezTo>
                  <a:lnTo>
                    <a:pt x="81628" y="9321"/>
                  </a:lnTo>
                  <a:close/>
                  <a:moveTo>
                    <a:pt x="81048" y="301"/>
                  </a:moveTo>
                  <a:cubicBezTo>
                    <a:pt x="81408" y="301"/>
                    <a:pt x="81773" y="463"/>
                    <a:pt x="81941" y="788"/>
                  </a:cubicBezTo>
                  <a:cubicBezTo>
                    <a:pt x="82228" y="1310"/>
                    <a:pt x="82280" y="2119"/>
                    <a:pt x="82411" y="2693"/>
                  </a:cubicBezTo>
                  <a:cubicBezTo>
                    <a:pt x="82541" y="3345"/>
                    <a:pt x="82698" y="3997"/>
                    <a:pt x="82828" y="4650"/>
                  </a:cubicBezTo>
                  <a:cubicBezTo>
                    <a:pt x="83115" y="5981"/>
                    <a:pt x="83428" y="7286"/>
                    <a:pt x="83715" y="8590"/>
                  </a:cubicBezTo>
                  <a:cubicBezTo>
                    <a:pt x="83846" y="9243"/>
                    <a:pt x="84003" y="9895"/>
                    <a:pt x="84133" y="10547"/>
                  </a:cubicBezTo>
                  <a:cubicBezTo>
                    <a:pt x="84263" y="11122"/>
                    <a:pt x="84524" y="11774"/>
                    <a:pt x="84498" y="12348"/>
                  </a:cubicBezTo>
                  <a:cubicBezTo>
                    <a:pt x="84458" y="12874"/>
                    <a:pt x="84020" y="13129"/>
                    <a:pt x="83573" y="13129"/>
                  </a:cubicBezTo>
                  <a:cubicBezTo>
                    <a:pt x="83157" y="13129"/>
                    <a:pt x="82733" y="12907"/>
                    <a:pt x="82619" y="12479"/>
                  </a:cubicBezTo>
                  <a:lnTo>
                    <a:pt x="80949" y="4963"/>
                  </a:lnTo>
                  <a:cubicBezTo>
                    <a:pt x="80819" y="4311"/>
                    <a:pt x="80662" y="3684"/>
                    <a:pt x="80532" y="3032"/>
                  </a:cubicBezTo>
                  <a:cubicBezTo>
                    <a:pt x="80349" y="2406"/>
                    <a:pt x="80193" y="1779"/>
                    <a:pt x="80114" y="1153"/>
                  </a:cubicBezTo>
                  <a:cubicBezTo>
                    <a:pt x="80099" y="587"/>
                    <a:pt x="80569" y="301"/>
                    <a:pt x="81048" y="301"/>
                  </a:cubicBezTo>
                  <a:close/>
                  <a:moveTo>
                    <a:pt x="67325" y="1378"/>
                  </a:moveTo>
                  <a:cubicBezTo>
                    <a:pt x="67533" y="1378"/>
                    <a:pt x="67738" y="1425"/>
                    <a:pt x="67901" y="1518"/>
                  </a:cubicBezTo>
                  <a:cubicBezTo>
                    <a:pt x="68423" y="1805"/>
                    <a:pt x="68423" y="2745"/>
                    <a:pt x="68554" y="3267"/>
                  </a:cubicBezTo>
                  <a:cubicBezTo>
                    <a:pt x="68710" y="3997"/>
                    <a:pt x="68867" y="4728"/>
                    <a:pt x="69024" y="5459"/>
                  </a:cubicBezTo>
                  <a:lnTo>
                    <a:pt x="70093" y="10234"/>
                  </a:lnTo>
                  <a:lnTo>
                    <a:pt x="71111" y="14827"/>
                  </a:lnTo>
                  <a:cubicBezTo>
                    <a:pt x="71242" y="15427"/>
                    <a:pt x="71372" y="16054"/>
                    <a:pt x="71503" y="16654"/>
                  </a:cubicBezTo>
                  <a:cubicBezTo>
                    <a:pt x="71725" y="17347"/>
                    <a:pt x="71220" y="18017"/>
                    <a:pt x="70521" y="18017"/>
                  </a:cubicBezTo>
                  <a:cubicBezTo>
                    <a:pt x="70484" y="18017"/>
                    <a:pt x="70445" y="18015"/>
                    <a:pt x="70407" y="18011"/>
                  </a:cubicBezTo>
                  <a:cubicBezTo>
                    <a:pt x="69989" y="17985"/>
                    <a:pt x="69650" y="17698"/>
                    <a:pt x="69572" y="17280"/>
                  </a:cubicBezTo>
                  <a:cubicBezTo>
                    <a:pt x="68919" y="14331"/>
                    <a:pt x="68267" y="11409"/>
                    <a:pt x="67614" y="8460"/>
                  </a:cubicBezTo>
                  <a:cubicBezTo>
                    <a:pt x="67301" y="6946"/>
                    <a:pt x="66962" y="5459"/>
                    <a:pt x="66649" y="3971"/>
                  </a:cubicBezTo>
                  <a:cubicBezTo>
                    <a:pt x="66518" y="3397"/>
                    <a:pt x="66257" y="2745"/>
                    <a:pt x="66283" y="2171"/>
                  </a:cubicBezTo>
                  <a:cubicBezTo>
                    <a:pt x="66320" y="1639"/>
                    <a:pt x="66833" y="1378"/>
                    <a:pt x="67325" y="1378"/>
                  </a:cubicBezTo>
                  <a:close/>
                  <a:moveTo>
                    <a:pt x="19546" y="19785"/>
                  </a:moveTo>
                  <a:cubicBezTo>
                    <a:pt x="19572" y="20020"/>
                    <a:pt x="19624" y="20229"/>
                    <a:pt x="19650" y="20438"/>
                  </a:cubicBezTo>
                  <a:cubicBezTo>
                    <a:pt x="19702" y="20751"/>
                    <a:pt x="19781" y="21064"/>
                    <a:pt x="19885" y="21377"/>
                  </a:cubicBezTo>
                  <a:lnTo>
                    <a:pt x="18711" y="21508"/>
                  </a:lnTo>
                  <a:cubicBezTo>
                    <a:pt x="18580" y="21522"/>
                    <a:pt x="18409" y="21561"/>
                    <a:pt x="18251" y="21561"/>
                  </a:cubicBezTo>
                  <a:cubicBezTo>
                    <a:pt x="18126" y="21561"/>
                    <a:pt x="18009" y="21537"/>
                    <a:pt x="17928" y="21456"/>
                  </a:cubicBezTo>
                  <a:cubicBezTo>
                    <a:pt x="17824" y="21351"/>
                    <a:pt x="17745" y="21195"/>
                    <a:pt x="17745" y="21012"/>
                  </a:cubicBezTo>
                  <a:cubicBezTo>
                    <a:pt x="17693" y="20855"/>
                    <a:pt x="17693" y="20673"/>
                    <a:pt x="17745" y="20516"/>
                  </a:cubicBezTo>
                  <a:cubicBezTo>
                    <a:pt x="17797" y="20307"/>
                    <a:pt x="18163" y="20255"/>
                    <a:pt x="18345" y="20203"/>
                  </a:cubicBezTo>
                  <a:lnTo>
                    <a:pt x="19546" y="19785"/>
                  </a:lnTo>
                  <a:close/>
                  <a:moveTo>
                    <a:pt x="23591" y="17489"/>
                  </a:moveTo>
                  <a:cubicBezTo>
                    <a:pt x="23643" y="17724"/>
                    <a:pt x="23721" y="17985"/>
                    <a:pt x="23773" y="18220"/>
                  </a:cubicBezTo>
                  <a:cubicBezTo>
                    <a:pt x="23852" y="18611"/>
                    <a:pt x="23956" y="19003"/>
                    <a:pt x="24034" y="19394"/>
                  </a:cubicBezTo>
                  <a:cubicBezTo>
                    <a:pt x="24217" y="20177"/>
                    <a:pt x="24374" y="20960"/>
                    <a:pt x="24556" y="21743"/>
                  </a:cubicBezTo>
                  <a:cubicBezTo>
                    <a:pt x="23591" y="21743"/>
                    <a:pt x="22625" y="21769"/>
                    <a:pt x="21660" y="21769"/>
                  </a:cubicBezTo>
                  <a:lnTo>
                    <a:pt x="21634" y="21795"/>
                  </a:lnTo>
                  <a:cubicBezTo>
                    <a:pt x="21433" y="21795"/>
                    <a:pt x="21185" y="21832"/>
                    <a:pt x="20949" y="21832"/>
                  </a:cubicBezTo>
                  <a:cubicBezTo>
                    <a:pt x="20662" y="21832"/>
                    <a:pt x="20394" y="21777"/>
                    <a:pt x="20250" y="21534"/>
                  </a:cubicBezTo>
                  <a:cubicBezTo>
                    <a:pt x="20094" y="21221"/>
                    <a:pt x="19989" y="20881"/>
                    <a:pt x="19937" y="20516"/>
                  </a:cubicBezTo>
                  <a:cubicBezTo>
                    <a:pt x="19859" y="20177"/>
                    <a:pt x="19833" y="19838"/>
                    <a:pt x="19833" y="19472"/>
                  </a:cubicBezTo>
                  <a:cubicBezTo>
                    <a:pt x="19833" y="19003"/>
                    <a:pt x="20511" y="18872"/>
                    <a:pt x="20877" y="18689"/>
                  </a:cubicBezTo>
                  <a:cubicBezTo>
                    <a:pt x="21790" y="18272"/>
                    <a:pt x="22677" y="17880"/>
                    <a:pt x="23591" y="17489"/>
                  </a:cubicBezTo>
                  <a:close/>
                  <a:moveTo>
                    <a:pt x="24338" y="16454"/>
                  </a:moveTo>
                  <a:cubicBezTo>
                    <a:pt x="24570" y="16454"/>
                    <a:pt x="24802" y="16609"/>
                    <a:pt x="24869" y="16863"/>
                  </a:cubicBezTo>
                  <a:cubicBezTo>
                    <a:pt x="25183" y="17828"/>
                    <a:pt x="25313" y="18846"/>
                    <a:pt x="25522" y="19838"/>
                  </a:cubicBezTo>
                  <a:lnTo>
                    <a:pt x="25861" y="21299"/>
                  </a:lnTo>
                  <a:cubicBezTo>
                    <a:pt x="25913" y="21638"/>
                    <a:pt x="26070" y="21977"/>
                    <a:pt x="25783" y="22265"/>
                  </a:cubicBezTo>
                  <a:cubicBezTo>
                    <a:pt x="25677" y="22371"/>
                    <a:pt x="25542" y="22420"/>
                    <a:pt x="25410" y="22420"/>
                  </a:cubicBezTo>
                  <a:cubicBezTo>
                    <a:pt x="25183" y="22420"/>
                    <a:pt x="24961" y="22277"/>
                    <a:pt x="24895" y="22030"/>
                  </a:cubicBezTo>
                  <a:lnTo>
                    <a:pt x="24243" y="19029"/>
                  </a:lnTo>
                  <a:cubicBezTo>
                    <a:pt x="24113" y="18533"/>
                    <a:pt x="24008" y="18037"/>
                    <a:pt x="23904" y="17541"/>
                  </a:cubicBezTo>
                  <a:cubicBezTo>
                    <a:pt x="23904" y="17463"/>
                    <a:pt x="23878" y="17385"/>
                    <a:pt x="23852" y="17306"/>
                  </a:cubicBezTo>
                  <a:cubicBezTo>
                    <a:pt x="23852" y="17280"/>
                    <a:pt x="23852" y="17254"/>
                    <a:pt x="23852" y="17254"/>
                  </a:cubicBezTo>
                  <a:cubicBezTo>
                    <a:pt x="23747" y="17019"/>
                    <a:pt x="23799" y="16758"/>
                    <a:pt x="23982" y="16602"/>
                  </a:cubicBezTo>
                  <a:cubicBezTo>
                    <a:pt x="24083" y="16500"/>
                    <a:pt x="24211" y="16454"/>
                    <a:pt x="24338" y="16454"/>
                  </a:cubicBezTo>
                  <a:close/>
                  <a:moveTo>
                    <a:pt x="66336" y="3919"/>
                  </a:moveTo>
                  <a:cubicBezTo>
                    <a:pt x="66597" y="5120"/>
                    <a:pt x="66884" y="6320"/>
                    <a:pt x="67145" y="7546"/>
                  </a:cubicBezTo>
                  <a:lnTo>
                    <a:pt x="69024" y="16002"/>
                  </a:lnTo>
                  <a:cubicBezTo>
                    <a:pt x="59681" y="17828"/>
                    <a:pt x="50417" y="20020"/>
                    <a:pt x="41127" y="22056"/>
                  </a:cubicBezTo>
                  <a:lnTo>
                    <a:pt x="41127" y="22082"/>
                  </a:lnTo>
                  <a:cubicBezTo>
                    <a:pt x="38674" y="22604"/>
                    <a:pt x="36221" y="23152"/>
                    <a:pt x="33794" y="23674"/>
                  </a:cubicBezTo>
                  <a:cubicBezTo>
                    <a:pt x="33100" y="23809"/>
                    <a:pt x="32274" y="24076"/>
                    <a:pt x="31509" y="24076"/>
                  </a:cubicBezTo>
                  <a:cubicBezTo>
                    <a:pt x="31094" y="24076"/>
                    <a:pt x="30698" y="23998"/>
                    <a:pt x="30350" y="23778"/>
                  </a:cubicBezTo>
                  <a:cubicBezTo>
                    <a:pt x="29541" y="23308"/>
                    <a:pt x="28862" y="22526"/>
                    <a:pt x="28157" y="21925"/>
                  </a:cubicBezTo>
                  <a:cubicBezTo>
                    <a:pt x="27759" y="21591"/>
                    <a:pt x="27400" y="21480"/>
                    <a:pt x="27008" y="21480"/>
                  </a:cubicBezTo>
                  <a:cubicBezTo>
                    <a:pt x="26758" y="21480"/>
                    <a:pt x="26495" y="21525"/>
                    <a:pt x="26200" y="21586"/>
                  </a:cubicBezTo>
                  <a:cubicBezTo>
                    <a:pt x="26148" y="21247"/>
                    <a:pt x="26018" y="20934"/>
                    <a:pt x="25939" y="20647"/>
                  </a:cubicBezTo>
                  <a:lnTo>
                    <a:pt x="25704" y="19498"/>
                  </a:lnTo>
                  <a:cubicBezTo>
                    <a:pt x="25522" y="18637"/>
                    <a:pt x="25313" y="17802"/>
                    <a:pt x="25130" y="16941"/>
                  </a:cubicBezTo>
                  <a:cubicBezTo>
                    <a:pt x="25626" y="16837"/>
                    <a:pt x="26122" y="16732"/>
                    <a:pt x="26461" y="16341"/>
                  </a:cubicBezTo>
                  <a:cubicBezTo>
                    <a:pt x="26905" y="15845"/>
                    <a:pt x="27140" y="15036"/>
                    <a:pt x="27401" y="14462"/>
                  </a:cubicBezTo>
                  <a:cubicBezTo>
                    <a:pt x="27662" y="13862"/>
                    <a:pt x="27844" y="13209"/>
                    <a:pt x="28340" y="12792"/>
                  </a:cubicBezTo>
                  <a:cubicBezTo>
                    <a:pt x="28810" y="12374"/>
                    <a:pt x="29462" y="12244"/>
                    <a:pt x="30062" y="12113"/>
                  </a:cubicBezTo>
                  <a:cubicBezTo>
                    <a:pt x="31524" y="11748"/>
                    <a:pt x="33011" y="11409"/>
                    <a:pt x="34499" y="11096"/>
                  </a:cubicBezTo>
                  <a:cubicBezTo>
                    <a:pt x="39353" y="9999"/>
                    <a:pt x="44232" y="8930"/>
                    <a:pt x="49086" y="7834"/>
                  </a:cubicBezTo>
                  <a:cubicBezTo>
                    <a:pt x="54853" y="6555"/>
                    <a:pt x="60621" y="5302"/>
                    <a:pt x="66336" y="3919"/>
                  </a:cubicBezTo>
                  <a:close/>
                  <a:moveTo>
                    <a:pt x="17458" y="20934"/>
                  </a:moveTo>
                  <a:lnTo>
                    <a:pt x="17458" y="20986"/>
                  </a:lnTo>
                  <a:cubicBezTo>
                    <a:pt x="17484" y="21064"/>
                    <a:pt x="17484" y="21142"/>
                    <a:pt x="17510" y="21195"/>
                  </a:cubicBezTo>
                  <a:lnTo>
                    <a:pt x="1670" y="24718"/>
                  </a:lnTo>
                  <a:cubicBezTo>
                    <a:pt x="1517" y="24750"/>
                    <a:pt x="1364" y="24765"/>
                    <a:pt x="1213" y="24765"/>
                  </a:cubicBezTo>
                  <a:cubicBezTo>
                    <a:pt x="1003" y="24765"/>
                    <a:pt x="797" y="24737"/>
                    <a:pt x="600" y="24691"/>
                  </a:cubicBezTo>
                  <a:lnTo>
                    <a:pt x="17458" y="20934"/>
                  </a:lnTo>
                  <a:close/>
                  <a:moveTo>
                    <a:pt x="81084" y="1"/>
                  </a:moveTo>
                  <a:cubicBezTo>
                    <a:pt x="80962" y="1"/>
                    <a:pt x="80838" y="19"/>
                    <a:pt x="80714" y="57"/>
                  </a:cubicBezTo>
                  <a:cubicBezTo>
                    <a:pt x="79801" y="292"/>
                    <a:pt x="79827" y="1153"/>
                    <a:pt x="79984" y="1884"/>
                  </a:cubicBezTo>
                  <a:lnTo>
                    <a:pt x="80323" y="3397"/>
                  </a:lnTo>
                  <a:lnTo>
                    <a:pt x="69363" y="5824"/>
                  </a:lnTo>
                  <a:lnTo>
                    <a:pt x="68580" y="2327"/>
                  </a:lnTo>
                  <a:cubicBezTo>
                    <a:pt x="68430" y="1619"/>
                    <a:pt x="67997" y="1104"/>
                    <a:pt x="67324" y="1104"/>
                  </a:cubicBezTo>
                  <a:cubicBezTo>
                    <a:pt x="67180" y="1104"/>
                    <a:pt x="67024" y="1128"/>
                    <a:pt x="66858" y="1179"/>
                  </a:cubicBezTo>
                  <a:cubicBezTo>
                    <a:pt x="65840" y="1466"/>
                    <a:pt x="66023" y="2458"/>
                    <a:pt x="66205" y="3267"/>
                  </a:cubicBezTo>
                  <a:lnTo>
                    <a:pt x="66310" y="3658"/>
                  </a:lnTo>
                  <a:cubicBezTo>
                    <a:pt x="57072" y="5955"/>
                    <a:pt x="47729" y="7860"/>
                    <a:pt x="38439" y="9947"/>
                  </a:cubicBezTo>
                  <a:cubicBezTo>
                    <a:pt x="36012" y="10469"/>
                    <a:pt x="33559" y="11017"/>
                    <a:pt x="31132" y="11591"/>
                  </a:cubicBezTo>
                  <a:cubicBezTo>
                    <a:pt x="30141" y="11826"/>
                    <a:pt x="28993" y="11957"/>
                    <a:pt x="28184" y="12609"/>
                  </a:cubicBezTo>
                  <a:cubicBezTo>
                    <a:pt x="27662" y="13001"/>
                    <a:pt x="27427" y="13783"/>
                    <a:pt x="27166" y="14357"/>
                  </a:cubicBezTo>
                  <a:cubicBezTo>
                    <a:pt x="26957" y="14879"/>
                    <a:pt x="26722" y="15375"/>
                    <a:pt x="26487" y="15871"/>
                  </a:cubicBezTo>
                  <a:cubicBezTo>
                    <a:pt x="26174" y="16445"/>
                    <a:pt x="25652" y="16550"/>
                    <a:pt x="25078" y="16680"/>
                  </a:cubicBezTo>
                  <a:cubicBezTo>
                    <a:pt x="24957" y="16360"/>
                    <a:pt x="24667" y="16212"/>
                    <a:pt x="24371" y="16212"/>
                  </a:cubicBezTo>
                  <a:cubicBezTo>
                    <a:pt x="23968" y="16212"/>
                    <a:pt x="23554" y="16486"/>
                    <a:pt x="23539" y="16967"/>
                  </a:cubicBezTo>
                  <a:cubicBezTo>
                    <a:pt x="23539" y="17045"/>
                    <a:pt x="23539" y="17124"/>
                    <a:pt x="23539" y="17228"/>
                  </a:cubicBezTo>
                  <a:cubicBezTo>
                    <a:pt x="22364" y="17750"/>
                    <a:pt x="21164" y="18272"/>
                    <a:pt x="19989" y="18820"/>
                  </a:cubicBezTo>
                  <a:cubicBezTo>
                    <a:pt x="19729" y="18950"/>
                    <a:pt x="19546" y="19211"/>
                    <a:pt x="19546" y="19524"/>
                  </a:cubicBezTo>
                  <a:cubicBezTo>
                    <a:pt x="18920" y="19681"/>
                    <a:pt x="18319" y="19890"/>
                    <a:pt x="17719" y="20125"/>
                  </a:cubicBezTo>
                  <a:cubicBezTo>
                    <a:pt x="17536" y="20255"/>
                    <a:pt x="17432" y="20464"/>
                    <a:pt x="17458" y="20673"/>
                  </a:cubicBezTo>
                  <a:lnTo>
                    <a:pt x="131" y="24509"/>
                  </a:lnTo>
                  <a:cubicBezTo>
                    <a:pt x="26" y="24535"/>
                    <a:pt x="0" y="24691"/>
                    <a:pt x="104" y="24744"/>
                  </a:cubicBezTo>
                  <a:cubicBezTo>
                    <a:pt x="459" y="24930"/>
                    <a:pt x="853" y="25023"/>
                    <a:pt x="1249" y="25023"/>
                  </a:cubicBezTo>
                  <a:cubicBezTo>
                    <a:pt x="1407" y="25023"/>
                    <a:pt x="1566" y="25008"/>
                    <a:pt x="1722" y="24979"/>
                  </a:cubicBezTo>
                  <a:lnTo>
                    <a:pt x="17615" y="21456"/>
                  </a:lnTo>
                  <a:cubicBezTo>
                    <a:pt x="17667" y="21638"/>
                    <a:pt x="17850" y="21769"/>
                    <a:pt x="18032" y="21821"/>
                  </a:cubicBezTo>
                  <a:cubicBezTo>
                    <a:pt x="18345" y="21821"/>
                    <a:pt x="18685" y="21795"/>
                    <a:pt x="18998" y="21717"/>
                  </a:cubicBezTo>
                  <a:cubicBezTo>
                    <a:pt x="19337" y="21690"/>
                    <a:pt x="19650" y="21664"/>
                    <a:pt x="19989" y="21612"/>
                  </a:cubicBezTo>
                  <a:cubicBezTo>
                    <a:pt x="20068" y="21821"/>
                    <a:pt x="20250" y="21977"/>
                    <a:pt x="20459" y="22056"/>
                  </a:cubicBezTo>
                  <a:cubicBezTo>
                    <a:pt x="20798" y="22082"/>
                    <a:pt x="21144" y="22095"/>
                    <a:pt x="21493" y="22095"/>
                  </a:cubicBezTo>
                  <a:cubicBezTo>
                    <a:pt x="21842" y="22095"/>
                    <a:pt x="22195" y="22082"/>
                    <a:pt x="22547" y="22056"/>
                  </a:cubicBezTo>
                  <a:cubicBezTo>
                    <a:pt x="23225" y="22056"/>
                    <a:pt x="23930" y="22030"/>
                    <a:pt x="24635" y="22030"/>
                  </a:cubicBezTo>
                  <a:cubicBezTo>
                    <a:pt x="24635" y="22056"/>
                    <a:pt x="24635" y="22082"/>
                    <a:pt x="24635" y="22108"/>
                  </a:cubicBezTo>
                  <a:cubicBezTo>
                    <a:pt x="24750" y="22488"/>
                    <a:pt x="25064" y="22665"/>
                    <a:pt x="25381" y="22665"/>
                  </a:cubicBezTo>
                  <a:cubicBezTo>
                    <a:pt x="25781" y="22665"/>
                    <a:pt x="26186" y="22383"/>
                    <a:pt x="26200" y="21873"/>
                  </a:cubicBezTo>
                  <a:lnTo>
                    <a:pt x="26200" y="21847"/>
                  </a:lnTo>
                  <a:cubicBezTo>
                    <a:pt x="26513" y="21769"/>
                    <a:pt x="26827" y="21717"/>
                    <a:pt x="27140" y="21717"/>
                  </a:cubicBezTo>
                  <a:cubicBezTo>
                    <a:pt x="27609" y="21717"/>
                    <a:pt x="28001" y="22134"/>
                    <a:pt x="28314" y="22421"/>
                  </a:cubicBezTo>
                  <a:cubicBezTo>
                    <a:pt x="28888" y="22891"/>
                    <a:pt x="29436" y="23387"/>
                    <a:pt x="30010" y="23882"/>
                  </a:cubicBezTo>
                  <a:cubicBezTo>
                    <a:pt x="30421" y="24211"/>
                    <a:pt x="30889" y="24317"/>
                    <a:pt x="31378" y="24317"/>
                  </a:cubicBezTo>
                  <a:cubicBezTo>
                    <a:pt x="31820" y="24317"/>
                    <a:pt x="32278" y="24230"/>
                    <a:pt x="32724" y="24143"/>
                  </a:cubicBezTo>
                  <a:cubicBezTo>
                    <a:pt x="34212" y="23856"/>
                    <a:pt x="35699" y="23517"/>
                    <a:pt x="37187" y="23204"/>
                  </a:cubicBezTo>
                  <a:cubicBezTo>
                    <a:pt x="42040" y="22134"/>
                    <a:pt x="46920" y="21064"/>
                    <a:pt x="51774" y="19968"/>
                  </a:cubicBezTo>
                  <a:cubicBezTo>
                    <a:pt x="57541" y="18716"/>
                    <a:pt x="63282" y="17385"/>
                    <a:pt x="69076" y="16262"/>
                  </a:cubicBezTo>
                  <a:lnTo>
                    <a:pt x="69311" y="17359"/>
                  </a:lnTo>
                  <a:cubicBezTo>
                    <a:pt x="69479" y="17956"/>
                    <a:pt x="69927" y="18260"/>
                    <a:pt x="70456" y="18260"/>
                  </a:cubicBezTo>
                  <a:cubicBezTo>
                    <a:pt x="70666" y="18260"/>
                    <a:pt x="70889" y="18212"/>
                    <a:pt x="71111" y="18115"/>
                  </a:cubicBezTo>
                  <a:cubicBezTo>
                    <a:pt x="72129" y="17698"/>
                    <a:pt x="71737" y="16550"/>
                    <a:pt x="71555" y="15741"/>
                  </a:cubicBezTo>
                  <a:cubicBezTo>
                    <a:pt x="71346" y="14827"/>
                    <a:pt x="71163" y="13914"/>
                    <a:pt x="70955" y="13001"/>
                  </a:cubicBezTo>
                  <a:lnTo>
                    <a:pt x="81915" y="10547"/>
                  </a:lnTo>
                  <a:lnTo>
                    <a:pt x="82358" y="12531"/>
                  </a:lnTo>
                  <a:cubicBezTo>
                    <a:pt x="82491" y="13082"/>
                    <a:pt x="82958" y="13428"/>
                    <a:pt x="83493" y="13428"/>
                  </a:cubicBezTo>
                  <a:cubicBezTo>
                    <a:pt x="83592" y="13428"/>
                    <a:pt x="83692" y="13416"/>
                    <a:pt x="83794" y="13392"/>
                  </a:cubicBezTo>
                  <a:cubicBezTo>
                    <a:pt x="84629" y="13209"/>
                    <a:pt x="84811" y="12452"/>
                    <a:pt x="84655" y="11722"/>
                  </a:cubicBezTo>
                  <a:lnTo>
                    <a:pt x="82280" y="944"/>
                  </a:lnTo>
                  <a:cubicBezTo>
                    <a:pt x="82131" y="368"/>
                    <a:pt x="81632" y="1"/>
                    <a:pt x="810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3"/>
            <p:cNvSpPr/>
            <p:nvPr/>
          </p:nvSpPr>
          <p:spPr>
            <a:xfrm rot="5239021">
              <a:off x="4608253" y="3585241"/>
              <a:ext cx="111909" cy="338535"/>
            </a:xfrm>
            <a:custGeom>
              <a:rect b="b" l="l" r="r" t="t"/>
              <a:pathLst>
                <a:path extrusionOk="0" h="9160" w="3028">
                  <a:moveTo>
                    <a:pt x="630" y="260"/>
                  </a:moveTo>
                  <a:cubicBezTo>
                    <a:pt x="779" y="260"/>
                    <a:pt x="867" y="442"/>
                    <a:pt x="914" y="582"/>
                  </a:cubicBezTo>
                  <a:cubicBezTo>
                    <a:pt x="1488" y="3217"/>
                    <a:pt x="2062" y="5827"/>
                    <a:pt x="2662" y="8462"/>
                  </a:cubicBezTo>
                  <a:cubicBezTo>
                    <a:pt x="2688" y="8645"/>
                    <a:pt x="2688" y="8802"/>
                    <a:pt x="2480" y="8854"/>
                  </a:cubicBezTo>
                  <a:cubicBezTo>
                    <a:pt x="2445" y="8875"/>
                    <a:pt x="2406" y="8885"/>
                    <a:pt x="2367" y="8885"/>
                  </a:cubicBezTo>
                  <a:cubicBezTo>
                    <a:pt x="2261" y="8885"/>
                    <a:pt x="2152" y="8812"/>
                    <a:pt x="2114" y="8697"/>
                  </a:cubicBezTo>
                  <a:lnTo>
                    <a:pt x="2140" y="8697"/>
                  </a:lnTo>
                  <a:lnTo>
                    <a:pt x="314" y="582"/>
                  </a:lnTo>
                  <a:cubicBezTo>
                    <a:pt x="288" y="399"/>
                    <a:pt x="418" y="294"/>
                    <a:pt x="575" y="268"/>
                  </a:cubicBezTo>
                  <a:cubicBezTo>
                    <a:pt x="594" y="263"/>
                    <a:pt x="613" y="260"/>
                    <a:pt x="630" y="260"/>
                  </a:cubicBezTo>
                  <a:close/>
                  <a:moveTo>
                    <a:pt x="605" y="1"/>
                  </a:moveTo>
                  <a:cubicBezTo>
                    <a:pt x="578" y="1"/>
                    <a:pt x="550" y="3"/>
                    <a:pt x="522" y="7"/>
                  </a:cubicBezTo>
                  <a:cubicBezTo>
                    <a:pt x="235" y="34"/>
                    <a:pt x="0" y="347"/>
                    <a:pt x="79" y="634"/>
                  </a:cubicBezTo>
                  <a:cubicBezTo>
                    <a:pt x="679" y="3348"/>
                    <a:pt x="1279" y="6062"/>
                    <a:pt x="1879" y="8750"/>
                  </a:cubicBezTo>
                  <a:cubicBezTo>
                    <a:pt x="1923" y="8991"/>
                    <a:pt x="2153" y="9159"/>
                    <a:pt x="2395" y="9159"/>
                  </a:cubicBezTo>
                  <a:cubicBezTo>
                    <a:pt x="2441" y="9159"/>
                    <a:pt x="2487" y="9153"/>
                    <a:pt x="2532" y="9141"/>
                  </a:cubicBezTo>
                  <a:cubicBezTo>
                    <a:pt x="2845" y="9063"/>
                    <a:pt x="3028" y="8723"/>
                    <a:pt x="2923" y="8436"/>
                  </a:cubicBezTo>
                  <a:cubicBezTo>
                    <a:pt x="2323" y="5801"/>
                    <a:pt x="1749" y="3165"/>
                    <a:pt x="1175" y="555"/>
                  </a:cubicBezTo>
                  <a:cubicBezTo>
                    <a:pt x="1149" y="373"/>
                    <a:pt x="1070" y="216"/>
                    <a:pt x="940" y="112"/>
                  </a:cubicBezTo>
                  <a:cubicBezTo>
                    <a:pt x="854" y="47"/>
                    <a:pt x="733" y="1"/>
                    <a:pt x="6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3"/>
            <p:cNvSpPr/>
            <p:nvPr/>
          </p:nvSpPr>
          <p:spPr>
            <a:xfrm rot="5239021">
              <a:off x="4692373" y="3563913"/>
              <a:ext cx="70442" cy="165757"/>
            </a:xfrm>
            <a:custGeom>
              <a:rect b="b" l="l" r="r" t="t"/>
              <a:pathLst>
                <a:path extrusionOk="0" h="4485" w="1906">
                  <a:moveTo>
                    <a:pt x="575" y="266"/>
                  </a:moveTo>
                  <a:cubicBezTo>
                    <a:pt x="737" y="266"/>
                    <a:pt x="839" y="405"/>
                    <a:pt x="861" y="563"/>
                  </a:cubicBezTo>
                  <a:cubicBezTo>
                    <a:pt x="1096" y="1633"/>
                    <a:pt x="1357" y="2703"/>
                    <a:pt x="1592" y="3773"/>
                  </a:cubicBezTo>
                  <a:cubicBezTo>
                    <a:pt x="1618" y="3982"/>
                    <a:pt x="1618" y="4138"/>
                    <a:pt x="1409" y="4191"/>
                  </a:cubicBezTo>
                  <a:cubicBezTo>
                    <a:pt x="1371" y="4205"/>
                    <a:pt x="1336" y="4211"/>
                    <a:pt x="1303" y="4211"/>
                  </a:cubicBezTo>
                  <a:cubicBezTo>
                    <a:pt x="1156" y="4211"/>
                    <a:pt x="1061" y="4079"/>
                    <a:pt x="1018" y="3930"/>
                  </a:cubicBezTo>
                  <a:lnTo>
                    <a:pt x="313" y="720"/>
                  </a:lnTo>
                  <a:cubicBezTo>
                    <a:pt x="287" y="537"/>
                    <a:pt x="261" y="354"/>
                    <a:pt x="496" y="302"/>
                  </a:cubicBezTo>
                  <a:lnTo>
                    <a:pt x="496" y="276"/>
                  </a:lnTo>
                  <a:cubicBezTo>
                    <a:pt x="524" y="269"/>
                    <a:pt x="550" y="266"/>
                    <a:pt x="575" y="266"/>
                  </a:cubicBezTo>
                  <a:close/>
                  <a:moveTo>
                    <a:pt x="566" y="0"/>
                  </a:moveTo>
                  <a:cubicBezTo>
                    <a:pt x="526" y="0"/>
                    <a:pt x="485" y="5"/>
                    <a:pt x="444" y="15"/>
                  </a:cubicBezTo>
                  <a:cubicBezTo>
                    <a:pt x="287" y="67"/>
                    <a:pt x="183" y="146"/>
                    <a:pt x="78" y="250"/>
                  </a:cubicBezTo>
                  <a:cubicBezTo>
                    <a:pt x="0" y="433"/>
                    <a:pt x="0" y="615"/>
                    <a:pt x="52" y="798"/>
                  </a:cubicBezTo>
                  <a:cubicBezTo>
                    <a:pt x="287" y="1868"/>
                    <a:pt x="548" y="2912"/>
                    <a:pt x="783" y="3982"/>
                  </a:cubicBezTo>
                  <a:cubicBezTo>
                    <a:pt x="807" y="4265"/>
                    <a:pt x="1044" y="4485"/>
                    <a:pt x="1341" y="4485"/>
                  </a:cubicBezTo>
                  <a:cubicBezTo>
                    <a:pt x="1372" y="4485"/>
                    <a:pt x="1403" y="4483"/>
                    <a:pt x="1435" y="4478"/>
                  </a:cubicBezTo>
                  <a:cubicBezTo>
                    <a:pt x="1566" y="4425"/>
                    <a:pt x="1696" y="4347"/>
                    <a:pt x="1775" y="4243"/>
                  </a:cubicBezTo>
                  <a:cubicBezTo>
                    <a:pt x="1879" y="4086"/>
                    <a:pt x="1905" y="3904"/>
                    <a:pt x="1827" y="3721"/>
                  </a:cubicBezTo>
                  <a:lnTo>
                    <a:pt x="1122" y="511"/>
                  </a:lnTo>
                  <a:cubicBezTo>
                    <a:pt x="1077" y="216"/>
                    <a:pt x="834" y="0"/>
                    <a:pt x="5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3"/>
            <p:cNvSpPr/>
            <p:nvPr/>
          </p:nvSpPr>
          <p:spPr>
            <a:xfrm rot="5239021">
              <a:off x="4669134" y="3480011"/>
              <a:ext cx="70442" cy="165757"/>
            </a:xfrm>
            <a:custGeom>
              <a:rect b="b" l="l" r="r" t="t"/>
              <a:pathLst>
                <a:path extrusionOk="0" h="4485" w="1906">
                  <a:moveTo>
                    <a:pt x="591" y="266"/>
                  </a:moveTo>
                  <a:cubicBezTo>
                    <a:pt x="778" y="266"/>
                    <a:pt x="843" y="405"/>
                    <a:pt x="888" y="563"/>
                  </a:cubicBezTo>
                  <a:lnTo>
                    <a:pt x="1593" y="3773"/>
                  </a:lnTo>
                  <a:cubicBezTo>
                    <a:pt x="1645" y="3982"/>
                    <a:pt x="1619" y="4138"/>
                    <a:pt x="1410" y="4191"/>
                  </a:cubicBezTo>
                  <a:cubicBezTo>
                    <a:pt x="1372" y="4205"/>
                    <a:pt x="1337" y="4211"/>
                    <a:pt x="1304" y="4211"/>
                  </a:cubicBezTo>
                  <a:cubicBezTo>
                    <a:pt x="1157" y="4211"/>
                    <a:pt x="1066" y="4079"/>
                    <a:pt x="1045" y="3930"/>
                  </a:cubicBezTo>
                  <a:cubicBezTo>
                    <a:pt x="810" y="2860"/>
                    <a:pt x="575" y="1790"/>
                    <a:pt x="340" y="720"/>
                  </a:cubicBezTo>
                  <a:cubicBezTo>
                    <a:pt x="288" y="537"/>
                    <a:pt x="262" y="328"/>
                    <a:pt x="497" y="276"/>
                  </a:cubicBezTo>
                  <a:cubicBezTo>
                    <a:pt x="531" y="269"/>
                    <a:pt x="563" y="266"/>
                    <a:pt x="591" y="266"/>
                  </a:cubicBezTo>
                  <a:close/>
                  <a:moveTo>
                    <a:pt x="575" y="0"/>
                  </a:moveTo>
                  <a:cubicBezTo>
                    <a:pt x="533" y="0"/>
                    <a:pt x="489" y="5"/>
                    <a:pt x="444" y="15"/>
                  </a:cubicBezTo>
                  <a:cubicBezTo>
                    <a:pt x="314" y="67"/>
                    <a:pt x="183" y="146"/>
                    <a:pt x="105" y="250"/>
                  </a:cubicBezTo>
                  <a:cubicBezTo>
                    <a:pt x="27" y="433"/>
                    <a:pt x="1" y="615"/>
                    <a:pt x="79" y="798"/>
                  </a:cubicBezTo>
                  <a:lnTo>
                    <a:pt x="784" y="3982"/>
                  </a:lnTo>
                  <a:cubicBezTo>
                    <a:pt x="807" y="4265"/>
                    <a:pt x="1066" y="4485"/>
                    <a:pt x="1348" y="4485"/>
                  </a:cubicBezTo>
                  <a:cubicBezTo>
                    <a:pt x="1377" y="4485"/>
                    <a:pt x="1406" y="4482"/>
                    <a:pt x="1436" y="4478"/>
                  </a:cubicBezTo>
                  <a:cubicBezTo>
                    <a:pt x="1566" y="4425"/>
                    <a:pt x="1697" y="4347"/>
                    <a:pt x="1801" y="4243"/>
                  </a:cubicBezTo>
                  <a:cubicBezTo>
                    <a:pt x="1880" y="4086"/>
                    <a:pt x="1906" y="3903"/>
                    <a:pt x="1853" y="3721"/>
                  </a:cubicBezTo>
                  <a:lnTo>
                    <a:pt x="1123" y="511"/>
                  </a:lnTo>
                  <a:cubicBezTo>
                    <a:pt x="1100" y="216"/>
                    <a:pt x="861"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3"/>
            <p:cNvSpPr/>
            <p:nvPr/>
          </p:nvSpPr>
          <p:spPr>
            <a:xfrm rot="5239021">
              <a:off x="4646579" y="3396097"/>
              <a:ext cx="70442" cy="165794"/>
            </a:xfrm>
            <a:custGeom>
              <a:rect b="b" l="l" r="r" t="t"/>
              <a:pathLst>
                <a:path extrusionOk="0" h="4486" w="1906">
                  <a:moveTo>
                    <a:pt x="621" y="274"/>
                  </a:moveTo>
                  <a:cubicBezTo>
                    <a:pt x="785" y="274"/>
                    <a:pt x="845" y="406"/>
                    <a:pt x="888" y="556"/>
                  </a:cubicBezTo>
                  <a:lnTo>
                    <a:pt x="1592" y="3792"/>
                  </a:lnTo>
                  <a:cubicBezTo>
                    <a:pt x="1644" y="3975"/>
                    <a:pt x="1618" y="4131"/>
                    <a:pt x="1409" y="4209"/>
                  </a:cubicBezTo>
                  <a:cubicBezTo>
                    <a:pt x="1378" y="4217"/>
                    <a:pt x="1349" y="4221"/>
                    <a:pt x="1323" y="4221"/>
                  </a:cubicBezTo>
                  <a:cubicBezTo>
                    <a:pt x="1171" y="4221"/>
                    <a:pt x="1088" y="4100"/>
                    <a:pt x="1044" y="3922"/>
                  </a:cubicBezTo>
                  <a:lnTo>
                    <a:pt x="313" y="739"/>
                  </a:lnTo>
                  <a:cubicBezTo>
                    <a:pt x="287" y="530"/>
                    <a:pt x="261" y="347"/>
                    <a:pt x="496" y="295"/>
                  </a:cubicBezTo>
                  <a:cubicBezTo>
                    <a:pt x="543" y="281"/>
                    <a:pt x="585" y="274"/>
                    <a:pt x="621" y="274"/>
                  </a:cubicBezTo>
                  <a:close/>
                  <a:moveTo>
                    <a:pt x="547" y="0"/>
                  </a:moveTo>
                  <a:cubicBezTo>
                    <a:pt x="513" y="0"/>
                    <a:pt x="479" y="3"/>
                    <a:pt x="444" y="8"/>
                  </a:cubicBezTo>
                  <a:cubicBezTo>
                    <a:pt x="313" y="60"/>
                    <a:pt x="183" y="138"/>
                    <a:pt x="105" y="269"/>
                  </a:cubicBezTo>
                  <a:cubicBezTo>
                    <a:pt x="26" y="426"/>
                    <a:pt x="0" y="608"/>
                    <a:pt x="79" y="791"/>
                  </a:cubicBezTo>
                  <a:cubicBezTo>
                    <a:pt x="313" y="1861"/>
                    <a:pt x="548" y="2931"/>
                    <a:pt x="783" y="3975"/>
                  </a:cubicBezTo>
                  <a:cubicBezTo>
                    <a:pt x="806" y="4269"/>
                    <a:pt x="1045" y="4485"/>
                    <a:pt x="1313" y="4485"/>
                  </a:cubicBezTo>
                  <a:cubicBezTo>
                    <a:pt x="1354" y="4485"/>
                    <a:pt x="1395" y="4481"/>
                    <a:pt x="1436" y="4470"/>
                  </a:cubicBezTo>
                  <a:cubicBezTo>
                    <a:pt x="1566" y="4444"/>
                    <a:pt x="1696" y="4366"/>
                    <a:pt x="1801" y="4236"/>
                  </a:cubicBezTo>
                  <a:cubicBezTo>
                    <a:pt x="1879" y="4079"/>
                    <a:pt x="1905" y="3896"/>
                    <a:pt x="1853" y="3740"/>
                  </a:cubicBezTo>
                  <a:lnTo>
                    <a:pt x="1122" y="504"/>
                  </a:lnTo>
                  <a:cubicBezTo>
                    <a:pt x="1099" y="199"/>
                    <a:pt x="844" y="0"/>
                    <a:pt x="5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3"/>
            <p:cNvSpPr/>
            <p:nvPr/>
          </p:nvSpPr>
          <p:spPr>
            <a:xfrm rot="5239021">
              <a:off x="4517293" y="3249580"/>
              <a:ext cx="111909" cy="338609"/>
            </a:xfrm>
            <a:custGeom>
              <a:rect b="b" l="l" r="r" t="t"/>
              <a:pathLst>
                <a:path extrusionOk="0" h="9162" w="3028">
                  <a:moveTo>
                    <a:pt x="632" y="243"/>
                  </a:moveTo>
                  <a:cubicBezTo>
                    <a:pt x="795" y="243"/>
                    <a:pt x="889" y="436"/>
                    <a:pt x="914" y="584"/>
                  </a:cubicBezTo>
                  <a:cubicBezTo>
                    <a:pt x="1514" y="3194"/>
                    <a:pt x="2088" y="5829"/>
                    <a:pt x="2662" y="8465"/>
                  </a:cubicBezTo>
                  <a:cubicBezTo>
                    <a:pt x="2715" y="8622"/>
                    <a:pt x="2689" y="8778"/>
                    <a:pt x="2506" y="8856"/>
                  </a:cubicBezTo>
                  <a:cubicBezTo>
                    <a:pt x="2464" y="8877"/>
                    <a:pt x="2422" y="8887"/>
                    <a:pt x="2382" y="8887"/>
                  </a:cubicBezTo>
                  <a:cubicBezTo>
                    <a:pt x="2273" y="8887"/>
                    <a:pt x="2179" y="8814"/>
                    <a:pt x="2141" y="8700"/>
                  </a:cubicBezTo>
                  <a:cubicBezTo>
                    <a:pt x="1540" y="5986"/>
                    <a:pt x="940" y="3298"/>
                    <a:pt x="340" y="584"/>
                  </a:cubicBezTo>
                  <a:cubicBezTo>
                    <a:pt x="288" y="401"/>
                    <a:pt x="418" y="297"/>
                    <a:pt x="601" y="245"/>
                  </a:cubicBezTo>
                  <a:cubicBezTo>
                    <a:pt x="611" y="243"/>
                    <a:pt x="622" y="243"/>
                    <a:pt x="632" y="243"/>
                  </a:cubicBezTo>
                  <a:close/>
                  <a:moveTo>
                    <a:pt x="644" y="0"/>
                  </a:moveTo>
                  <a:cubicBezTo>
                    <a:pt x="612" y="0"/>
                    <a:pt x="580" y="4"/>
                    <a:pt x="549" y="10"/>
                  </a:cubicBezTo>
                  <a:cubicBezTo>
                    <a:pt x="236" y="36"/>
                    <a:pt x="1" y="323"/>
                    <a:pt x="79" y="636"/>
                  </a:cubicBezTo>
                  <a:cubicBezTo>
                    <a:pt x="679" y="3350"/>
                    <a:pt x="1279" y="6038"/>
                    <a:pt x="1880" y="8752"/>
                  </a:cubicBezTo>
                  <a:cubicBezTo>
                    <a:pt x="1924" y="8994"/>
                    <a:pt x="2153" y="9162"/>
                    <a:pt x="2396" y="9162"/>
                  </a:cubicBezTo>
                  <a:cubicBezTo>
                    <a:pt x="2441" y="9162"/>
                    <a:pt x="2487" y="9156"/>
                    <a:pt x="2532" y="9143"/>
                  </a:cubicBezTo>
                  <a:cubicBezTo>
                    <a:pt x="2845" y="9065"/>
                    <a:pt x="3028" y="8726"/>
                    <a:pt x="2923" y="8413"/>
                  </a:cubicBezTo>
                  <a:cubicBezTo>
                    <a:pt x="2349" y="5803"/>
                    <a:pt x="1749" y="3168"/>
                    <a:pt x="1175" y="532"/>
                  </a:cubicBezTo>
                  <a:cubicBezTo>
                    <a:pt x="1175" y="375"/>
                    <a:pt x="1071" y="219"/>
                    <a:pt x="940" y="114"/>
                  </a:cubicBezTo>
                  <a:cubicBezTo>
                    <a:pt x="860" y="35"/>
                    <a:pt x="750" y="0"/>
                    <a:pt x="6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3"/>
            <p:cNvSpPr/>
            <p:nvPr/>
          </p:nvSpPr>
          <p:spPr>
            <a:xfrm rot="5239021">
              <a:off x="4601528" y="3229064"/>
              <a:ext cx="69481" cy="165202"/>
            </a:xfrm>
            <a:custGeom>
              <a:rect b="b" l="l" r="r" t="t"/>
              <a:pathLst>
                <a:path extrusionOk="0" h="4470" w="1880">
                  <a:moveTo>
                    <a:pt x="575" y="250"/>
                  </a:moveTo>
                  <a:cubicBezTo>
                    <a:pt x="738" y="250"/>
                    <a:pt x="839" y="388"/>
                    <a:pt x="862" y="547"/>
                  </a:cubicBezTo>
                  <a:lnTo>
                    <a:pt x="1592" y="3783"/>
                  </a:lnTo>
                  <a:cubicBezTo>
                    <a:pt x="1618" y="3965"/>
                    <a:pt x="1618" y="4122"/>
                    <a:pt x="1384" y="4200"/>
                  </a:cubicBezTo>
                  <a:cubicBezTo>
                    <a:pt x="1356" y="4207"/>
                    <a:pt x="1330" y="4210"/>
                    <a:pt x="1306" y="4210"/>
                  </a:cubicBezTo>
                  <a:cubicBezTo>
                    <a:pt x="1148" y="4210"/>
                    <a:pt x="1063" y="4072"/>
                    <a:pt x="1018" y="3913"/>
                  </a:cubicBezTo>
                  <a:cubicBezTo>
                    <a:pt x="783" y="2843"/>
                    <a:pt x="548" y="1773"/>
                    <a:pt x="314" y="729"/>
                  </a:cubicBezTo>
                  <a:cubicBezTo>
                    <a:pt x="261" y="521"/>
                    <a:pt x="261" y="338"/>
                    <a:pt x="496" y="260"/>
                  </a:cubicBezTo>
                  <a:cubicBezTo>
                    <a:pt x="524" y="253"/>
                    <a:pt x="550" y="250"/>
                    <a:pt x="575" y="250"/>
                  </a:cubicBezTo>
                  <a:close/>
                  <a:moveTo>
                    <a:pt x="549" y="0"/>
                  </a:moveTo>
                  <a:cubicBezTo>
                    <a:pt x="372" y="0"/>
                    <a:pt x="194" y="82"/>
                    <a:pt x="79" y="260"/>
                  </a:cubicBezTo>
                  <a:cubicBezTo>
                    <a:pt x="0" y="416"/>
                    <a:pt x="0" y="599"/>
                    <a:pt x="53" y="782"/>
                  </a:cubicBezTo>
                  <a:cubicBezTo>
                    <a:pt x="288" y="1852"/>
                    <a:pt x="522" y="2921"/>
                    <a:pt x="757" y="3965"/>
                  </a:cubicBezTo>
                  <a:cubicBezTo>
                    <a:pt x="781" y="4270"/>
                    <a:pt x="1035" y="4469"/>
                    <a:pt x="1314" y="4469"/>
                  </a:cubicBezTo>
                  <a:cubicBezTo>
                    <a:pt x="1345" y="4469"/>
                    <a:pt x="1378" y="4466"/>
                    <a:pt x="1410" y="4461"/>
                  </a:cubicBezTo>
                  <a:cubicBezTo>
                    <a:pt x="1566" y="4435"/>
                    <a:pt x="1697" y="4357"/>
                    <a:pt x="1775" y="4226"/>
                  </a:cubicBezTo>
                  <a:cubicBezTo>
                    <a:pt x="1879" y="4070"/>
                    <a:pt x="1879" y="3887"/>
                    <a:pt x="1827" y="3730"/>
                  </a:cubicBezTo>
                  <a:lnTo>
                    <a:pt x="1123" y="495"/>
                  </a:lnTo>
                  <a:cubicBezTo>
                    <a:pt x="1076" y="182"/>
                    <a:pt x="813" y="0"/>
                    <a:pt x="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3"/>
            <p:cNvSpPr/>
            <p:nvPr/>
          </p:nvSpPr>
          <p:spPr>
            <a:xfrm rot="5239021">
              <a:off x="4578497" y="3145685"/>
              <a:ext cx="70442" cy="165128"/>
            </a:xfrm>
            <a:custGeom>
              <a:rect b="b" l="l" r="r" t="t"/>
              <a:pathLst>
                <a:path extrusionOk="0" h="4468" w="1906">
                  <a:moveTo>
                    <a:pt x="610" y="256"/>
                  </a:moveTo>
                  <a:cubicBezTo>
                    <a:pt x="766" y="256"/>
                    <a:pt x="840" y="392"/>
                    <a:pt x="861" y="564"/>
                  </a:cubicBezTo>
                  <a:cubicBezTo>
                    <a:pt x="1096" y="1634"/>
                    <a:pt x="1331" y="2704"/>
                    <a:pt x="1592" y="3773"/>
                  </a:cubicBezTo>
                  <a:cubicBezTo>
                    <a:pt x="1618" y="3956"/>
                    <a:pt x="1618" y="4139"/>
                    <a:pt x="1409" y="4191"/>
                  </a:cubicBezTo>
                  <a:cubicBezTo>
                    <a:pt x="1367" y="4205"/>
                    <a:pt x="1329" y="4211"/>
                    <a:pt x="1295" y="4211"/>
                  </a:cubicBezTo>
                  <a:cubicBezTo>
                    <a:pt x="1139" y="4211"/>
                    <a:pt x="1061" y="4075"/>
                    <a:pt x="1018" y="3904"/>
                  </a:cubicBezTo>
                  <a:cubicBezTo>
                    <a:pt x="783" y="2860"/>
                    <a:pt x="548" y="1790"/>
                    <a:pt x="313" y="720"/>
                  </a:cubicBezTo>
                  <a:cubicBezTo>
                    <a:pt x="287" y="511"/>
                    <a:pt x="261" y="329"/>
                    <a:pt x="496" y="277"/>
                  </a:cubicBezTo>
                  <a:cubicBezTo>
                    <a:pt x="538" y="263"/>
                    <a:pt x="576" y="256"/>
                    <a:pt x="610" y="256"/>
                  </a:cubicBezTo>
                  <a:close/>
                  <a:moveTo>
                    <a:pt x="567" y="0"/>
                  </a:moveTo>
                  <a:cubicBezTo>
                    <a:pt x="526" y="0"/>
                    <a:pt x="485" y="5"/>
                    <a:pt x="444" y="16"/>
                  </a:cubicBezTo>
                  <a:cubicBezTo>
                    <a:pt x="287" y="42"/>
                    <a:pt x="183" y="146"/>
                    <a:pt x="104" y="251"/>
                  </a:cubicBezTo>
                  <a:cubicBezTo>
                    <a:pt x="0" y="407"/>
                    <a:pt x="0" y="616"/>
                    <a:pt x="78" y="772"/>
                  </a:cubicBezTo>
                  <a:cubicBezTo>
                    <a:pt x="313" y="1842"/>
                    <a:pt x="548" y="2912"/>
                    <a:pt x="783" y="3982"/>
                  </a:cubicBezTo>
                  <a:cubicBezTo>
                    <a:pt x="806" y="4254"/>
                    <a:pt x="1025" y="4467"/>
                    <a:pt x="1305" y="4467"/>
                  </a:cubicBezTo>
                  <a:cubicBezTo>
                    <a:pt x="1347" y="4467"/>
                    <a:pt x="1391" y="4462"/>
                    <a:pt x="1435" y="4452"/>
                  </a:cubicBezTo>
                  <a:cubicBezTo>
                    <a:pt x="1566" y="4426"/>
                    <a:pt x="1696" y="4348"/>
                    <a:pt x="1775" y="4217"/>
                  </a:cubicBezTo>
                  <a:cubicBezTo>
                    <a:pt x="1879" y="4087"/>
                    <a:pt x="1905" y="3878"/>
                    <a:pt x="1827" y="3721"/>
                  </a:cubicBezTo>
                  <a:lnTo>
                    <a:pt x="1122" y="485"/>
                  </a:lnTo>
                  <a:cubicBezTo>
                    <a:pt x="1077" y="213"/>
                    <a:pt x="835" y="0"/>
                    <a:pt x="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3"/>
            <p:cNvSpPr/>
            <p:nvPr/>
          </p:nvSpPr>
          <p:spPr>
            <a:xfrm rot="5239021">
              <a:off x="4555295" y="3061782"/>
              <a:ext cx="70442" cy="165128"/>
            </a:xfrm>
            <a:custGeom>
              <a:rect b="b" l="l" r="r" t="t"/>
              <a:pathLst>
                <a:path extrusionOk="0" h="4468" w="1906">
                  <a:moveTo>
                    <a:pt x="621" y="257"/>
                  </a:moveTo>
                  <a:cubicBezTo>
                    <a:pt x="785" y="257"/>
                    <a:pt x="845" y="389"/>
                    <a:pt x="888" y="538"/>
                  </a:cubicBezTo>
                  <a:lnTo>
                    <a:pt x="1592" y="3774"/>
                  </a:lnTo>
                  <a:cubicBezTo>
                    <a:pt x="1645" y="3957"/>
                    <a:pt x="1619" y="4140"/>
                    <a:pt x="1410" y="4192"/>
                  </a:cubicBezTo>
                  <a:cubicBezTo>
                    <a:pt x="1379" y="4200"/>
                    <a:pt x="1349" y="4203"/>
                    <a:pt x="1322" y="4203"/>
                  </a:cubicBezTo>
                  <a:cubicBezTo>
                    <a:pt x="1164" y="4203"/>
                    <a:pt x="1067" y="4082"/>
                    <a:pt x="1044" y="3905"/>
                  </a:cubicBezTo>
                  <a:cubicBezTo>
                    <a:pt x="783" y="2835"/>
                    <a:pt x="549" y="1791"/>
                    <a:pt x="340" y="721"/>
                  </a:cubicBezTo>
                  <a:cubicBezTo>
                    <a:pt x="288" y="512"/>
                    <a:pt x="262" y="330"/>
                    <a:pt x="496" y="278"/>
                  </a:cubicBezTo>
                  <a:cubicBezTo>
                    <a:pt x="544" y="263"/>
                    <a:pt x="585" y="257"/>
                    <a:pt x="621" y="257"/>
                  </a:cubicBezTo>
                  <a:close/>
                  <a:moveTo>
                    <a:pt x="586" y="0"/>
                  </a:moveTo>
                  <a:cubicBezTo>
                    <a:pt x="540" y="0"/>
                    <a:pt x="492" y="5"/>
                    <a:pt x="444" y="17"/>
                  </a:cubicBezTo>
                  <a:cubicBezTo>
                    <a:pt x="314" y="43"/>
                    <a:pt x="183" y="121"/>
                    <a:pt x="105" y="251"/>
                  </a:cubicBezTo>
                  <a:cubicBezTo>
                    <a:pt x="27" y="408"/>
                    <a:pt x="1" y="617"/>
                    <a:pt x="79" y="773"/>
                  </a:cubicBezTo>
                  <a:cubicBezTo>
                    <a:pt x="314" y="1843"/>
                    <a:pt x="549" y="2913"/>
                    <a:pt x="783" y="3957"/>
                  </a:cubicBezTo>
                  <a:cubicBezTo>
                    <a:pt x="806" y="4252"/>
                    <a:pt x="1046" y="4468"/>
                    <a:pt x="1314" y="4468"/>
                  </a:cubicBezTo>
                  <a:cubicBezTo>
                    <a:pt x="1354" y="4468"/>
                    <a:pt x="1395" y="4463"/>
                    <a:pt x="1436" y="4453"/>
                  </a:cubicBezTo>
                  <a:cubicBezTo>
                    <a:pt x="1566" y="4427"/>
                    <a:pt x="1697" y="4348"/>
                    <a:pt x="1801" y="4218"/>
                  </a:cubicBezTo>
                  <a:cubicBezTo>
                    <a:pt x="1880" y="4061"/>
                    <a:pt x="1906" y="3879"/>
                    <a:pt x="1853" y="3722"/>
                  </a:cubicBezTo>
                  <a:cubicBezTo>
                    <a:pt x="1592" y="2652"/>
                    <a:pt x="1358" y="1556"/>
                    <a:pt x="1123" y="486"/>
                  </a:cubicBezTo>
                  <a:cubicBezTo>
                    <a:pt x="1100" y="195"/>
                    <a:pt x="867" y="0"/>
                    <a:pt x="5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3"/>
            <p:cNvSpPr/>
            <p:nvPr/>
          </p:nvSpPr>
          <p:spPr>
            <a:xfrm rot="5239021">
              <a:off x="4426324" y="2914937"/>
              <a:ext cx="111909" cy="338646"/>
            </a:xfrm>
            <a:custGeom>
              <a:rect b="b" l="l" r="r" t="t"/>
              <a:pathLst>
                <a:path extrusionOk="0" h="9163" w="3028">
                  <a:moveTo>
                    <a:pt x="639" y="243"/>
                  </a:moveTo>
                  <a:cubicBezTo>
                    <a:pt x="819" y="243"/>
                    <a:pt x="889" y="414"/>
                    <a:pt x="913" y="584"/>
                  </a:cubicBezTo>
                  <a:cubicBezTo>
                    <a:pt x="1488" y="3194"/>
                    <a:pt x="2088" y="5830"/>
                    <a:pt x="2662" y="8465"/>
                  </a:cubicBezTo>
                  <a:cubicBezTo>
                    <a:pt x="2714" y="8622"/>
                    <a:pt x="2688" y="8779"/>
                    <a:pt x="2505" y="8857"/>
                  </a:cubicBezTo>
                  <a:cubicBezTo>
                    <a:pt x="2463" y="8878"/>
                    <a:pt x="2420" y="8888"/>
                    <a:pt x="2377" y="8888"/>
                  </a:cubicBezTo>
                  <a:cubicBezTo>
                    <a:pt x="2260" y="8888"/>
                    <a:pt x="2152" y="8815"/>
                    <a:pt x="2114" y="8700"/>
                  </a:cubicBezTo>
                  <a:cubicBezTo>
                    <a:pt x="1540" y="5986"/>
                    <a:pt x="940" y="3272"/>
                    <a:pt x="339" y="584"/>
                  </a:cubicBezTo>
                  <a:cubicBezTo>
                    <a:pt x="287" y="402"/>
                    <a:pt x="418" y="245"/>
                    <a:pt x="600" y="245"/>
                  </a:cubicBezTo>
                  <a:cubicBezTo>
                    <a:pt x="614" y="244"/>
                    <a:pt x="627" y="243"/>
                    <a:pt x="639" y="243"/>
                  </a:cubicBezTo>
                  <a:close/>
                  <a:moveTo>
                    <a:pt x="650" y="1"/>
                  </a:moveTo>
                  <a:cubicBezTo>
                    <a:pt x="615" y="1"/>
                    <a:pt x="581" y="4"/>
                    <a:pt x="548" y="10"/>
                  </a:cubicBezTo>
                  <a:cubicBezTo>
                    <a:pt x="235" y="36"/>
                    <a:pt x="0" y="324"/>
                    <a:pt x="78" y="637"/>
                  </a:cubicBezTo>
                  <a:lnTo>
                    <a:pt x="1879" y="8753"/>
                  </a:lnTo>
                  <a:cubicBezTo>
                    <a:pt x="1923" y="8994"/>
                    <a:pt x="2152" y="9162"/>
                    <a:pt x="2395" y="9162"/>
                  </a:cubicBezTo>
                  <a:cubicBezTo>
                    <a:pt x="2440" y="9162"/>
                    <a:pt x="2486" y="9156"/>
                    <a:pt x="2531" y="9144"/>
                  </a:cubicBezTo>
                  <a:cubicBezTo>
                    <a:pt x="2845" y="9066"/>
                    <a:pt x="3027" y="8726"/>
                    <a:pt x="2923" y="8413"/>
                  </a:cubicBezTo>
                  <a:lnTo>
                    <a:pt x="1174" y="532"/>
                  </a:lnTo>
                  <a:cubicBezTo>
                    <a:pt x="1148" y="376"/>
                    <a:pt x="1070" y="219"/>
                    <a:pt x="940" y="89"/>
                  </a:cubicBezTo>
                  <a:cubicBezTo>
                    <a:pt x="861" y="30"/>
                    <a:pt x="754" y="1"/>
                    <a:pt x="6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3"/>
            <p:cNvSpPr/>
            <p:nvPr/>
          </p:nvSpPr>
          <p:spPr>
            <a:xfrm rot="5239021">
              <a:off x="4510092" y="2893939"/>
              <a:ext cx="70442" cy="165165"/>
            </a:xfrm>
            <a:custGeom>
              <a:rect b="b" l="l" r="r" t="t"/>
              <a:pathLst>
                <a:path extrusionOk="0" h="4469" w="1906">
                  <a:moveTo>
                    <a:pt x="600" y="250"/>
                  </a:moveTo>
                  <a:cubicBezTo>
                    <a:pt x="758" y="250"/>
                    <a:pt x="843" y="389"/>
                    <a:pt x="888" y="547"/>
                  </a:cubicBezTo>
                  <a:lnTo>
                    <a:pt x="1593" y="3783"/>
                  </a:lnTo>
                  <a:cubicBezTo>
                    <a:pt x="1645" y="3966"/>
                    <a:pt x="1619" y="4122"/>
                    <a:pt x="1410" y="4201"/>
                  </a:cubicBezTo>
                  <a:cubicBezTo>
                    <a:pt x="1382" y="4208"/>
                    <a:pt x="1356" y="4211"/>
                    <a:pt x="1332" y="4211"/>
                  </a:cubicBezTo>
                  <a:cubicBezTo>
                    <a:pt x="1174" y="4211"/>
                    <a:pt x="1090" y="4072"/>
                    <a:pt x="1045" y="3914"/>
                  </a:cubicBezTo>
                  <a:cubicBezTo>
                    <a:pt x="810" y="2844"/>
                    <a:pt x="575" y="1774"/>
                    <a:pt x="340" y="730"/>
                  </a:cubicBezTo>
                  <a:cubicBezTo>
                    <a:pt x="288" y="521"/>
                    <a:pt x="288" y="338"/>
                    <a:pt x="523" y="260"/>
                  </a:cubicBezTo>
                  <a:cubicBezTo>
                    <a:pt x="550" y="253"/>
                    <a:pt x="576" y="250"/>
                    <a:pt x="600" y="250"/>
                  </a:cubicBezTo>
                  <a:close/>
                  <a:moveTo>
                    <a:pt x="575" y="1"/>
                  </a:moveTo>
                  <a:cubicBezTo>
                    <a:pt x="398" y="1"/>
                    <a:pt x="220" y="82"/>
                    <a:pt x="105" y="260"/>
                  </a:cubicBezTo>
                  <a:cubicBezTo>
                    <a:pt x="27" y="417"/>
                    <a:pt x="1" y="599"/>
                    <a:pt x="79" y="782"/>
                  </a:cubicBezTo>
                  <a:lnTo>
                    <a:pt x="784" y="3966"/>
                  </a:lnTo>
                  <a:cubicBezTo>
                    <a:pt x="807" y="4249"/>
                    <a:pt x="1066" y="4469"/>
                    <a:pt x="1348" y="4469"/>
                  </a:cubicBezTo>
                  <a:cubicBezTo>
                    <a:pt x="1377" y="4469"/>
                    <a:pt x="1407" y="4467"/>
                    <a:pt x="1436" y="4462"/>
                  </a:cubicBezTo>
                  <a:cubicBezTo>
                    <a:pt x="1593" y="4436"/>
                    <a:pt x="1723" y="4331"/>
                    <a:pt x="1801" y="4227"/>
                  </a:cubicBezTo>
                  <a:cubicBezTo>
                    <a:pt x="1880" y="4070"/>
                    <a:pt x="1906" y="3887"/>
                    <a:pt x="1854" y="3705"/>
                  </a:cubicBezTo>
                  <a:lnTo>
                    <a:pt x="1149" y="495"/>
                  </a:lnTo>
                  <a:cubicBezTo>
                    <a:pt x="1102" y="182"/>
                    <a:pt x="840"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3"/>
            <p:cNvSpPr/>
            <p:nvPr/>
          </p:nvSpPr>
          <p:spPr>
            <a:xfrm rot="5239021">
              <a:off x="4488003" y="2810543"/>
              <a:ext cx="69481" cy="165128"/>
            </a:xfrm>
            <a:custGeom>
              <a:rect b="b" l="l" r="r" t="t"/>
              <a:pathLst>
                <a:path extrusionOk="0" h="4468" w="1880">
                  <a:moveTo>
                    <a:pt x="611" y="256"/>
                  </a:moveTo>
                  <a:cubicBezTo>
                    <a:pt x="766" y="256"/>
                    <a:pt x="840" y="388"/>
                    <a:pt x="862" y="538"/>
                  </a:cubicBezTo>
                  <a:lnTo>
                    <a:pt x="1592" y="3774"/>
                  </a:lnTo>
                  <a:cubicBezTo>
                    <a:pt x="1618" y="3957"/>
                    <a:pt x="1618" y="4139"/>
                    <a:pt x="1383" y="4191"/>
                  </a:cubicBezTo>
                  <a:cubicBezTo>
                    <a:pt x="1352" y="4199"/>
                    <a:pt x="1324" y="4203"/>
                    <a:pt x="1297" y="4203"/>
                  </a:cubicBezTo>
                  <a:cubicBezTo>
                    <a:pt x="1145" y="4203"/>
                    <a:pt x="1063" y="4082"/>
                    <a:pt x="1018" y="3904"/>
                  </a:cubicBezTo>
                  <a:lnTo>
                    <a:pt x="314" y="721"/>
                  </a:lnTo>
                  <a:cubicBezTo>
                    <a:pt x="261" y="512"/>
                    <a:pt x="261" y="329"/>
                    <a:pt x="496" y="277"/>
                  </a:cubicBezTo>
                  <a:cubicBezTo>
                    <a:pt x="539" y="263"/>
                    <a:pt x="577" y="256"/>
                    <a:pt x="611" y="256"/>
                  </a:cubicBezTo>
                  <a:close/>
                  <a:moveTo>
                    <a:pt x="567" y="1"/>
                  </a:moveTo>
                  <a:cubicBezTo>
                    <a:pt x="526" y="1"/>
                    <a:pt x="485" y="6"/>
                    <a:pt x="444" y="16"/>
                  </a:cubicBezTo>
                  <a:cubicBezTo>
                    <a:pt x="287" y="42"/>
                    <a:pt x="157" y="121"/>
                    <a:pt x="79" y="251"/>
                  </a:cubicBezTo>
                  <a:cubicBezTo>
                    <a:pt x="0" y="408"/>
                    <a:pt x="0" y="616"/>
                    <a:pt x="53" y="773"/>
                  </a:cubicBezTo>
                  <a:cubicBezTo>
                    <a:pt x="287" y="1843"/>
                    <a:pt x="522" y="2913"/>
                    <a:pt x="757" y="3957"/>
                  </a:cubicBezTo>
                  <a:cubicBezTo>
                    <a:pt x="780" y="4252"/>
                    <a:pt x="1019" y="4468"/>
                    <a:pt x="1287" y="4468"/>
                  </a:cubicBezTo>
                  <a:cubicBezTo>
                    <a:pt x="1328" y="4468"/>
                    <a:pt x="1369" y="4463"/>
                    <a:pt x="1410" y="4452"/>
                  </a:cubicBezTo>
                  <a:cubicBezTo>
                    <a:pt x="1566" y="4426"/>
                    <a:pt x="1697" y="4348"/>
                    <a:pt x="1775" y="4218"/>
                  </a:cubicBezTo>
                  <a:cubicBezTo>
                    <a:pt x="1879" y="4061"/>
                    <a:pt x="1879" y="3878"/>
                    <a:pt x="1827" y="3722"/>
                  </a:cubicBezTo>
                  <a:lnTo>
                    <a:pt x="1123" y="486"/>
                  </a:lnTo>
                  <a:cubicBezTo>
                    <a:pt x="1077" y="214"/>
                    <a:pt x="835" y="1"/>
                    <a:pt x="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3"/>
            <p:cNvSpPr/>
            <p:nvPr/>
          </p:nvSpPr>
          <p:spPr>
            <a:xfrm rot="5239021">
              <a:off x="4464000" y="2727738"/>
              <a:ext cx="72401" cy="165794"/>
            </a:xfrm>
            <a:custGeom>
              <a:rect b="b" l="l" r="r" t="t"/>
              <a:pathLst>
                <a:path extrusionOk="0" h="4486" w="1959">
                  <a:moveTo>
                    <a:pt x="584" y="267"/>
                  </a:moveTo>
                  <a:cubicBezTo>
                    <a:pt x="758" y="267"/>
                    <a:pt x="840" y="406"/>
                    <a:pt x="862" y="564"/>
                  </a:cubicBezTo>
                  <a:lnTo>
                    <a:pt x="1593" y="3774"/>
                  </a:lnTo>
                  <a:cubicBezTo>
                    <a:pt x="1619" y="3983"/>
                    <a:pt x="1619" y="4139"/>
                    <a:pt x="1410" y="4191"/>
                  </a:cubicBezTo>
                  <a:cubicBezTo>
                    <a:pt x="1368" y="4205"/>
                    <a:pt x="1329" y="4212"/>
                    <a:pt x="1295" y="4212"/>
                  </a:cubicBezTo>
                  <a:cubicBezTo>
                    <a:pt x="1139" y="4212"/>
                    <a:pt x="1061" y="4080"/>
                    <a:pt x="1019" y="3930"/>
                  </a:cubicBezTo>
                  <a:cubicBezTo>
                    <a:pt x="784" y="2860"/>
                    <a:pt x="549" y="1790"/>
                    <a:pt x="314" y="747"/>
                  </a:cubicBezTo>
                  <a:cubicBezTo>
                    <a:pt x="288" y="538"/>
                    <a:pt x="262" y="355"/>
                    <a:pt x="497" y="277"/>
                  </a:cubicBezTo>
                  <a:cubicBezTo>
                    <a:pt x="528" y="270"/>
                    <a:pt x="557" y="267"/>
                    <a:pt x="584" y="267"/>
                  </a:cubicBezTo>
                  <a:close/>
                  <a:moveTo>
                    <a:pt x="568" y="1"/>
                  </a:moveTo>
                  <a:cubicBezTo>
                    <a:pt x="527" y="1"/>
                    <a:pt x="486" y="6"/>
                    <a:pt x="445" y="16"/>
                  </a:cubicBezTo>
                  <a:cubicBezTo>
                    <a:pt x="314" y="68"/>
                    <a:pt x="184" y="146"/>
                    <a:pt x="105" y="251"/>
                  </a:cubicBezTo>
                  <a:cubicBezTo>
                    <a:pt x="1" y="433"/>
                    <a:pt x="1" y="616"/>
                    <a:pt x="79" y="799"/>
                  </a:cubicBezTo>
                  <a:cubicBezTo>
                    <a:pt x="314" y="1843"/>
                    <a:pt x="549" y="2913"/>
                    <a:pt x="784" y="3983"/>
                  </a:cubicBezTo>
                  <a:cubicBezTo>
                    <a:pt x="807" y="4266"/>
                    <a:pt x="1045" y="4486"/>
                    <a:pt x="1342" y="4486"/>
                  </a:cubicBezTo>
                  <a:cubicBezTo>
                    <a:pt x="1373" y="4486"/>
                    <a:pt x="1404" y="4483"/>
                    <a:pt x="1436" y="4478"/>
                  </a:cubicBezTo>
                  <a:cubicBezTo>
                    <a:pt x="1775" y="4400"/>
                    <a:pt x="1958" y="4061"/>
                    <a:pt x="1854" y="3722"/>
                  </a:cubicBezTo>
                  <a:lnTo>
                    <a:pt x="1123" y="512"/>
                  </a:lnTo>
                  <a:cubicBezTo>
                    <a:pt x="1100" y="217"/>
                    <a:pt x="841" y="1"/>
                    <a:pt x="5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3"/>
            <p:cNvSpPr/>
            <p:nvPr/>
          </p:nvSpPr>
          <p:spPr>
            <a:xfrm rot="5239021">
              <a:off x="4335815" y="2580106"/>
              <a:ext cx="111909" cy="338942"/>
            </a:xfrm>
            <a:custGeom>
              <a:rect b="b" l="l" r="r" t="t"/>
              <a:pathLst>
                <a:path extrusionOk="0" h="9171" w="3028">
                  <a:moveTo>
                    <a:pt x="631" y="259"/>
                  </a:moveTo>
                  <a:cubicBezTo>
                    <a:pt x="774" y="259"/>
                    <a:pt x="889" y="430"/>
                    <a:pt x="914" y="601"/>
                  </a:cubicBezTo>
                  <a:cubicBezTo>
                    <a:pt x="1488" y="3211"/>
                    <a:pt x="2088" y="5846"/>
                    <a:pt x="2662" y="8456"/>
                  </a:cubicBezTo>
                  <a:cubicBezTo>
                    <a:pt x="2688" y="8639"/>
                    <a:pt x="2688" y="8795"/>
                    <a:pt x="2506" y="8873"/>
                  </a:cubicBezTo>
                  <a:cubicBezTo>
                    <a:pt x="2464" y="8894"/>
                    <a:pt x="2420" y="8904"/>
                    <a:pt x="2377" y="8904"/>
                  </a:cubicBezTo>
                  <a:cubicBezTo>
                    <a:pt x="2261" y="8904"/>
                    <a:pt x="2152" y="8831"/>
                    <a:pt x="2114" y="8717"/>
                  </a:cubicBezTo>
                  <a:lnTo>
                    <a:pt x="314" y="601"/>
                  </a:lnTo>
                  <a:cubicBezTo>
                    <a:pt x="288" y="392"/>
                    <a:pt x="418" y="288"/>
                    <a:pt x="601" y="262"/>
                  </a:cubicBezTo>
                  <a:cubicBezTo>
                    <a:pt x="611" y="260"/>
                    <a:pt x="621" y="259"/>
                    <a:pt x="631" y="259"/>
                  </a:cubicBezTo>
                  <a:close/>
                  <a:moveTo>
                    <a:pt x="522" y="1"/>
                  </a:moveTo>
                  <a:cubicBezTo>
                    <a:pt x="209" y="53"/>
                    <a:pt x="0" y="340"/>
                    <a:pt x="79" y="653"/>
                  </a:cubicBezTo>
                  <a:cubicBezTo>
                    <a:pt x="679" y="3341"/>
                    <a:pt x="1253" y="6055"/>
                    <a:pt x="1853" y="8769"/>
                  </a:cubicBezTo>
                  <a:cubicBezTo>
                    <a:pt x="1922" y="9019"/>
                    <a:pt x="2148" y="9170"/>
                    <a:pt x="2396" y="9170"/>
                  </a:cubicBezTo>
                  <a:cubicBezTo>
                    <a:pt x="2432" y="9170"/>
                    <a:pt x="2469" y="9167"/>
                    <a:pt x="2506" y="9160"/>
                  </a:cubicBezTo>
                  <a:cubicBezTo>
                    <a:pt x="2845" y="9082"/>
                    <a:pt x="3028" y="8743"/>
                    <a:pt x="2923" y="8430"/>
                  </a:cubicBezTo>
                  <a:cubicBezTo>
                    <a:pt x="2323" y="5794"/>
                    <a:pt x="1749" y="3184"/>
                    <a:pt x="1175" y="549"/>
                  </a:cubicBezTo>
                  <a:cubicBezTo>
                    <a:pt x="1149" y="392"/>
                    <a:pt x="1070" y="210"/>
                    <a:pt x="940" y="105"/>
                  </a:cubicBezTo>
                  <a:cubicBezTo>
                    <a:pt x="809" y="27"/>
                    <a:pt x="679" y="1"/>
                    <a:pt x="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3"/>
            <p:cNvSpPr/>
            <p:nvPr/>
          </p:nvSpPr>
          <p:spPr>
            <a:xfrm rot="5239021">
              <a:off x="4419418" y="2558986"/>
              <a:ext cx="70442" cy="165794"/>
            </a:xfrm>
            <a:custGeom>
              <a:rect b="b" l="l" r="r" t="t"/>
              <a:pathLst>
                <a:path extrusionOk="0" h="4486" w="1906">
                  <a:moveTo>
                    <a:pt x="608" y="266"/>
                  </a:moveTo>
                  <a:cubicBezTo>
                    <a:pt x="777" y="266"/>
                    <a:pt x="842" y="405"/>
                    <a:pt x="887" y="564"/>
                  </a:cubicBezTo>
                  <a:cubicBezTo>
                    <a:pt x="1122" y="1634"/>
                    <a:pt x="1357" y="2704"/>
                    <a:pt x="1592" y="3773"/>
                  </a:cubicBezTo>
                  <a:cubicBezTo>
                    <a:pt x="1644" y="3982"/>
                    <a:pt x="1618" y="4139"/>
                    <a:pt x="1409" y="4191"/>
                  </a:cubicBezTo>
                  <a:cubicBezTo>
                    <a:pt x="1371" y="4205"/>
                    <a:pt x="1336" y="4212"/>
                    <a:pt x="1304" y="4212"/>
                  </a:cubicBezTo>
                  <a:cubicBezTo>
                    <a:pt x="1157" y="4212"/>
                    <a:pt x="1065" y="4080"/>
                    <a:pt x="1044" y="3930"/>
                  </a:cubicBezTo>
                  <a:lnTo>
                    <a:pt x="339" y="720"/>
                  </a:lnTo>
                  <a:cubicBezTo>
                    <a:pt x="287" y="538"/>
                    <a:pt x="261" y="355"/>
                    <a:pt x="522" y="277"/>
                  </a:cubicBezTo>
                  <a:cubicBezTo>
                    <a:pt x="553" y="270"/>
                    <a:pt x="582" y="266"/>
                    <a:pt x="608" y="266"/>
                  </a:cubicBezTo>
                  <a:close/>
                  <a:moveTo>
                    <a:pt x="575" y="1"/>
                  </a:moveTo>
                  <a:cubicBezTo>
                    <a:pt x="532" y="1"/>
                    <a:pt x="488" y="5"/>
                    <a:pt x="444" y="16"/>
                  </a:cubicBezTo>
                  <a:cubicBezTo>
                    <a:pt x="313" y="42"/>
                    <a:pt x="183" y="146"/>
                    <a:pt x="104" y="251"/>
                  </a:cubicBezTo>
                  <a:cubicBezTo>
                    <a:pt x="26" y="433"/>
                    <a:pt x="0" y="616"/>
                    <a:pt x="78" y="799"/>
                  </a:cubicBezTo>
                  <a:cubicBezTo>
                    <a:pt x="313" y="1842"/>
                    <a:pt x="548" y="2912"/>
                    <a:pt x="783" y="3982"/>
                  </a:cubicBezTo>
                  <a:cubicBezTo>
                    <a:pt x="807" y="4266"/>
                    <a:pt x="1066" y="4485"/>
                    <a:pt x="1347" y="4485"/>
                  </a:cubicBezTo>
                  <a:cubicBezTo>
                    <a:pt x="1376" y="4485"/>
                    <a:pt x="1406" y="4483"/>
                    <a:pt x="1435" y="4478"/>
                  </a:cubicBezTo>
                  <a:cubicBezTo>
                    <a:pt x="1566" y="4426"/>
                    <a:pt x="1696" y="4348"/>
                    <a:pt x="1801" y="4243"/>
                  </a:cubicBezTo>
                  <a:cubicBezTo>
                    <a:pt x="1879" y="4087"/>
                    <a:pt x="1905" y="3904"/>
                    <a:pt x="1853" y="3721"/>
                  </a:cubicBezTo>
                  <a:lnTo>
                    <a:pt x="1148" y="512"/>
                  </a:lnTo>
                  <a:cubicBezTo>
                    <a:pt x="1103" y="217"/>
                    <a:pt x="860" y="1"/>
                    <a:pt x="5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3"/>
            <p:cNvSpPr/>
            <p:nvPr/>
          </p:nvSpPr>
          <p:spPr>
            <a:xfrm rot="5239021">
              <a:off x="4397328" y="2475849"/>
              <a:ext cx="69481" cy="165165"/>
            </a:xfrm>
            <a:custGeom>
              <a:rect b="b" l="l" r="r" t="t"/>
              <a:pathLst>
                <a:path extrusionOk="0" h="4469" w="1880">
                  <a:moveTo>
                    <a:pt x="610" y="265"/>
                  </a:moveTo>
                  <a:cubicBezTo>
                    <a:pt x="759" y="265"/>
                    <a:pt x="819" y="397"/>
                    <a:pt x="862" y="547"/>
                  </a:cubicBezTo>
                  <a:lnTo>
                    <a:pt x="1567" y="3782"/>
                  </a:lnTo>
                  <a:cubicBezTo>
                    <a:pt x="1619" y="3965"/>
                    <a:pt x="1593" y="4122"/>
                    <a:pt x="1384" y="4200"/>
                  </a:cubicBezTo>
                  <a:cubicBezTo>
                    <a:pt x="1353" y="4208"/>
                    <a:pt x="1324" y="4211"/>
                    <a:pt x="1297" y="4211"/>
                  </a:cubicBezTo>
                  <a:cubicBezTo>
                    <a:pt x="1145" y="4211"/>
                    <a:pt x="1063" y="4090"/>
                    <a:pt x="1019" y="3913"/>
                  </a:cubicBezTo>
                  <a:cubicBezTo>
                    <a:pt x="784" y="2843"/>
                    <a:pt x="549" y="1799"/>
                    <a:pt x="314" y="729"/>
                  </a:cubicBezTo>
                  <a:cubicBezTo>
                    <a:pt x="262" y="520"/>
                    <a:pt x="262" y="338"/>
                    <a:pt x="497" y="286"/>
                  </a:cubicBezTo>
                  <a:cubicBezTo>
                    <a:pt x="539" y="271"/>
                    <a:pt x="577" y="265"/>
                    <a:pt x="610" y="265"/>
                  </a:cubicBezTo>
                  <a:close/>
                  <a:moveTo>
                    <a:pt x="549" y="0"/>
                  </a:moveTo>
                  <a:cubicBezTo>
                    <a:pt x="372" y="0"/>
                    <a:pt x="194" y="82"/>
                    <a:pt x="79" y="259"/>
                  </a:cubicBezTo>
                  <a:cubicBezTo>
                    <a:pt x="1" y="416"/>
                    <a:pt x="1" y="599"/>
                    <a:pt x="53" y="781"/>
                  </a:cubicBezTo>
                  <a:lnTo>
                    <a:pt x="758" y="3965"/>
                  </a:lnTo>
                  <a:cubicBezTo>
                    <a:pt x="781" y="4270"/>
                    <a:pt x="1036" y="4469"/>
                    <a:pt x="1314" y="4469"/>
                  </a:cubicBezTo>
                  <a:cubicBezTo>
                    <a:pt x="1346" y="4469"/>
                    <a:pt x="1378" y="4466"/>
                    <a:pt x="1410" y="4461"/>
                  </a:cubicBezTo>
                  <a:cubicBezTo>
                    <a:pt x="1567" y="4435"/>
                    <a:pt x="1697" y="4357"/>
                    <a:pt x="1775" y="4226"/>
                  </a:cubicBezTo>
                  <a:cubicBezTo>
                    <a:pt x="1854" y="4069"/>
                    <a:pt x="1880" y="3887"/>
                    <a:pt x="1827" y="3730"/>
                  </a:cubicBezTo>
                  <a:lnTo>
                    <a:pt x="1123" y="494"/>
                  </a:lnTo>
                  <a:cubicBezTo>
                    <a:pt x="1076" y="182"/>
                    <a:pt x="814" y="0"/>
                    <a:pt x="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3"/>
            <p:cNvSpPr/>
            <p:nvPr/>
          </p:nvSpPr>
          <p:spPr>
            <a:xfrm rot="5239021">
              <a:off x="4374426" y="2392594"/>
              <a:ext cx="70442" cy="164833"/>
            </a:xfrm>
            <a:custGeom>
              <a:rect b="b" l="l" r="r" t="t"/>
              <a:pathLst>
                <a:path extrusionOk="0" h="4460" w="1906">
                  <a:moveTo>
                    <a:pt x="582" y="266"/>
                  </a:moveTo>
                  <a:cubicBezTo>
                    <a:pt x="751" y="266"/>
                    <a:pt x="816" y="405"/>
                    <a:pt x="862" y="563"/>
                  </a:cubicBezTo>
                  <a:lnTo>
                    <a:pt x="1566" y="3773"/>
                  </a:lnTo>
                  <a:cubicBezTo>
                    <a:pt x="1618" y="3956"/>
                    <a:pt x="1592" y="4139"/>
                    <a:pt x="1383" y="4191"/>
                  </a:cubicBezTo>
                  <a:cubicBezTo>
                    <a:pt x="1346" y="4205"/>
                    <a:pt x="1310" y="4211"/>
                    <a:pt x="1278" y="4211"/>
                  </a:cubicBezTo>
                  <a:cubicBezTo>
                    <a:pt x="1131" y="4211"/>
                    <a:pt x="1039" y="4079"/>
                    <a:pt x="1018" y="3930"/>
                  </a:cubicBezTo>
                  <a:lnTo>
                    <a:pt x="313" y="720"/>
                  </a:lnTo>
                  <a:cubicBezTo>
                    <a:pt x="261" y="537"/>
                    <a:pt x="261" y="329"/>
                    <a:pt x="496" y="276"/>
                  </a:cubicBezTo>
                  <a:cubicBezTo>
                    <a:pt x="527" y="269"/>
                    <a:pt x="556" y="266"/>
                    <a:pt x="582" y="266"/>
                  </a:cubicBezTo>
                  <a:close/>
                  <a:moveTo>
                    <a:pt x="567" y="0"/>
                  </a:moveTo>
                  <a:cubicBezTo>
                    <a:pt x="526" y="0"/>
                    <a:pt x="485" y="5"/>
                    <a:pt x="444" y="15"/>
                  </a:cubicBezTo>
                  <a:cubicBezTo>
                    <a:pt x="287" y="42"/>
                    <a:pt x="183" y="146"/>
                    <a:pt x="79" y="250"/>
                  </a:cubicBezTo>
                  <a:cubicBezTo>
                    <a:pt x="26" y="407"/>
                    <a:pt x="0" y="616"/>
                    <a:pt x="79" y="772"/>
                  </a:cubicBezTo>
                  <a:cubicBezTo>
                    <a:pt x="313" y="1842"/>
                    <a:pt x="548" y="2886"/>
                    <a:pt x="783" y="3956"/>
                  </a:cubicBezTo>
                  <a:cubicBezTo>
                    <a:pt x="807" y="4260"/>
                    <a:pt x="1061" y="4460"/>
                    <a:pt x="1340" y="4460"/>
                  </a:cubicBezTo>
                  <a:cubicBezTo>
                    <a:pt x="1371" y="4460"/>
                    <a:pt x="1403" y="4457"/>
                    <a:pt x="1436" y="4452"/>
                  </a:cubicBezTo>
                  <a:cubicBezTo>
                    <a:pt x="1566" y="4426"/>
                    <a:pt x="1697" y="4347"/>
                    <a:pt x="1801" y="4217"/>
                  </a:cubicBezTo>
                  <a:cubicBezTo>
                    <a:pt x="1879" y="4060"/>
                    <a:pt x="1905" y="3878"/>
                    <a:pt x="1827" y="3721"/>
                  </a:cubicBezTo>
                  <a:lnTo>
                    <a:pt x="1122" y="485"/>
                  </a:lnTo>
                  <a:cubicBezTo>
                    <a:pt x="1077" y="213"/>
                    <a:pt x="835" y="0"/>
                    <a:pt x="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3"/>
            <p:cNvSpPr/>
            <p:nvPr/>
          </p:nvSpPr>
          <p:spPr>
            <a:xfrm rot="5239021">
              <a:off x="4236915" y="2148252"/>
              <a:ext cx="94539" cy="42465"/>
            </a:xfrm>
            <a:custGeom>
              <a:rect b="b" l="l" r="r" t="t"/>
              <a:pathLst>
                <a:path extrusionOk="0" h="1149" w="2558">
                  <a:moveTo>
                    <a:pt x="2558" y="0"/>
                  </a:moveTo>
                  <a:lnTo>
                    <a:pt x="2558" y="0"/>
                  </a:lnTo>
                  <a:cubicBezTo>
                    <a:pt x="1670" y="235"/>
                    <a:pt x="835" y="601"/>
                    <a:pt x="52" y="1097"/>
                  </a:cubicBezTo>
                  <a:cubicBezTo>
                    <a:pt x="0" y="1123"/>
                    <a:pt x="26" y="1149"/>
                    <a:pt x="52" y="1149"/>
                  </a:cubicBezTo>
                  <a:cubicBezTo>
                    <a:pt x="940" y="914"/>
                    <a:pt x="1801" y="522"/>
                    <a:pt x="25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3"/>
            <p:cNvSpPr/>
            <p:nvPr/>
          </p:nvSpPr>
          <p:spPr>
            <a:xfrm rot="5239021">
              <a:off x="4252843" y="2112957"/>
              <a:ext cx="8685" cy="4546"/>
            </a:xfrm>
            <a:custGeom>
              <a:rect b="b" l="l" r="r" t="t"/>
              <a:pathLst>
                <a:path extrusionOk="0" h="123" w="235">
                  <a:moveTo>
                    <a:pt x="235" y="1"/>
                  </a:moveTo>
                  <a:cubicBezTo>
                    <a:pt x="157" y="1"/>
                    <a:pt x="26" y="1"/>
                    <a:pt x="0" y="105"/>
                  </a:cubicBezTo>
                  <a:cubicBezTo>
                    <a:pt x="18" y="117"/>
                    <a:pt x="38" y="122"/>
                    <a:pt x="59" y="122"/>
                  </a:cubicBezTo>
                  <a:cubicBezTo>
                    <a:pt x="132" y="122"/>
                    <a:pt x="215" y="61"/>
                    <a:pt x="2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3"/>
            <p:cNvSpPr/>
            <p:nvPr/>
          </p:nvSpPr>
          <p:spPr>
            <a:xfrm rot="5239021">
              <a:off x="4705227" y="4079611"/>
              <a:ext cx="324676" cy="73583"/>
            </a:xfrm>
            <a:custGeom>
              <a:rect b="b" l="l" r="r" t="t"/>
              <a:pathLst>
                <a:path extrusionOk="0" h="1991" w="8785">
                  <a:moveTo>
                    <a:pt x="8785" y="0"/>
                  </a:moveTo>
                  <a:cubicBezTo>
                    <a:pt x="5862" y="548"/>
                    <a:pt x="2913" y="1148"/>
                    <a:pt x="43" y="1931"/>
                  </a:cubicBezTo>
                  <a:cubicBezTo>
                    <a:pt x="1" y="1952"/>
                    <a:pt x="10" y="1990"/>
                    <a:pt x="28" y="1990"/>
                  </a:cubicBezTo>
                  <a:cubicBezTo>
                    <a:pt x="33" y="1990"/>
                    <a:pt x="38" y="1988"/>
                    <a:pt x="43" y="1983"/>
                  </a:cubicBezTo>
                  <a:cubicBezTo>
                    <a:pt x="2992" y="1488"/>
                    <a:pt x="5914" y="783"/>
                    <a:pt x="8785" y="26"/>
                  </a:cubicBezTo>
                  <a:lnTo>
                    <a:pt x="87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3"/>
            <p:cNvSpPr/>
            <p:nvPr/>
          </p:nvSpPr>
          <p:spPr>
            <a:xfrm rot="5239021">
              <a:off x="4812696" y="3939861"/>
              <a:ext cx="12566" cy="3881"/>
            </a:xfrm>
            <a:custGeom>
              <a:rect b="b" l="l" r="r" t="t"/>
              <a:pathLst>
                <a:path extrusionOk="0" h="105" w="340">
                  <a:moveTo>
                    <a:pt x="314" y="1"/>
                  </a:moveTo>
                  <a:cubicBezTo>
                    <a:pt x="209" y="1"/>
                    <a:pt x="105" y="27"/>
                    <a:pt x="1" y="79"/>
                  </a:cubicBezTo>
                  <a:lnTo>
                    <a:pt x="1" y="105"/>
                  </a:lnTo>
                  <a:cubicBezTo>
                    <a:pt x="105" y="105"/>
                    <a:pt x="209" y="79"/>
                    <a:pt x="314" y="27"/>
                  </a:cubicBezTo>
                  <a:cubicBezTo>
                    <a:pt x="314" y="27"/>
                    <a:pt x="340"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3"/>
            <p:cNvSpPr/>
            <p:nvPr/>
          </p:nvSpPr>
          <p:spPr>
            <a:xfrm rot="5239021">
              <a:off x="4695690" y="3705727"/>
              <a:ext cx="82971" cy="378487"/>
            </a:xfrm>
            <a:custGeom>
              <a:rect b="b" l="l" r="r" t="t"/>
              <a:pathLst>
                <a:path extrusionOk="0" h="10241" w="2245">
                  <a:moveTo>
                    <a:pt x="13" y="0"/>
                  </a:moveTo>
                  <a:cubicBezTo>
                    <a:pt x="7" y="0"/>
                    <a:pt x="0" y="7"/>
                    <a:pt x="0" y="20"/>
                  </a:cubicBezTo>
                  <a:cubicBezTo>
                    <a:pt x="679" y="3412"/>
                    <a:pt x="1331" y="6857"/>
                    <a:pt x="2192" y="10223"/>
                  </a:cubicBezTo>
                  <a:cubicBezTo>
                    <a:pt x="2192" y="10234"/>
                    <a:pt x="2201" y="10241"/>
                    <a:pt x="2212" y="10241"/>
                  </a:cubicBezTo>
                  <a:cubicBezTo>
                    <a:pt x="2227" y="10241"/>
                    <a:pt x="2244" y="10228"/>
                    <a:pt x="2244" y="10197"/>
                  </a:cubicBezTo>
                  <a:cubicBezTo>
                    <a:pt x="1592" y="6805"/>
                    <a:pt x="861" y="3386"/>
                    <a:pt x="26" y="20"/>
                  </a:cubicBezTo>
                  <a:cubicBezTo>
                    <a:pt x="26" y="7"/>
                    <a:pt x="20" y="0"/>
                    <a:pt x="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3"/>
            <p:cNvSpPr/>
            <p:nvPr/>
          </p:nvSpPr>
          <p:spPr>
            <a:xfrm rot="5239021">
              <a:off x="4522606" y="3940162"/>
              <a:ext cx="7761" cy="21990"/>
            </a:xfrm>
            <a:custGeom>
              <a:rect b="b" l="l" r="r" t="t"/>
              <a:pathLst>
                <a:path extrusionOk="0" h="595" w="210">
                  <a:moveTo>
                    <a:pt x="1" y="1"/>
                  </a:moveTo>
                  <a:cubicBezTo>
                    <a:pt x="1" y="209"/>
                    <a:pt x="53" y="418"/>
                    <a:pt x="157" y="575"/>
                  </a:cubicBezTo>
                  <a:cubicBezTo>
                    <a:pt x="157" y="588"/>
                    <a:pt x="170" y="594"/>
                    <a:pt x="183" y="594"/>
                  </a:cubicBezTo>
                  <a:cubicBezTo>
                    <a:pt x="196" y="594"/>
                    <a:pt x="209" y="588"/>
                    <a:pt x="209" y="575"/>
                  </a:cubicBezTo>
                  <a:cubicBezTo>
                    <a:pt x="209" y="366"/>
                    <a:pt x="157" y="183"/>
                    <a:pt x="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3"/>
            <p:cNvSpPr/>
            <p:nvPr/>
          </p:nvSpPr>
          <p:spPr>
            <a:xfrm rot="5239021">
              <a:off x="4718228" y="4282696"/>
              <a:ext cx="43463" cy="186897"/>
            </a:xfrm>
            <a:custGeom>
              <a:rect b="b" l="l" r="r" t="t"/>
              <a:pathLst>
                <a:path extrusionOk="0" h="5057" w="1176">
                  <a:moveTo>
                    <a:pt x="1" y="0"/>
                  </a:moveTo>
                  <a:cubicBezTo>
                    <a:pt x="314" y="1697"/>
                    <a:pt x="653" y="3393"/>
                    <a:pt x="1123" y="5037"/>
                  </a:cubicBezTo>
                  <a:cubicBezTo>
                    <a:pt x="1123" y="5050"/>
                    <a:pt x="1130" y="5056"/>
                    <a:pt x="1139" y="5056"/>
                  </a:cubicBezTo>
                  <a:cubicBezTo>
                    <a:pt x="1149" y="5056"/>
                    <a:pt x="1162" y="5050"/>
                    <a:pt x="1175" y="5037"/>
                  </a:cubicBezTo>
                  <a:cubicBezTo>
                    <a:pt x="914" y="3341"/>
                    <a:pt x="549" y="1670"/>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Universal Hepatitis C Treatment Breakthrough by Slidesgo">
  <a:themeElements>
    <a:clrScheme name="Simple Light">
      <a:dk1>
        <a:srgbClr val="330404"/>
      </a:dk1>
      <a:lt1>
        <a:srgbClr val="FFFFFF"/>
      </a:lt1>
      <a:dk2>
        <a:srgbClr val="FFD300"/>
      </a:dk2>
      <a:lt2>
        <a:srgbClr val="FFAA00"/>
      </a:lt2>
      <a:accent1>
        <a:srgbClr val="91D3FF"/>
      </a:accent1>
      <a:accent2>
        <a:srgbClr val="D5DEE5"/>
      </a:accent2>
      <a:accent3>
        <a:srgbClr val="DB3737"/>
      </a:accent3>
      <a:accent4>
        <a:srgbClr val="FF5D5D"/>
      </a:accent4>
      <a:accent5>
        <a:srgbClr val="A3E7CC"/>
      </a:accent5>
      <a:accent6>
        <a:srgbClr val="8ED5B8"/>
      </a:accent6>
      <a:hlink>
        <a:srgbClr val="DB373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